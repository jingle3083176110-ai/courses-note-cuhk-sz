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81" r:id="rId4"/>
    <p:sldId id="282" r:id="rId5"/>
    <p:sldId id="280" r:id="rId6"/>
    <p:sldId id="285" r:id="rId7"/>
    <p:sldId id="286" r:id="rId8"/>
    <p:sldId id="283" r:id="rId9"/>
    <p:sldId id="284" r:id="rId10"/>
    <p:sldId id="267" r:id="rId11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howGuides="1">
      <p:cViewPr varScale="1">
        <p:scale>
          <a:sx n="131" d="100"/>
          <a:sy n="131" d="100"/>
        </p:scale>
        <p:origin x="124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A9F31-3026-49FA-8C23-97BA2C06B20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6293D-635F-44B9-B3E6-B1ABF05477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50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6293D-635F-44B9-B3E6-B1ABF05477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98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54398" y="2122754"/>
            <a:ext cx="3283203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12192000" y="0"/>
                </a:moveTo>
                <a:lnTo>
                  <a:pt x="0" y="0"/>
                </a:lnTo>
                <a:lnTo>
                  <a:pt x="0" y="685800"/>
                </a:lnTo>
                <a:lnTo>
                  <a:pt x="12192000" y="685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53199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459093" y="2867279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219583" y="0"/>
                </a:moveTo>
                <a:lnTo>
                  <a:pt x="161162" y="0"/>
                </a:lnTo>
                <a:lnTo>
                  <a:pt x="0" y="423037"/>
                </a:lnTo>
                <a:lnTo>
                  <a:pt x="60325" y="423037"/>
                </a:lnTo>
                <a:lnTo>
                  <a:pt x="101091" y="307213"/>
                </a:lnTo>
                <a:lnTo>
                  <a:pt x="336620" y="307213"/>
                </a:lnTo>
                <a:lnTo>
                  <a:pt x="318428" y="259461"/>
                </a:lnTo>
                <a:lnTo>
                  <a:pt x="118237" y="259461"/>
                </a:lnTo>
                <a:lnTo>
                  <a:pt x="181610" y="83566"/>
                </a:lnTo>
                <a:lnTo>
                  <a:pt x="183467" y="77801"/>
                </a:lnTo>
                <a:lnTo>
                  <a:pt x="185229" y="70977"/>
                </a:lnTo>
                <a:lnTo>
                  <a:pt x="186896" y="63081"/>
                </a:lnTo>
                <a:lnTo>
                  <a:pt x="188467" y="54101"/>
                </a:lnTo>
                <a:lnTo>
                  <a:pt x="240194" y="54101"/>
                </a:lnTo>
                <a:lnTo>
                  <a:pt x="219583" y="0"/>
                </a:lnTo>
                <a:close/>
              </a:path>
              <a:path w="381000" h="423545">
                <a:moveTo>
                  <a:pt x="336620" y="307213"/>
                </a:moveTo>
                <a:lnTo>
                  <a:pt x="277240" y="307213"/>
                </a:lnTo>
                <a:lnTo>
                  <a:pt x="320293" y="423037"/>
                </a:lnTo>
                <a:lnTo>
                  <a:pt x="380746" y="423037"/>
                </a:lnTo>
                <a:lnTo>
                  <a:pt x="336620" y="307213"/>
                </a:lnTo>
                <a:close/>
              </a:path>
              <a:path w="381000" h="423545">
                <a:moveTo>
                  <a:pt x="240194" y="54101"/>
                </a:moveTo>
                <a:lnTo>
                  <a:pt x="189737" y="54101"/>
                </a:lnTo>
                <a:lnTo>
                  <a:pt x="191502" y="63813"/>
                </a:lnTo>
                <a:lnTo>
                  <a:pt x="193182" y="71977"/>
                </a:lnTo>
                <a:lnTo>
                  <a:pt x="194792" y="78569"/>
                </a:lnTo>
                <a:lnTo>
                  <a:pt x="196341" y="83566"/>
                </a:lnTo>
                <a:lnTo>
                  <a:pt x="260223" y="259461"/>
                </a:lnTo>
                <a:lnTo>
                  <a:pt x="318428" y="259461"/>
                </a:lnTo>
                <a:lnTo>
                  <a:pt x="240194" y="54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1234" y="2915285"/>
            <a:ext cx="154178" cy="2175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459093" y="2867279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161162" y="0"/>
                </a:moveTo>
                <a:lnTo>
                  <a:pt x="219583" y="0"/>
                </a:lnTo>
                <a:lnTo>
                  <a:pt x="380746" y="423037"/>
                </a:lnTo>
                <a:lnTo>
                  <a:pt x="320293" y="423037"/>
                </a:lnTo>
                <a:lnTo>
                  <a:pt x="277240" y="307213"/>
                </a:lnTo>
                <a:lnTo>
                  <a:pt x="101091" y="307213"/>
                </a:lnTo>
                <a:lnTo>
                  <a:pt x="60325" y="423037"/>
                </a:lnTo>
                <a:lnTo>
                  <a:pt x="0" y="423037"/>
                </a:lnTo>
                <a:lnTo>
                  <a:pt x="161162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520055" y="2819019"/>
            <a:ext cx="436880" cy="487680"/>
          </a:xfrm>
          <a:custGeom>
            <a:avLst/>
            <a:gdLst/>
            <a:ahLst/>
            <a:cxnLst/>
            <a:rect l="l" t="t" r="r" b="b"/>
            <a:pathLst>
              <a:path w="436879" h="487679">
                <a:moveTo>
                  <a:pt x="354059" y="427735"/>
                </a:moveTo>
                <a:lnTo>
                  <a:pt x="266700" y="427735"/>
                </a:lnTo>
                <a:lnTo>
                  <a:pt x="347091" y="487171"/>
                </a:lnTo>
                <a:lnTo>
                  <a:pt x="436880" y="487171"/>
                </a:lnTo>
                <a:lnTo>
                  <a:pt x="354059" y="427735"/>
                </a:lnTo>
                <a:close/>
              </a:path>
              <a:path w="436879" h="487679">
                <a:moveTo>
                  <a:pt x="205612" y="0"/>
                </a:moveTo>
                <a:lnTo>
                  <a:pt x="160653" y="3786"/>
                </a:lnTo>
                <a:lnTo>
                  <a:pt x="120634" y="15144"/>
                </a:lnTo>
                <a:lnTo>
                  <a:pt x="85544" y="34075"/>
                </a:lnTo>
                <a:lnTo>
                  <a:pt x="55372" y="60578"/>
                </a:lnTo>
                <a:lnTo>
                  <a:pt x="31128" y="93559"/>
                </a:lnTo>
                <a:lnTo>
                  <a:pt x="13827" y="131730"/>
                </a:lnTo>
                <a:lnTo>
                  <a:pt x="3454" y="175093"/>
                </a:lnTo>
                <a:lnTo>
                  <a:pt x="0" y="223646"/>
                </a:lnTo>
                <a:lnTo>
                  <a:pt x="3383" y="268938"/>
                </a:lnTo>
                <a:lnTo>
                  <a:pt x="13541" y="309752"/>
                </a:lnTo>
                <a:lnTo>
                  <a:pt x="30485" y="346090"/>
                </a:lnTo>
                <a:lnTo>
                  <a:pt x="54229" y="377951"/>
                </a:lnTo>
                <a:lnTo>
                  <a:pt x="83687" y="403881"/>
                </a:lnTo>
                <a:lnTo>
                  <a:pt x="117586" y="422417"/>
                </a:lnTo>
                <a:lnTo>
                  <a:pt x="155938" y="433548"/>
                </a:lnTo>
                <a:lnTo>
                  <a:pt x="198755" y="437260"/>
                </a:lnTo>
                <a:lnTo>
                  <a:pt x="216854" y="436665"/>
                </a:lnTo>
                <a:lnTo>
                  <a:pt x="234203" y="434879"/>
                </a:lnTo>
                <a:lnTo>
                  <a:pt x="250815" y="431903"/>
                </a:lnTo>
                <a:lnTo>
                  <a:pt x="266700" y="427735"/>
                </a:lnTo>
                <a:lnTo>
                  <a:pt x="354059" y="427735"/>
                </a:lnTo>
                <a:lnTo>
                  <a:pt x="318135" y="401954"/>
                </a:lnTo>
                <a:lnTo>
                  <a:pt x="325520" y="396313"/>
                </a:lnTo>
                <a:lnTo>
                  <a:pt x="332644" y="390255"/>
                </a:lnTo>
                <a:lnTo>
                  <a:pt x="334386" y="388619"/>
                </a:lnTo>
                <a:lnTo>
                  <a:pt x="198755" y="388619"/>
                </a:lnTo>
                <a:lnTo>
                  <a:pt x="168707" y="385736"/>
                </a:lnTo>
                <a:lnTo>
                  <a:pt x="117566" y="362634"/>
                </a:lnTo>
                <a:lnTo>
                  <a:pt x="79351" y="317341"/>
                </a:lnTo>
                <a:lnTo>
                  <a:pt x="59729" y="255809"/>
                </a:lnTo>
                <a:lnTo>
                  <a:pt x="57277" y="219328"/>
                </a:lnTo>
                <a:lnTo>
                  <a:pt x="59779" y="183060"/>
                </a:lnTo>
                <a:lnTo>
                  <a:pt x="79833" y="121477"/>
                </a:lnTo>
                <a:lnTo>
                  <a:pt x="119032" y="75563"/>
                </a:lnTo>
                <a:lnTo>
                  <a:pt x="171471" y="52079"/>
                </a:lnTo>
                <a:lnTo>
                  <a:pt x="202311" y="49148"/>
                </a:lnTo>
                <a:lnTo>
                  <a:pt x="336226" y="49148"/>
                </a:lnTo>
                <a:lnTo>
                  <a:pt x="318573" y="33379"/>
                </a:lnTo>
                <a:lnTo>
                  <a:pt x="285226" y="14843"/>
                </a:lnTo>
                <a:lnTo>
                  <a:pt x="247568" y="3712"/>
                </a:lnTo>
                <a:lnTo>
                  <a:pt x="205612" y="0"/>
                </a:lnTo>
                <a:close/>
              </a:path>
              <a:path w="436879" h="487679">
                <a:moveTo>
                  <a:pt x="336226" y="49148"/>
                </a:moveTo>
                <a:lnTo>
                  <a:pt x="202311" y="49148"/>
                </a:lnTo>
                <a:lnTo>
                  <a:pt x="233433" y="51935"/>
                </a:lnTo>
                <a:lnTo>
                  <a:pt x="261080" y="60293"/>
                </a:lnTo>
                <a:lnTo>
                  <a:pt x="305943" y="93725"/>
                </a:lnTo>
                <a:lnTo>
                  <a:pt x="334343" y="147526"/>
                </a:lnTo>
                <a:lnTo>
                  <a:pt x="343789" y="220090"/>
                </a:lnTo>
                <a:lnTo>
                  <a:pt x="341364" y="257786"/>
                </a:lnTo>
                <a:lnTo>
                  <a:pt x="322036" y="319889"/>
                </a:lnTo>
                <a:lnTo>
                  <a:pt x="284033" y="363706"/>
                </a:lnTo>
                <a:lnTo>
                  <a:pt x="230832" y="385855"/>
                </a:lnTo>
                <a:lnTo>
                  <a:pt x="198755" y="388619"/>
                </a:lnTo>
                <a:lnTo>
                  <a:pt x="334386" y="388619"/>
                </a:lnTo>
                <a:lnTo>
                  <a:pt x="370371" y="344076"/>
                </a:lnTo>
                <a:lnTo>
                  <a:pt x="387635" y="305895"/>
                </a:lnTo>
                <a:lnTo>
                  <a:pt x="397994" y="262403"/>
                </a:lnTo>
                <a:lnTo>
                  <a:pt x="401447" y="213613"/>
                </a:lnTo>
                <a:lnTo>
                  <a:pt x="398069" y="168322"/>
                </a:lnTo>
                <a:lnTo>
                  <a:pt x="387953" y="127507"/>
                </a:lnTo>
                <a:lnTo>
                  <a:pt x="371121" y="91170"/>
                </a:lnTo>
                <a:lnTo>
                  <a:pt x="347599" y="59308"/>
                </a:lnTo>
                <a:lnTo>
                  <a:pt x="336226" y="49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520055" y="2819019"/>
            <a:ext cx="436880" cy="487680"/>
          </a:xfrm>
          <a:custGeom>
            <a:avLst/>
            <a:gdLst/>
            <a:ahLst/>
            <a:cxnLst/>
            <a:rect l="l" t="t" r="r" b="b"/>
            <a:pathLst>
              <a:path w="436879" h="487679">
                <a:moveTo>
                  <a:pt x="202311" y="49148"/>
                </a:moveTo>
                <a:lnTo>
                  <a:pt x="143716" y="60880"/>
                </a:lnTo>
                <a:lnTo>
                  <a:pt x="97409" y="96138"/>
                </a:lnTo>
                <a:lnTo>
                  <a:pt x="67294" y="150447"/>
                </a:lnTo>
                <a:lnTo>
                  <a:pt x="57277" y="219328"/>
                </a:lnTo>
                <a:lnTo>
                  <a:pt x="59729" y="255809"/>
                </a:lnTo>
                <a:lnTo>
                  <a:pt x="79351" y="317341"/>
                </a:lnTo>
                <a:lnTo>
                  <a:pt x="117566" y="362634"/>
                </a:lnTo>
                <a:lnTo>
                  <a:pt x="168707" y="385736"/>
                </a:lnTo>
                <a:lnTo>
                  <a:pt x="198755" y="388619"/>
                </a:lnTo>
                <a:lnTo>
                  <a:pt x="230832" y="385855"/>
                </a:lnTo>
                <a:lnTo>
                  <a:pt x="284033" y="363706"/>
                </a:lnTo>
                <a:lnTo>
                  <a:pt x="322036" y="319889"/>
                </a:lnTo>
                <a:lnTo>
                  <a:pt x="341364" y="257786"/>
                </a:lnTo>
                <a:lnTo>
                  <a:pt x="343789" y="220090"/>
                </a:lnTo>
                <a:lnTo>
                  <a:pt x="341429" y="181469"/>
                </a:lnTo>
                <a:lnTo>
                  <a:pt x="322518" y="118274"/>
                </a:lnTo>
                <a:lnTo>
                  <a:pt x="285249" y="74223"/>
                </a:lnTo>
                <a:lnTo>
                  <a:pt x="233433" y="51935"/>
                </a:lnTo>
                <a:lnTo>
                  <a:pt x="202311" y="49148"/>
                </a:lnTo>
                <a:close/>
              </a:path>
              <a:path w="436879" h="487679">
                <a:moveTo>
                  <a:pt x="205612" y="0"/>
                </a:moveTo>
                <a:lnTo>
                  <a:pt x="247568" y="3712"/>
                </a:lnTo>
                <a:lnTo>
                  <a:pt x="285226" y="14843"/>
                </a:lnTo>
                <a:lnTo>
                  <a:pt x="318573" y="33379"/>
                </a:lnTo>
                <a:lnTo>
                  <a:pt x="347599" y="59308"/>
                </a:lnTo>
                <a:lnTo>
                  <a:pt x="371121" y="91170"/>
                </a:lnTo>
                <a:lnTo>
                  <a:pt x="387953" y="127507"/>
                </a:lnTo>
                <a:lnTo>
                  <a:pt x="398069" y="168322"/>
                </a:lnTo>
                <a:lnTo>
                  <a:pt x="401447" y="213613"/>
                </a:lnTo>
                <a:lnTo>
                  <a:pt x="397994" y="262403"/>
                </a:lnTo>
                <a:lnTo>
                  <a:pt x="387635" y="305895"/>
                </a:lnTo>
                <a:lnTo>
                  <a:pt x="370371" y="344076"/>
                </a:lnTo>
                <a:lnTo>
                  <a:pt x="346202" y="376935"/>
                </a:lnTo>
                <a:lnTo>
                  <a:pt x="318135" y="401954"/>
                </a:lnTo>
                <a:lnTo>
                  <a:pt x="436880" y="487171"/>
                </a:lnTo>
                <a:lnTo>
                  <a:pt x="347091" y="487171"/>
                </a:lnTo>
                <a:lnTo>
                  <a:pt x="266700" y="427735"/>
                </a:lnTo>
                <a:lnTo>
                  <a:pt x="250815" y="431903"/>
                </a:lnTo>
                <a:lnTo>
                  <a:pt x="234203" y="434879"/>
                </a:lnTo>
                <a:lnTo>
                  <a:pt x="216854" y="436665"/>
                </a:lnTo>
                <a:lnTo>
                  <a:pt x="198755" y="437260"/>
                </a:lnTo>
                <a:lnTo>
                  <a:pt x="155938" y="433548"/>
                </a:lnTo>
                <a:lnTo>
                  <a:pt x="117586" y="422417"/>
                </a:lnTo>
                <a:lnTo>
                  <a:pt x="83687" y="403881"/>
                </a:lnTo>
                <a:lnTo>
                  <a:pt x="54229" y="377951"/>
                </a:lnTo>
                <a:lnTo>
                  <a:pt x="30485" y="346090"/>
                </a:lnTo>
                <a:lnTo>
                  <a:pt x="13541" y="309752"/>
                </a:lnTo>
                <a:lnTo>
                  <a:pt x="3383" y="268938"/>
                </a:lnTo>
                <a:lnTo>
                  <a:pt x="0" y="223646"/>
                </a:lnTo>
                <a:lnTo>
                  <a:pt x="3454" y="175093"/>
                </a:lnTo>
                <a:lnTo>
                  <a:pt x="13827" y="131730"/>
                </a:lnTo>
                <a:lnTo>
                  <a:pt x="31128" y="93559"/>
                </a:lnTo>
                <a:lnTo>
                  <a:pt x="55372" y="60578"/>
                </a:lnTo>
                <a:lnTo>
                  <a:pt x="85544" y="34075"/>
                </a:lnTo>
                <a:lnTo>
                  <a:pt x="120634" y="15144"/>
                </a:lnTo>
                <a:lnTo>
                  <a:pt x="160653" y="3786"/>
                </a:lnTo>
                <a:lnTo>
                  <a:pt x="205612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982208" y="2819019"/>
            <a:ext cx="441325" cy="437515"/>
          </a:xfrm>
          <a:custGeom>
            <a:avLst/>
            <a:gdLst/>
            <a:ahLst/>
            <a:cxnLst/>
            <a:rect l="l" t="t" r="r" b="b"/>
            <a:pathLst>
              <a:path w="441325" h="437514">
                <a:moveTo>
                  <a:pt x="161162" y="0"/>
                </a:moveTo>
                <a:lnTo>
                  <a:pt x="115728" y="6588"/>
                </a:lnTo>
                <a:lnTo>
                  <a:pt x="80009" y="26415"/>
                </a:lnTo>
                <a:lnTo>
                  <a:pt x="56864" y="57181"/>
                </a:lnTo>
                <a:lnTo>
                  <a:pt x="49149" y="96900"/>
                </a:lnTo>
                <a:lnTo>
                  <a:pt x="52220" y="121737"/>
                </a:lnTo>
                <a:lnTo>
                  <a:pt x="61436" y="144811"/>
                </a:lnTo>
                <a:lnTo>
                  <a:pt x="76795" y="166123"/>
                </a:lnTo>
                <a:lnTo>
                  <a:pt x="98297" y="185673"/>
                </a:lnTo>
                <a:lnTo>
                  <a:pt x="55292" y="209633"/>
                </a:lnTo>
                <a:lnTo>
                  <a:pt x="24574" y="239045"/>
                </a:lnTo>
                <a:lnTo>
                  <a:pt x="6143" y="273935"/>
                </a:lnTo>
                <a:lnTo>
                  <a:pt x="0" y="314325"/>
                </a:lnTo>
                <a:lnTo>
                  <a:pt x="2452" y="341449"/>
                </a:lnTo>
                <a:lnTo>
                  <a:pt x="22074" y="386459"/>
                </a:lnTo>
                <a:lnTo>
                  <a:pt x="60505" y="418629"/>
                </a:lnTo>
                <a:lnTo>
                  <a:pt x="113412" y="434961"/>
                </a:lnTo>
                <a:lnTo>
                  <a:pt x="145033" y="437006"/>
                </a:lnTo>
                <a:lnTo>
                  <a:pt x="188112" y="432984"/>
                </a:lnTo>
                <a:lnTo>
                  <a:pt x="227822" y="420925"/>
                </a:lnTo>
                <a:lnTo>
                  <a:pt x="264173" y="400841"/>
                </a:lnTo>
                <a:lnTo>
                  <a:pt x="274950" y="391667"/>
                </a:lnTo>
                <a:lnTo>
                  <a:pt x="145541" y="391667"/>
                </a:lnTo>
                <a:lnTo>
                  <a:pt x="126186" y="390336"/>
                </a:lnTo>
                <a:lnTo>
                  <a:pt x="79501" y="370458"/>
                </a:lnTo>
                <a:lnTo>
                  <a:pt x="55695" y="329900"/>
                </a:lnTo>
                <a:lnTo>
                  <a:pt x="54101" y="312419"/>
                </a:lnTo>
                <a:lnTo>
                  <a:pt x="55292" y="295417"/>
                </a:lnTo>
                <a:lnTo>
                  <a:pt x="73151" y="252983"/>
                </a:lnTo>
                <a:lnTo>
                  <a:pt x="116157" y="220479"/>
                </a:lnTo>
                <a:lnTo>
                  <a:pt x="136778" y="211073"/>
                </a:lnTo>
                <a:lnTo>
                  <a:pt x="226017" y="211073"/>
                </a:lnTo>
                <a:lnTo>
                  <a:pt x="216894" y="203924"/>
                </a:lnTo>
                <a:lnTo>
                  <a:pt x="186816" y="188467"/>
                </a:lnTo>
                <a:lnTo>
                  <a:pt x="221914" y="170037"/>
                </a:lnTo>
                <a:lnTo>
                  <a:pt x="226422" y="165988"/>
                </a:lnTo>
                <a:lnTo>
                  <a:pt x="146430" y="165988"/>
                </a:lnTo>
                <a:lnTo>
                  <a:pt x="125855" y="152110"/>
                </a:lnTo>
                <a:lnTo>
                  <a:pt x="111164" y="136001"/>
                </a:lnTo>
                <a:lnTo>
                  <a:pt x="102371" y="117732"/>
                </a:lnTo>
                <a:lnTo>
                  <a:pt x="99440" y="97281"/>
                </a:lnTo>
                <a:lnTo>
                  <a:pt x="100486" y="85399"/>
                </a:lnTo>
                <a:lnTo>
                  <a:pt x="125176" y="50155"/>
                </a:lnTo>
                <a:lnTo>
                  <a:pt x="161162" y="41528"/>
                </a:lnTo>
                <a:lnTo>
                  <a:pt x="252420" y="41528"/>
                </a:lnTo>
                <a:lnTo>
                  <a:pt x="250578" y="38449"/>
                </a:lnTo>
                <a:lnTo>
                  <a:pt x="237743" y="25018"/>
                </a:lnTo>
                <a:lnTo>
                  <a:pt x="221956" y="14091"/>
                </a:lnTo>
                <a:lnTo>
                  <a:pt x="203930" y="6270"/>
                </a:lnTo>
                <a:lnTo>
                  <a:pt x="183665" y="1569"/>
                </a:lnTo>
                <a:lnTo>
                  <a:pt x="161162" y="0"/>
                </a:lnTo>
                <a:close/>
              </a:path>
              <a:path w="441325" h="437514">
                <a:moveTo>
                  <a:pt x="360851" y="372744"/>
                </a:moveTo>
                <a:lnTo>
                  <a:pt x="297179" y="372744"/>
                </a:lnTo>
                <a:lnTo>
                  <a:pt x="311374" y="391080"/>
                </a:lnTo>
                <a:lnTo>
                  <a:pt x="347217" y="424941"/>
                </a:lnTo>
                <a:lnTo>
                  <a:pt x="393572" y="437006"/>
                </a:lnTo>
                <a:lnTo>
                  <a:pt x="405763" y="436459"/>
                </a:lnTo>
                <a:lnTo>
                  <a:pt x="417750" y="434816"/>
                </a:lnTo>
                <a:lnTo>
                  <a:pt x="429523" y="432077"/>
                </a:lnTo>
                <a:lnTo>
                  <a:pt x="441070" y="428243"/>
                </a:lnTo>
                <a:lnTo>
                  <a:pt x="441070" y="389127"/>
                </a:lnTo>
                <a:lnTo>
                  <a:pt x="402336" y="389127"/>
                </a:lnTo>
                <a:lnTo>
                  <a:pt x="392620" y="388433"/>
                </a:lnTo>
                <a:lnTo>
                  <a:pt x="383476" y="386333"/>
                </a:lnTo>
                <a:lnTo>
                  <a:pt x="374903" y="382805"/>
                </a:lnTo>
                <a:lnTo>
                  <a:pt x="366902" y="377825"/>
                </a:lnTo>
                <a:lnTo>
                  <a:pt x="360851" y="372744"/>
                </a:lnTo>
                <a:close/>
              </a:path>
              <a:path w="441325" h="437514">
                <a:moveTo>
                  <a:pt x="226017" y="211073"/>
                </a:moveTo>
                <a:lnTo>
                  <a:pt x="136778" y="211073"/>
                </a:lnTo>
                <a:lnTo>
                  <a:pt x="157827" y="220077"/>
                </a:lnTo>
                <a:lnTo>
                  <a:pt x="176958" y="230330"/>
                </a:lnTo>
                <a:lnTo>
                  <a:pt x="209422" y="254634"/>
                </a:lnTo>
                <a:lnTo>
                  <a:pt x="239442" y="288051"/>
                </a:lnTo>
                <a:lnTo>
                  <a:pt x="272033" y="334517"/>
                </a:lnTo>
                <a:lnTo>
                  <a:pt x="244768" y="359521"/>
                </a:lnTo>
                <a:lnTo>
                  <a:pt x="214598" y="377380"/>
                </a:lnTo>
                <a:lnTo>
                  <a:pt x="181522" y="388096"/>
                </a:lnTo>
                <a:lnTo>
                  <a:pt x="145541" y="391667"/>
                </a:lnTo>
                <a:lnTo>
                  <a:pt x="274950" y="391667"/>
                </a:lnTo>
                <a:lnTo>
                  <a:pt x="297179" y="372744"/>
                </a:lnTo>
                <a:lnTo>
                  <a:pt x="360851" y="372744"/>
                </a:lnTo>
                <a:lnTo>
                  <a:pt x="358735" y="370968"/>
                </a:lnTo>
                <a:lnTo>
                  <a:pt x="349662" y="361648"/>
                </a:lnTo>
                <a:lnTo>
                  <a:pt x="339685" y="349875"/>
                </a:lnTo>
                <a:lnTo>
                  <a:pt x="328802" y="335660"/>
                </a:lnTo>
                <a:lnTo>
                  <a:pt x="344564" y="312896"/>
                </a:lnTo>
                <a:lnTo>
                  <a:pt x="354922" y="295275"/>
                </a:lnTo>
                <a:lnTo>
                  <a:pt x="302387" y="295275"/>
                </a:lnTo>
                <a:lnTo>
                  <a:pt x="274667" y="257315"/>
                </a:lnTo>
                <a:lnTo>
                  <a:pt x="246173" y="226869"/>
                </a:lnTo>
                <a:lnTo>
                  <a:pt x="226017" y="211073"/>
                </a:lnTo>
                <a:close/>
              </a:path>
              <a:path w="441325" h="437514">
                <a:moveTo>
                  <a:pt x="441070" y="380491"/>
                </a:moveTo>
                <a:lnTo>
                  <a:pt x="430232" y="384252"/>
                </a:lnTo>
                <a:lnTo>
                  <a:pt x="420179" y="386953"/>
                </a:lnTo>
                <a:lnTo>
                  <a:pt x="410888" y="388582"/>
                </a:lnTo>
                <a:lnTo>
                  <a:pt x="402336" y="389127"/>
                </a:lnTo>
                <a:lnTo>
                  <a:pt x="441070" y="389127"/>
                </a:lnTo>
                <a:lnTo>
                  <a:pt x="441070" y="380491"/>
                </a:lnTo>
                <a:close/>
              </a:path>
              <a:path w="441325" h="437514">
                <a:moveTo>
                  <a:pt x="395477" y="99440"/>
                </a:moveTo>
                <a:lnTo>
                  <a:pt x="344677" y="99440"/>
                </a:lnTo>
                <a:lnTo>
                  <a:pt x="347085" y="109255"/>
                </a:lnTo>
                <a:lnTo>
                  <a:pt x="348789" y="119284"/>
                </a:lnTo>
                <a:lnTo>
                  <a:pt x="349803" y="129551"/>
                </a:lnTo>
                <a:lnTo>
                  <a:pt x="350138" y="140080"/>
                </a:lnTo>
                <a:lnTo>
                  <a:pt x="347160" y="183278"/>
                </a:lnTo>
                <a:lnTo>
                  <a:pt x="338216" y="223535"/>
                </a:lnTo>
                <a:lnTo>
                  <a:pt x="323296" y="260863"/>
                </a:lnTo>
                <a:lnTo>
                  <a:pt x="302387" y="295275"/>
                </a:lnTo>
                <a:lnTo>
                  <a:pt x="354922" y="295275"/>
                </a:lnTo>
                <a:lnTo>
                  <a:pt x="380872" y="238886"/>
                </a:lnTo>
                <a:lnTo>
                  <a:pt x="394874" y="187642"/>
                </a:lnTo>
                <a:lnTo>
                  <a:pt x="399474" y="140080"/>
                </a:lnTo>
                <a:lnTo>
                  <a:pt x="399478" y="136001"/>
                </a:lnTo>
                <a:lnTo>
                  <a:pt x="399282" y="127658"/>
                </a:lnTo>
                <a:lnTo>
                  <a:pt x="398532" y="117732"/>
                </a:lnTo>
                <a:lnTo>
                  <a:pt x="398406" y="116679"/>
                </a:lnTo>
                <a:lnTo>
                  <a:pt x="397238" y="108037"/>
                </a:lnTo>
                <a:lnTo>
                  <a:pt x="395477" y="99440"/>
                </a:lnTo>
                <a:close/>
              </a:path>
              <a:path w="441325" h="437514">
                <a:moveTo>
                  <a:pt x="252420" y="41528"/>
                </a:moveTo>
                <a:lnTo>
                  <a:pt x="161162" y="41528"/>
                </a:lnTo>
                <a:lnTo>
                  <a:pt x="172573" y="42431"/>
                </a:lnTo>
                <a:lnTo>
                  <a:pt x="183006" y="45132"/>
                </a:lnTo>
                <a:lnTo>
                  <a:pt x="213105" y="72659"/>
                </a:lnTo>
                <a:lnTo>
                  <a:pt x="217169" y="94487"/>
                </a:lnTo>
                <a:lnTo>
                  <a:pt x="212742" y="116679"/>
                </a:lnTo>
                <a:lnTo>
                  <a:pt x="199448" y="136016"/>
                </a:lnTo>
                <a:lnTo>
                  <a:pt x="177361" y="152441"/>
                </a:lnTo>
                <a:lnTo>
                  <a:pt x="146430" y="165988"/>
                </a:lnTo>
                <a:lnTo>
                  <a:pt x="226422" y="165988"/>
                </a:lnTo>
                <a:lnTo>
                  <a:pt x="246999" y="147510"/>
                </a:lnTo>
                <a:lnTo>
                  <a:pt x="262058" y="120888"/>
                </a:lnTo>
                <a:lnTo>
                  <a:pt x="267080" y="90169"/>
                </a:lnTo>
                <a:lnTo>
                  <a:pt x="265247" y="71024"/>
                </a:lnTo>
                <a:lnTo>
                  <a:pt x="259746" y="53784"/>
                </a:lnTo>
                <a:lnTo>
                  <a:pt x="252420" y="41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0214" y="3023997"/>
            <a:ext cx="230124" cy="19278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5553" y="2854452"/>
            <a:ext cx="129921" cy="136652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5982208" y="2819019"/>
            <a:ext cx="441325" cy="437515"/>
          </a:xfrm>
          <a:custGeom>
            <a:avLst/>
            <a:gdLst/>
            <a:ahLst/>
            <a:cxnLst/>
            <a:rect l="l" t="t" r="r" b="b"/>
            <a:pathLst>
              <a:path w="441325" h="437514">
                <a:moveTo>
                  <a:pt x="161162" y="0"/>
                </a:moveTo>
                <a:lnTo>
                  <a:pt x="203930" y="6270"/>
                </a:lnTo>
                <a:lnTo>
                  <a:pt x="237743" y="25018"/>
                </a:lnTo>
                <a:lnTo>
                  <a:pt x="265247" y="71024"/>
                </a:lnTo>
                <a:lnTo>
                  <a:pt x="267080" y="90169"/>
                </a:lnTo>
                <a:lnTo>
                  <a:pt x="262058" y="120888"/>
                </a:lnTo>
                <a:lnTo>
                  <a:pt x="246999" y="147510"/>
                </a:lnTo>
                <a:lnTo>
                  <a:pt x="221914" y="170037"/>
                </a:lnTo>
                <a:lnTo>
                  <a:pt x="186816" y="188467"/>
                </a:lnTo>
                <a:lnTo>
                  <a:pt x="216894" y="203924"/>
                </a:lnTo>
                <a:lnTo>
                  <a:pt x="246173" y="226869"/>
                </a:lnTo>
                <a:lnTo>
                  <a:pt x="274667" y="257315"/>
                </a:lnTo>
                <a:lnTo>
                  <a:pt x="302387" y="295275"/>
                </a:lnTo>
                <a:lnTo>
                  <a:pt x="323296" y="260863"/>
                </a:lnTo>
                <a:lnTo>
                  <a:pt x="338216" y="223535"/>
                </a:lnTo>
                <a:lnTo>
                  <a:pt x="347160" y="183278"/>
                </a:lnTo>
                <a:lnTo>
                  <a:pt x="350138" y="140080"/>
                </a:lnTo>
                <a:lnTo>
                  <a:pt x="349803" y="129551"/>
                </a:lnTo>
                <a:lnTo>
                  <a:pt x="348789" y="119284"/>
                </a:lnTo>
                <a:lnTo>
                  <a:pt x="347085" y="109255"/>
                </a:lnTo>
                <a:lnTo>
                  <a:pt x="344677" y="99440"/>
                </a:lnTo>
                <a:lnTo>
                  <a:pt x="395477" y="99440"/>
                </a:lnTo>
                <a:lnTo>
                  <a:pt x="397238" y="108037"/>
                </a:lnTo>
                <a:lnTo>
                  <a:pt x="398510" y="117443"/>
                </a:lnTo>
                <a:lnTo>
                  <a:pt x="399282" y="127658"/>
                </a:lnTo>
                <a:lnTo>
                  <a:pt x="399541" y="138683"/>
                </a:lnTo>
                <a:lnTo>
                  <a:pt x="398375" y="162877"/>
                </a:lnTo>
                <a:lnTo>
                  <a:pt x="389040" y="212978"/>
                </a:lnTo>
                <a:lnTo>
                  <a:pt x="370611" y="264509"/>
                </a:lnTo>
                <a:lnTo>
                  <a:pt x="344564" y="312896"/>
                </a:lnTo>
                <a:lnTo>
                  <a:pt x="328802" y="335660"/>
                </a:lnTo>
                <a:lnTo>
                  <a:pt x="339685" y="349875"/>
                </a:lnTo>
                <a:lnTo>
                  <a:pt x="366902" y="377825"/>
                </a:lnTo>
                <a:lnTo>
                  <a:pt x="402336" y="389127"/>
                </a:lnTo>
                <a:lnTo>
                  <a:pt x="410888" y="388582"/>
                </a:lnTo>
                <a:lnTo>
                  <a:pt x="420179" y="386953"/>
                </a:lnTo>
                <a:lnTo>
                  <a:pt x="430232" y="384252"/>
                </a:lnTo>
                <a:lnTo>
                  <a:pt x="441070" y="380491"/>
                </a:lnTo>
                <a:lnTo>
                  <a:pt x="441070" y="428243"/>
                </a:lnTo>
                <a:lnTo>
                  <a:pt x="429523" y="432077"/>
                </a:lnTo>
                <a:lnTo>
                  <a:pt x="417750" y="434816"/>
                </a:lnTo>
                <a:lnTo>
                  <a:pt x="405763" y="436459"/>
                </a:lnTo>
                <a:lnTo>
                  <a:pt x="393572" y="437006"/>
                </a:lnTo>
                <a:lnTo>
                  <a:pt x="381043" y="436246"/>
                </a:lnTo>
                <a:lnTo>
                  <a:pt x="336381" y="417179"/>
                </a:lnTo>
                <a:lnTo>
                  <a:pt x="297179" y="372744"/>
                </a:lnTo>
                <a:lnTo>
                  <a:pt x="264173" y="400841"/>
                </a:lnTo>
                <a:lnTo>
                  <a:pt x="227822" y="420925"/>
                </a:lnTo>
                <a:lnTo>
                  <a:pt x="188112" y="432984"/>
                </a:lnTo>
                <a:lnTo>
                  <a:pt x="145033" y="437006"/>
                </a:lnTo>
                <a:lnTo>
                  <a:pt x="113412" y="434961"/>
                </a:lnTo>
                <a:lnTo>
                  <a:pt x="60505" y="418629"/>
                </a:lnTo>
                <a:lnTo>
                  <a:pt x="22074" y="386459"/>
                </a:lnTo>
                <a:lnTo>
                  <a:pt x="2452" y="341449"/>
                </a:lnTo>
                <a:lnTo>
                  <a:pt x="0" y="314325"/>
                </a:lnTo>
                <a:lnTo>
                  <a:pt x="6143" y="273935"/>
                </a:lnTo>
                <a:lnTo>
                  <a:pt x="24574" y="239045"/>
                </a:lnTo>
                <a:lnTo>
                  <a:pt x="55292" y="209633"/>
                </a:lnTo>
                <a:lnTo>
                  <a:pt x="98297" y="185673"/>
                </a:lnTo>
                <a:lnTo>
                  <a:pt x="76795" y="166123"/>
                </a:lnTo>
                <a:lnTo>
                  <a:pt x="61436" y="144811"/>
                </a:lnTo>
                <a:lnTo>
                  <a:pt x="52220" y="121737"/>
                </a:lnTo>
                <a:lnTo>
                  <a:pt x="49149" y="96900"/>
                </a:lnTo>
                <a:lnTo>
                  <a:pt x="51077" y="75922"/>
                </a:lnTo>
                <a:lnTo>
                  <a:pt x="66508" y="40679"/>
                </a:lnTo>
                <a:lnTo>
                  <a:pt x="96654" y="14841"/>
                </a:lnTo>
                <a:lnTo>
                  <a:pt x="137231" y="1645"/>
                </a:lnTo>
                <a:lnTo>
                  <a:pt x="161162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12192000" y="0"/>
                </a:moveTo>
                <a:lnTo>
                  <a:pt x="0" y="0"/>
                </a:lnTo>
                <a:lnTo>
                  <a:pt x="0" y="685800"/>
                </a:lnTo>
                <a:lnTo>
                  <a:pt x="12192000" y="685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53199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347" y="864488"/>
            <a:ext cx="1191930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056" y="2731363"/>
            <a:ext cx="8939530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80200" y="1605924"/>
            <a:ext cx="8831599" cy="19819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" algn="ctr">
              <a:lnSpc>
                <a:spcPct val="100000"/>
              </a:lnSpc>
              <a:spcBef>
                <a:spcPts val="95"/>
              </a:spcBef>
            </a:pPr>
            <a:r>
              <a:rPr lang="en-US" spc="-25" dirty="0"/>
              <a:t>Creating ADT &amp; Introduction of 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8282" y="3587877"/>
            <a:ext cx="36277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3145">
              <a:lnSpc>
                <a:spcPct val="100000"/>
              </a:lnSpc>
              <a:spcBef>
                <a:spcPts val="100"/>
              </a:spcBef>
            </a:pPr>
            <a:r>
              <a:rPr lang="en-US" sz="2400" spc="-30" dirty="0">
                <a:latin typeface="Calibri" panose="020F0502020204030204"/>
                <a:cs typeface="Calibri" panose="020F0502020204030204"/>
              </a:rPr>
              <a:t>CSC1003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FE294-9424-0AC0-A1DE-3E28865D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47" y="908539"/>
            <a:ext cx="11919305" cy="430887"/>
          </a:xfrm>
        </p:spPr>
        <p:txBody>
          <a:bodyPr/>
          <a:lstStyle/>
          <a:p>
            <a:r>
              <a:rPr lang="en-US" altLang="zh-CN" dirty="0"/>
              <a:t>Static (reference only)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A9F254-AE1C-BEDA-CEDE-F489D0D9D021}"/>
              </a:ext>
            </a:extLst>
          </p:cNvPr>
          <p:cNvSpPr txBox="1"/>
          <p:nvPr/>
        </p:nvSpPr>
        <p:spPr>
          <a:xfrm>
            <a:off x="136347" y="1600200"/>
            <a:ext cx="55974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Static methods cannot call non-static members.</a:t>
            </a:r>
          </a:p>
          <a:p>
            <a:endParaRPr lang="en-US" altLang="zh-CN" dirty="0"/>
          </a:p>
          <a:p>
            <a:r>
              <a:rPr lang="en-US" altLang="zh-CN" dirty="0"/>
              <a:t>Static member variables and methods belong to the class.</a:t>
            </a:r>
          </a:p>
        </p:txBody>
      </p:sp>
      <p:pic>
        <p:nvPicPr>
          <p:cNvPr id="9" name="图片 8" descr="图片包含 表格&#10;&#10;AI 生成的内容可能不正确。">
            <a:extLst>
              <a:ext uri="{FF2B5EF4-FFF2-40B4-BE49-F238E27FC236}">
                <a16:creationId xmlns:a16="http://schemas.microsoft.com/office/drawing/2014/main" id="{E10234CD-ED74-EEA0-C90D-129E26658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555"/>
          <a:stretch>
            <a:fillRect/>
          </a:stretch>
        </p:blipFill>
        <p:spPr>
          <a:xfrm>
            <a:off x="272695" y="3367610"/>
            <a:ext cx="11356026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1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64E967-1D18-8C03-CB10-F74145FB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0200"/>
            <a:ext cx="915024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9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1ABFB9-CCFA-3DD4-D382-020B9D68F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0200"/>
            <a:ext cx="1108800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5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ABD4-3100-7A79-7291-3477C72F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062E-532C-5F16-BEBB-0A200EEE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47" y="864488"/>
            <a:ext cx="11919305" cy="430887"/>
          </a:xfrm>
        </p:spPr>
        <p:txBody>
          <a:bodyPr/>
          <a:lstStyle/>
          <a:p>
            <a:r>
              <a:rPr lang="en-US" altLang="zh-CN" dirty="0"/>
              <a:t>Keyword: this (reference only)</a:t>
            </a:r>
            <a:endParaRPr lang="zh-CN" altLang="en-US" dirty="0"/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D9144440-CDAD-91FF-6A80-E4009480A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2" t="25555" r="28527" b="27778"/>
          <a:stretch>
            <a:fillRect/>
          </a:stretch>
        </p:blipFill>
        <p:spPr>
          <a:xfrm>
            <a:off x="152400" y="2209800"/>
            <a:ext cx="5334001" cy="32004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71A77EE-9EF0-6AD7-5EC1-BAE9B7B8721E}"/>
              </a:ext>
            </a:extLst>
          </p:cNvPr>
          <p:cNvSpPr/>
          <p:nvPr/>
        </p:nvSpPr>
        <p:spPr>
          <a:xfrm>
            <a:off x="457200" y="2590800"/>
            <a:ext cx="304800" cy="609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D875C2-25B1-8C20-605E-518FB0AA9720}"/>
              </a:ext>
            </a:extLst>
          </p:cNvPr>
          <p:cNvSpPr txBox="1"/>
          <p:nvPr/>
        </p:nvSpPr>
        <p:spPr>
          <a:xfrm>
            <a:off x="6019800" y="2057400"/>
            <a:ext cx="3410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Sometimes we can also write it as:</a:t>
            </a: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B22DA0-F34A-B267-342C-F0DE89736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048000"/>
            <a:ext cx="489011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2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10B0A-8DEB-AFF4-C03C-46D61301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47" y="864488"/>
            <a:ext cx="11919305" cy="430887"/>
          </a:xfrm>
        </p:spPr>
        <p:txBody>
          <a:bodyPr/>
          <a:lstStyle/>
          <a:p>
            <a:r>
              <a:rPr lang="en-US" altLang="zh-CN" dirty="0"/>
              <a:t>Encapsulation(reference only)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534D2F-2743-2600-E4ED-9EB1F0480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056" y="1676400"/>
            <a:ext cx="8939530" cy="923330"/>
          </a:xfrm>
        </p:spPr>
        <p:txBody>
          <a:bodyPr/>
          <a:lstStyle/>
          <a:p>
            <a:r>
              <a:rPr lang="en-US" altLang="zh-CN" dirty="0"/>
              <a:t>Public: accessible from any other class</a:t>
            </a:r>
          </a:p>
          <a:p>
            <a:r>
              <a:rPr lang="en-US" altLang="zh-CN" dirty="0"/>
              <a:t>Private: accessible only within the class they are declared in</a:t>
            </a:r>
          </a:p>
          <a:p>
            <a:r>
              <a:rPr lang="en-US" altLang="zh-CN" dirty="0"/>
              <a:t>Final: can’t be modified, needs initialization</a:t>
            </a:r>
          </a:p>
        </p:txBody>
      </p:sp>
      <p:pic>
        <p:nvPicPr>
          <p:cNvPr id="4" name="图片 3" descr="图片包含 表格&#10;&#10;AI 生成的内容可能不正确。">
            <a:extLst>
              <a:ext uri="{FF2B5EF4-FFF2-40B4-BE49-F238E27FC236}">
                <a16:creationId xmlns:a16="http://schemas.microsoft.com/office/drawing/2014/main" id="{FB0294BF-11A0-BEB2-C269-C6355E687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555"/>
          <a:stretch>
            <a:fillRect/>
          </a:stretch>
        </p:blipFill>
        <p:spPr>
          <a:xfrm>
            <a:off x="175056" y="2743200"/>
            <a:ext cx="11356026" cy="1676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BD2050C-07E4-460D-7956-64C0A5EE67B5}"/>
              </a:ext>
            </a:extLst>
          </p:cNvPr>
          <p:cNvSpPr/>
          <p:nvPr/>
        </p:nvSpPr>
        <p:spPr>
          <a:xfrm>
            <a:off x="2971800" y="3810000"/>
            <a:ext cx="1219200" cy="7530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5E854D-0DB0-E0A4-0C07-E280B1CA3DCE}"/>
              </a:ext>
            </a:extLst>
          </p:cNvPr>
          <p:cNvSpPr txBox="1"/>
          <p:nvPr/>
        </p:nvSpPr>
        <p:spPr>
          <a:xfrm>
            <a:off x="228600" y="4876800"/>
            <a:ext cx="345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Q:Why do we need encapsulation?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769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62402-2B04-D2DB-564B-11B2E509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939530" cy="301621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Polymorphism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Abstraction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Learn more in CSC1004!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7075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C1C86-E5F9-F6A9-B4AD-43D16228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47" y="864488"/>
            <a:ext cx="11919305" cy="430887"/>
          </a:xfrm>
        </p:spPr>
        <p:txBody>
          <a:bodyPr/>
          <a:lstStyle/>
          <a:p>
            <a:r>
              <a:rPr lang="en-US" altLang="zh-CN" dirty="0"/>
              <a:t>Sample: Creating Points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5FADE-5B16-88F3-37A3-CDDE1E1B7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696" y="1524000"/>
            <a:ext cx="9910704" cy="2154436"/>
          </a:xfrm>
        </p:spPr>
        <p:txBody>
          <a:bodyPr/>
          <a:lstStyle/>
          <a:p>
            <a:r>
              <a:rPr lang="en-US" altLang="zh-CN" dirty="0"/>
              <a:t>Requirements: Creating ADT called Point, where you should create methods including:</a:t>
            </a:r>
          </a:p>
          <a:p>
            <a:endParaRPr lang="en-US" altLang="zh-CN" dirty="0"/>
          </a:p>
          <a:p>
            <a:r>
              <a:rPr lang="en-US" altLang="zh-CN" dirty="0"/>
              <a:t>1.getX() and </a:t>
            </a:r>
            <a:r>
              <a:rPr lang="en-US" altLang="zh-CN" dirty="0" err="1"/>
              <a:t>getY</a:t>
            </a:r>
            <a:r>
              <a:rPr lang="en-US" altLang="zh-CN" dirty="0"/>
              <a:t>().</a:t>
            </a:r>
          </a:p>
          <a:p>
            <a:r>
              <a:rPr lang="en-US" altLang="zh-CN" dirty="0"/>
              <a:t>2.coordinate, which should return its coordinate in the form of “x=…,y=,,,”.</a:t>
            </a:r>
          </a:p>
          <a:p>
            <a:r>
              <a:rPr lang="en-US" altLang="zh-CN" dirty="0"/>
              <a:t>3.tan, which should return the slope of the line created by two points(if valid).</a:t>
            </a:r>
          </a:p>
          <a:p>
            <a:r>
              <a:rPr lang="en-US" altLang="zh-CN" dirty="0"/>
              <a:t>4.distance, which should return the distance between two points.</a:t>
            </a:r>
          </a:p>
          <a:p>
            <a:r>
              <a:rPr lang="en-US" altLang="zh-CN" dirty="0"/>
              <a:t>5.area, which should return the area of a triangle created by three points(if valid).</a:t>
            </a:r>
          </a:p>
        </p:txBody>
      </p:sp>
    </p:spTree>
    <p:extLst>
      <p:ext uri="{BB962C8B-B14F-4D97-AF65-F5344CB8AC3E}">
        <p14:creationId xmlns:p14="http://schemas.microsoft.com/office/powerpoint/2010/main" val="451349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91FAC2-6722-F11C-EC31-AB45885F0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762000"/>
            <a:ext cx="4724643" cy="57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20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189</Words>
  <Application>Microsoft Office PowerPoint</Application>
  <PresentationFormat>宽屏</PresentationFormat>
  <Paragraphs>28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 MT</vt:lpstr>
      <vt:lpstr>等线</vt:lpstr>
      <vt:lpstr>Arial</vt:lpstr>
      <vt:lpstr>Calibri</vt:lpstr>
      <vt:lpstr>Office Theme</vt:lpstr>
      <vt:lpstr>Creating ADT &amp; Introduction of OOP</vt:lpstr>
      <vt:lpstr>Static (reference only)</vt:lpstr>
      <vt:lpstr>PowerPoint 演示文稿</vt:lpstr>
      <vt:lpstr>PowerPoint 演示文稿</vt:lpstr>
      <vt:lpstr>Keyword: this (reference only)</vt:lpstr>
      <vt:lpstr>Encapsulation(reference only)</vt:lpstr>
      <vt:lpstr>PowerPoint 演示文稿</vt:lpstr>
      <vt:lpstr>Sample: Creating Points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Mengkang Li</dc:creator>
  <cp:lastModifiedBy>Qianrong Huang (SDS,124090221)</cp:lastModifiedBy>
  <cp:revision>44</cp:revision>
  <dcterms:created xsi:type="dcterms:W3CDTF">2024-03-10T13:18:00Z</dcterms:created>
  <dcterms:modified xsi:type="dcterms:W3CDTF">2025-11-25T11:11:55Z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2023-11-14T08:00:00Z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2024-03-10T08:00:00Z</vt:filetime>
  </property>
  <property fmtid="{D5CDD505-2E9C-101B-9397-08002B2CF9AE}" pid="5" name="ICV">
    <vt:lpwstr>31C3F19FA8624ED5964410002227DDFC_13</vt:lpwstr>
  </property>
  <property fmtid="{D5CDD505-2E9C-101B-9397-08002B2CF9AE}" pid="6" name="KSOProductBuildVer">
    <vt:lpwstr>2052-12.1.0.23542</vt:lpwstr>
  </property>
</Properties>
</file>