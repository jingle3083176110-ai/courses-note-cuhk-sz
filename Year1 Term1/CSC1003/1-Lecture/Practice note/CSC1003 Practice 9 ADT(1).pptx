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6" r:id="rId3"/>
    <p:sldId id="279" r:id="rId4"/>
    <p:sldId id="282" r:id="rId5"/>
    <p:sldId id="280" r:id="rId6"/>
    <p:sldId id="281" r:id="rId7"/>
    <p:sldId id="283" r:id="rId8"/>
    <p:sldId id="277" r:id="rId9"/>
    <p:sldId id="278" r:id="rId10"/>
    <p:sldId id="268" r:id="rId11"/>
    <p:sldId id="274" r:id="rId12"/>
    <p:sldId id="267" r:id="rId13"/>
  </p:sldIdLst>
  <p:sldSz cx="12192000" cy="6858000"/>
  <p:notesSz cx="12192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howGuides="1">
      <p:cViewPr varScale="1">
        <p:scale>
          <a:sx n="70" d="100"/>
          <a:sy n="70" d="100"/>
        </p:scale>
        <p:origin x="321" y="4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454398" y="2122754"/>
            <a:ext cx="3283203" cy="1000760"/>
          </a:xfrm>
          <a:prstGeom prst="rect">
            <a:avLst/>
          </a:prstGeom>
        </p:spPr>
        <p:txBody>
          <a:bodyPr wrap="square" lIns="0" tIns="0" rIns="0" bIns="0">
            <a:spAutoFit/>
          </a:bodyPr>
          <a:lstStyle>
            <a:lvl1pPr>
              <a:defRPr sz="6400" b="1"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panose="020B0604020202020204"/>
                <a:cs typeface="Arial" panose="020B060402020202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
          </a:xfrm>
          <a:custGeom>
            <a:avLst/>
            <a:gdLst/>
            <a:ahLst/>
            <a:cxnLst/>
            <a:rect l="l" t="t" r="r" b="b"/>
            <a:pathLst>
              <a:path w="12192000" h="685800">
                <a:moveTo>
                  <a:pt x="12192000" y="0"/>
                </a:moveTo>
                <a:lnTo>
                  <a:pt x="0" y="0"/>
                </a:lnTo>
                <a:lnTo>
                  <a:pt x="0" y="685800"/>
                </a:lnTo>
                <a:lnTo>
                  <a:pt x="12192000" y="685800"/>
                </a:lnTo>
                <a:lnTo>
                  <a:pt x="12192000" y="0"/>
                </a:lnTo>
                <a:close/>
              </a:path>
            </a:pathLst>
          </a:custGeom>
          <a:solidFill>
            <a:srgbClr val="B4C6E7"/>
          </a:solidFill>
        </p:spPr>
        <p:txBody>
          <a:bodyPr wrap="square" lIns="0" tIns="0" rIns="0" bIns="0" rtlCol="0"/>
          <a:lstStyle/>
          <a:p>
            <a:endParaRPr/>
          </a:p>
        </p:txBody>
      </p:sp>
      <p:sp>
        <p:nvSpPr>
          <p:cNvPr id="17" name="bg object 17"/>
          <p:cNvSpPr/>
          <p:nvPr/>
        </p:nvSpPr>
        <p:spPr>
          <a:xfrm>
            <a:off x="0" y="6553199"/>
            <a:ext cx="12192000" cy="304800"/>
          </a:xfrm>
          <a:custGeom>
            <a:avLst/>
            <a:gdLst/>
            <a:ahLst/>
            <a:cxnLst/>
            <a:rect l="l" t="t" r="r" b="b"/>
            <a:pathLst>
              <a:path w="12192000" h="304800">
                <a:moveTo>
                  <a:pt x="12192000" y="0"/>
                </a:moveTo>
                <a:lnTo>
                  <a:pt x="0" y="0"/>
                </a:lnTo>
                <a:lnTo>
                  <a:pt x="0" y="304800"/>
                </a:lnTo>
                <a:lnTo>
                  <a:pt x="12192000" y="304800"/>
                </a:lnTo>
                <a:lnTo>
                  <a:pt x="12192000" y="0"/>
                </a:lnTo>
                <a:close/>
              </a:path>
            </a:pathLst>
          </a:custGeom>
          <a:solidFill>
            <a:srgbClr val="B4C6E7"/>
          </a:solidFill>
        </p:spPr>
        <p:txBody>
          <a:bodyPr wrap="square" lIns="0" tIns="0" rIns="0" bIns="0" rtlCol="0"/>
          <a:lstStyle/>
          <a:p>
            <a:endParaRPr/>
          </a:p>
        </p:txBody>
      </p:sp>
      <p:sp>
        <p:nvSpPr>
          <p:cNvPr id="18" name="bg object 18"/>
          <p:cNvSpPr/>
          <p:nvPr/>
        </p:nvSpPr>
        <p:spPr>
          <a:xfrm>
            <a:off x="6459093" y="2867279"/>
            <a:ext cx="381000" cy="423545"/>
          </a:xfrm>
          <a:custGeom>
            <a:avLst/>
            <a:gdLst/>
            <a:ahLst/>
            <a:cxnLst/>
            <a:rect l="l" t="t" r="r" b="b"/>
            <a:pathLst>
              <a:path w="381000" h="423545">
                <a:moveTo>
                  <a:pt x="219583" y="0"/>
                </a:moveTo>
                <a:lnTo>
                  <a:pt x="161162" y="0"/>
                </a:lnTo>
                <a:lnTo>
                  <a:pt x="0" y="423037"/>
                </a:lnTo>
                <a:lnTo>
                  <a:pt x="60325" y="423037"/>
                </a:lnTo>
                <a:lnTo>
                  <a:pt x="101091" y="307213"/>
                </a:lnTo>
                <a:lnTo>
                  <a:pt x="336620" y="307213"/>
                </a:lnTo>
                <a:lnTo>
                  <a:pt x="318428" y="259461"/>
                </a:lnTo>
                <a:lnTo>
                  <a:pt x="118237" y="259461"/>
                </a:lnTo>
                <a:lnTo>
                  <a:pt x="181610" y="83566"/>
                </a:lnTo>
                <a:lnTo>
                  <a:pt x="183467" y="77801"/>
                </a:lnTo>
                <a:lnTo>
                  <a:pt x="185229" y="70977"/>
                </a:lnTo>
                <a:lnTo>
                  <a:pt x="186896" y="63081"/>
                </a:lnTo>
                <a:lnTo>
                  <a:pt x="188467" y="54101"/>
                </a:lnTo>
                <a:lnTo>
                  <a:pt x="240194" y="54101"/>
                </a:lnTo>
                <a:lnTo>
                  <a:pt x="219583" y="0"/>
                </a:lnTo>
                <a:close/>
              </a:path>
              <a:path w="381000" h="423545">
                <a:moveTo>
                  <a:pt x="336620" y="307213"/>
                </a:moveTo>
                <a:lnTo>
                  <a:pt x="277240" y="307213"/>
                </a:lnTo>
                <a:lnTo>
                  <a:pt x="320293" y="423037"/>
                </a:lnTo>
                <a:lnTo>
                  <a:pt x="380746" y="423037"/>
                </a:lnTo>
                <a:lnTo>
                  <a:pt x="336620" y="307213"/>
                </a:lnTo>
                <a:close/>
              </a:path>
              <a:path w="381000" h="423545">
                <a:moveTo>
                  <a:pt x="240194" y="54101"/>
                </a:moveTo>
                <a:lnTo>
                  <a:pt x="189737" y="54101"/>
                </a:lnTo>
                <a:lnTo>
                  <a:pt x="191502" y="63813"/>
                </a:lnTo>
                <a:lnTo>
                  <a:pt x="193182" y="71977"/>
                </a:lnTo>
                <a:lnTo>
                  <a:pt x="194792" y="78569"/>
                </a:lnTo>
                <a:lnTo>
                  <a:pt x="196341" y="83566"/>
                </a:lnTo>
                <a:lnTo>
                  <a:pt x="260223" y="259461"/>
                </a:lnTo>
                <a:lnTo>
                  <a:pt x="318428" y="259461"/>
                </a:lnTo>
                <a:lnTo>
                  <a:pt x="240194" y="54101"/>
                </a:lnTo>
                <a:close/>
              </a:path>
            </a:pathLst>
          </a:custGeom>
          <a:solidFill>
            <a:srgbClr val="000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6571234" y="2915285"/>
            <a:ext cx="154178" cy="217551"/>
          </a:xfrm>
          <a:prstGeom prst="rect">
            <a:avLst/>
          </a:prstGeom>
        </p:spPr>
      </p:pic>
      <p:sp>
        <p:nvSpPr>
          <p:cNvPr id="20" name="bg object 20"/>
          <p:cNvSpPr/>
          <p:nvPr/>
        </p:nvSpPr>
        <p:spPr>
          <a:xfrm>
            <a:off x="6459093" y="2867279"/>
            <a:ext cx="381000" cy="423545"/>
          </a:xfrm>
          <a:custGeom>
            <a:avLst/>
            <a:gdLst/>
            <a:ahLst/>
            <a:cxnLst/>
            <a:rect l="l" t="t" r="r" b="b"/>
            <a:pathLst>
              <a:path w="381000" h="423545">
                <a:moveTo>
                  <a:pt x="161162" y="0"/>
                </a:moveTo>
                <a:lnTo>
                  <a:pt x="219583" y="0"/>
                </a:lnTo>
                <a:lnTo>
                  <a:pt x="380746" y="423037"/>
                </a:lnTo>
                <a:lnTo>
                  <a:pt x="320293" y="423037"/>
                </a:lnTo>
                <a:lnTo>
                  <a:pt x="277240" y="307213"/>
                </a:lnTo>
                <a:lnTo>
                  <a:pt x="101091" y="307213"/>
                </a:lnTo>
                <a:lnTo>
                  <a:pt x="60325" y="423037"/>
                </a:lnTo>
                <a:lnTo>
                  <a:pt x="0" y="423037"/>
                </a:lnTo>
                <a:lnTo>
                  <a:pt x="161162" y="0"/>
                </a:lnTo>
                <a:close/>
              </a:path>
            </a:pathLst>
          </a:custGeom>
          <a:ln w="12192">
            <a:solidFill>
              <a:srgbClr val="000000"/>
            </a:solidFill>
          </a:ln>
        </p:spPr>
        <p:txBody>
          <a:bodyPr wrap="square" lIns="0" tIns="0" rIns="0" bIns="0" rtlCol="0"/>
          <a:lstStyle/>
          <a:p>
            <a:endParaRPr/>
          </a:p>
        </p:txBody>
      </p:sp>
      <p:sp>
        <p:nvSpPr>
          <p:cNvPr id="21" name="bg object 21"/>
          <p:cNvSpPr/>
          <p:nvPr/>
        </p:nvSpPr>
        <p:spPr>
          <a:xfrm>
            <a:off x="5520055" y="2819019"/>
            <a:ext cx="436880" cy="487680"/>
          </a:xfrm>
          <a:custGeom>
            <a:avLst/>
            <a:gdLst/>
            <a:ahLst/>
            <a:cxnLst/>
            <a:rect l="l" t="t" r="r" b="b"/>
            <a:pathLst>
              <a:path w="436879" h="487679">
                <a:moveTo>
                  <a:pt x="354059" y="427735"/>
                </a:moveTo>
                <a:lnTo>
                  <a:pt x="266700" y="427735"/>
                </a:lnTo>
                <a:lnTo>
                  <a:pt x="347091" y="487171"/>
                </a:lnTo>
                <a:lnTo>
                  <a:pt x="436880" y="487171"/>
                </a:lnTo>
                <a:lnTo>
                  <a:pt x="354059" y="427735"/>
                </a:lnTo>
                <a:close/>
              </a:path>
              <a:path w="436879" h="487679">
                <a:moveTo>
                  <a:pt x="205612" y="0"/>
                </a:moveTo>
                <a:lnTo>
                  <a:pt x="160653" y="3786"/>
                </a:lnTo>
                <a:lnTo>
                  <a:pt x="120634" y="15144"/>
                </a:lnTo>
                <a:lnTo>
                  <a:pt x="85544" y="34075"/>
                </a:lnTo>
                <a:lnTo>
                  <a:pt x="55372" y="60578"/>
                </a:lnTo>
                <a:lnTo>
                  <a:pt x="31128" y="93559"/>
                </a:lnTo>
                <a:lnTo>
                  <a:pt x="13827" y="131730"/>
                </a:lnTo>
                <a:lnTo>
                  <a:pt x="3454" y="175093"/>
                </a:lnTo>
                <a:lnTo>
                  <a:pt x="0" y="223646"/>
                </a:lnTo>
                <a:lnTo>
                  <a:pt x="3383" y="268938"/>
                </a:lnTo>
                <a:lnTo>
                  <a:pt x="13541" y="309752"/>
                </a:lnTo>
                <a:lnTo>
                  <a:pt x="30485" y="346090"/>
                </a:lnTo>
                <a:lnTo>
                  <a:pt x="54229" y="377951"/>
                </a:lnTo>
                <a:lnTo>
                  <a:pt x="83687" y="403881"/>
                </a:lnTo>
                <a:lnTo>
                  <a:pt x="117586" y="422417"/>
                </a:lnTo>
                <a:lnTo>
                  <a:pt x="155938" y="433548"/>
                </a:lnTo>
                <a:lnTo>
                  <a:pt x="198755" y="437260"/>
                </a:lnTo>
                <a:lnTo>
                  <a:pt x="216854" y="436665"/>
                </a:lnTo>
                <a:lnTo>
                  <a:pt x="234203" y="434879"/>
                </a:lnTo>
                <a:lnTo>
                  <a:pt x="250815" y="431903"/>
                </a:lnTo>
                <a:lnTo>
                  <a:pt x="266700" y="427735"/>
                </a:lnTo>
                <a:lnTo>
                  <a:pt x="354059" y="427735"/>
                </a:lnTo>
                <a:lnTo>
                  <a:pt x="318135" y="401954"/>
                </a:lnTo>
                <a:lnTo>
                  <a:pt x="325520" y="396313"/>
                </a:lnTo>
                <a:lnTo>
                  <a:pt x="332644" y="390255"/>
                </a:lnTo>
                <a:lnTo>
                  <a:pt x="334386" y="388619"/>
                </a:lnTo>
                <a:lnTo>
                  <a:pt x="198755" y="388619"/>
                </a:lnTo>
                <a:lnTo>
                  <a:pt x="168707" y="385736"/>
                </a:lnTo>
                <a:lnTo>
                  <a:pt x="117566" y="362634"/>
                </a:lnTo>
                <a:lnTo>
                  <a:pt x="79351" y="317341"/>
                </a:lnTo>
                <a:lnTo>
                  <a:pt x="59729" y="255809"/>
                </a:lnTo>
                <a:lnTo>
                  <a:pt x="57277" y="219328"/>
                </a:lnTo>
                <a:lnTo>
                  <a:pt x="59779" y="183060"/>
                </a:lnTo>
                <a:lnTo>
                  <a:pt x="79833" y="121477"/>
                </a:lnTo>
                <a:lnTo>
                  <a:pt x="119032" y="75563"/>
                </a:lnTo>
                <a:lnTo>
                  <a:pt x="171471" y="52079"/>
                </a:lnTo>
                <a:lnTo>
                  <a:pt x="202311" y="49148"/>
                </a:lnTo>
                <a:lnTo>
                  <a:pt x="336226" y="49148"/>
                </a:lnTo>
                <a:lnTo>
                  <a:pt x="318573" y="33379"/>
                </a:lnTo>
                <a:lnTo>
                  <a:pt x="285226" y="14843"/>
                </a:lnTo>
                <a:lnTo>
                  <a:pt x="247568" y="3712"/>
                </a:lnTo>
                <a:lnTo>
                  <a:pt x="205612" y="0"/>
                </a:lnTo>
                <a:close/>
              </a:path>
              <a:path w="436879" h="487679">
                <a:moveTo>
                  <a:pt x="336226" y="49148"/>
                </a:moveTo>
                <a:lnTo>
                  <a:pt x="202311" y="49148"/>
                </a:lnTo>
                <a:lnTo>
                  <a:pt x="233433" y="51935"/>
                </a:lnTo>
                <a:lnTo>
                  <a:pt x="261080" y="60293"/>
                </a:lnTo>
                <a:lnTo>
                  <a:pt x="305943" y="93725"/>
                </a:lnTo>
                <a:lnTo>
                  <a:pt x="334343" y="147526"/>
                </a:lnTo>
                <a:lnTo>
                  <a:pt x="343789" y="220090"/>
                </a:lnTo>
                <a:lnTo>
                  <a:pt x="341364" y="257786"/>
                </a:lnTo>
                <a:lnTo>
                  <a:pt x="322036" y="319889"/>
                </a:lnTo>
                <a:lnTo>
                  <a:pt x="284033" y="363706"/>
                </a:lnTo>
                <a:lnTo>
                  <a:pt x="230832" y="385855"/>
                </a:lnTo>
                <a:lnTo>
                  <a:pt x="198755" y="388619"/>
                </a:lnTo>
                <a:lnTo>
                  <a:pt x="334386" y="388619"/>
                </a:lnTo>
                <a:lnTo>
                  <a:pt x="370371" y="344076"/>
                </a:lnTo>
                <a:lnTo>
                  <a:pt x="387635" y="305895"/>
                </a:lnTo>
                <a:lnTo>
                  <a:pt x="397994" y="262403"/>
                </a:lnTo>
                <a:lnTo>
                  <a:pt x="401447" y="213613"/>
                </a:lnTo>
                <a:lnTo>
                  <a:pt x="398069" y="168322"/>
                </a:lnTo>
                <a:lnTo>
                  <a:pt x="387953" y="127507"/>
                </a:lnTo>
                <a:lnTo>
                  <a:pt x="371121" y="91170"/>
                </a:lnTo>
                <a:lnTo>
                  <a:pt x="347599" y="59308"/>
                </a:lnTo>
                <a:lnTo>
                  <a:pt x="336226" y="49148"/>
                </a:lnTo>
                <a:close/>
              </a:path>
            </a:pathLst>
          </a:custGeom>
          <a:solidFill>
            <a:srgbClr val="000000"/>
          </a:solidFill>
        </p:spPr>
        <p:txBody>
          <a:bodyPr wrap="square" lIns="0" tIns="0" rIns="0" bIns="0" rtlCol="0"/>
          <a:lstStyle/>
          <a:p>
            <a:endParaRPr/>
          </a:p>
        </p:txBody>
      </p:sp>
      <p:sp>
        <p:nvSpPr>
          <p:cNvPr id="22" name="bg object 22"/>
          <p:cNvSpPr/>
          <p:nvPr/>
        </p:nvSpPr>
        <p:spPr>
          <a:xfrm>
            <a:off x="5520055" y="2819019"/>
            <a:ext cx="436880" cy="487680"/>
          </a:xfrm>
          <a:custGeom>
            <a:avLst/>
            <a:gdLst/>
            <a:ahLst/>
            <a:cxnLst/>
            <a:rect l="l" t="t" r="r" b="b"/>
            <a:pathLst>
              <a:path w="436879" h="487679">
                <a:moveTo>
                  <a:pt x="202311" y="49148"/>
                </a:moveTo>
                <a:lnTo>
                  <a:pt x="143716" y="60880"/>
                </a:lnTo>
                <a:lnTo>
                  <a:pt x="97409" y="96138"/>
                </a:lnTo>
                <a:lnTo>
                  <a:pt x="67294" y="150447"/>
                </a:lnTo>
                <a:lnTo>
                  <a:pt x="57277" y="219328"/>
                </a:lnTo>
                <a:lnTo>
                  <a:pt x="59729" y="255809"/>
                </a:lnTo>
                <a:lnTo>
                  <a:pt x="79351" y="317341"/>
                </a:lnTo>
                <a:lnTo>
                  <a:pt x="117566" y="362634"/>
                </a:lnTo>
                <a:lnTo>
                  <a:pt x="168707" y="385736"/>
                </a:lnTo>
                <a:lnTo>
                  <a:pt x="198755" y="388619"/>
                </a:lnTo>
                <a:lnTo>
                  <a:pt x="230832" y="385855"/>
                </a:lnTo>
                <a:lnTo>
                  <a:pt x="284033" y="363706"/>
                </a:lnTo>
                <a:lnTo>
                  <a:pt x="322036" y="319889"/>
                </a:lnTo>
                <a:lnTo>
                  <a:pt x="341364" y="257786"/>
                </a:lnTo>
                <a:lnTo>
                  <a:pt x="343789" y="220090"/>
                </a:lnTo>
                <a:lnTo>
                  <a:pt x="341429" y="181469"/>
                </a:lnTo>
                <a:lnTo>
                  <a:pt x="322518" y="118274"/>
                </a:lnTo>
                <a:lnTo>
                  <a:pt x="285249" y="74223"/>
                </a:lnTo>
                <a:lnTo>
                  <a:pt x="233433" y="51935"/>
                </a:lnTo>
                <a:lnTo>
                  <a:pt x="202311" y="49148"/>
                </a:lnTo>
                <a:close/>
              </a:path>
              <a:path w="436879" h="487679">
                <a:moveTo>
                  <a:pt x="205612" y="0"/>
                </a:moveTo>
                <a:lnTo>
                  <a:pt x="247568" y="3712"/>
                </a:lnTo>
                <a:lnTo>
                  <a:pt x="285226" y="14843"/>
                </a:lnTo>
                <a:lnTo>
                  <a:pt x="318573" y="33379"/>
                </a:lnTo>
                <a:lnTo>
                  <a:pt x="347599" y="59308"/>
                </a:lnTo>
                <a:lnTo>
                  <a:pt x="371121" y="91170"/>
                </a:lnTo>
                <a:lnTo>
                  <a:pt x="387953" y="127507"/>
                </a:lnTo>
                <a:lnTo>
                  <a:pt x="398069" y="168322"/>
                </a:lnTo>
                <a:lnTo>
                  <a:pt x="401447" y="213613"/>
                </a:lnTo>
                <a:lnTo>
                  <a:pt x="397994" y="262403"/>
                </a:lnTo>
                <a:lnTo>
                  <a:pt x="387635" y="305895"/>
                </a:lnTo>
                <a:lnTo>
                  <a:pt x="370371" y="344076"/>
                </a:lnTo>
                <a:lnTo>
                  <a:pt x="346202" y="376935"/>
                </a:lnTo>
                <a:lnTo>
                  <a:pt x="318135" y="401954"/>
                </a:lnTo>
                <a:lnTo>
                  <a:pt x="436880" y="487171"/>
                </a:lnTo>
                <a:lnTo>
                  <a:pt x="347091" y="487171"/>
                </a:lnTo>
                <a:lnTo>
                  <a:pt x="266700" y="427735"/>
                </a:lnTo>
                <a:lnTo>
                  <a:pt x="250815" y="431903"/>
                </a:lnTo>
                <a:lnTo>
                  <a:pt x="234203" y="434879"/>
                </a:lnTo>
                <a:lnTo>
                  <a:pt x="216854" y="436665"/>
                </a:lnTo>
                <a:lnTo>
                  <a:pt x="198755" y="437260"/>
                </a:lnTo>
                <a:lnTo>
                  <a:pt x="155938" y="433548"/>
                </a:lnTo>
                <a:lnTo>
                  <a:pt x="117586" y="422417"/>
                </a:lnTo>
                <a:lnTo>
                  <a:pt x="83687" y="403881"/>
                </a:lnTo>
                <a:lnTo>
                  <a:pt x="54229" y="377951"/>
                </a:lnTo>
                <a:lnTo>
                  <a:pt x="30485" y="346090"/>
                </a:lnTo>
                <a:lnTo>
                  <a:pt x="13541" y="309752"/>
                </a:lnTo>
                <a:lnTo>
                  <a:pt x="3383" y="268938"/>
                </a:lnTo>
                <a:lnTo>
                  <a:pt x="0" y="223646"/>
                </a:lnTo>
                <a:lnTo>
                  <a:pt x="3454" y="175093"/>
                </a:lnTo>
                <a:lnTo>
                  <a:pt x="13827" y="131730"/>
                </a:lnTo>
                <a:lnTo>
                  <a:pt x="31128" y="93559"/>
                </a:lnTo>
                <a:lnTo>
                  <a:pt x="55372" y="60578"/>
                </a:lnTo>
                <a:lnTo>
                  <a:pt x="85544" y="34075"/>
                </a:lnTo>
                <a:lnTo>
                  <a:pt x="120634" y="15144"/>
                </a:lnTo>
                <a:lnTo>
                  <a:pt x="160653" y="3786"/>
                </a:lnTo>
                <a:lnTo>
                  <a:pt x="205612" y="0"/>
                </a:lnTo>
                <a:close/>
              </a:path>
            </a:pathLst>
          </a:custGeom>
          <a:ln w="12192">
            <a:solidFill>
              <a:srgbClr val="000000"/>
            </a:solidFill>
          </a:ln>
        </p:spPr>
        <p:txBody>
          <a:bodyPr wrap="square" lIns="0" tIns="0" rIns="0" bIns="0" rtlCol="0"/>
          <a:lstStyle/>
          <a:p>
            <a:endParaRPr/>
          </a:p>
        </p:txBody>
      </p:sp>
      <p:sp>
        <p:nvSpPr>
          <p:cNvPr id="23" name="bg object 23"/>
          <p:cNvSpPr/>
          <p:nvPr/>
        </p:nvSpPr>
        <p:spPr>
          <a:xfrm>
            <a:off x="5982208" y="2819019"/>
            <a:ext cx="441325" cy="437515"/>
          </a:xfrm>
          <a:custGeom>
            <a:avLst/>
            <a:gdLst/>
            <a:ahLst/>
            <a:cxnLst/>
            <a:rect l="l" t="t" r="r" b="b"/>
            <a:pathLst>
              <a:path w="441325" h="437514">
                <a:moveTo>
                  <a:pt x="161162" y="0"/>
                </a:moveTo>
                <a:lnTo>
                  <a:pt x="115728" y="6588"/>
                </a:lnTo>
                <a:lnTo>
                  <a:pt x="80009" y="26415"/>
                </a:lnTo>
                <a:lnTo>
                  <a:pt x="56864" y="57181"/>
                </a:lnTo>
                <a:lnTo>
                  <a:pt x="49149" y="96900"/>
                </a:lnTo>
                <a:lnTo>
                  <a:pt x="52220" y="121737"/>
                </a:lnTo>
                <a:lnTo>
                  <a:pt x="61436" y="144811"/>
                </a:lnTo>
                <a:lnTo>
                  <a:pt x="76795" y="166123"/>
                </a:lnTo>
                <a:lnTo>
                  <a:pt x="98297" y="185673"/>
                </a:lnTo>
                <a:lnTo>
                  <a:pt x="55292" y="209633"/>
                </a:lnTo>
                <a:lnTo>
                  <a:pt x="24574" y="239045"/>
                </a:lnTo>
                <a:lnTo>
                  <a:pt x="6143" y="273935"/>
                </a:lnTo>
                <a:lnTo>
                  <a:pt x="0" y="314325"/>
                </a:lnTo>
                <a:lnTo>
                  <a:pt x="2452" y="341449"/>
                </a:lnTo>
                <a:lnTo>
                  <a:pt x="22074" y="386459"/>
                </a:lnTo>
                <a:lnTo>
                  <a:pt x="60505" y="418629"/>
                </a:lnTo>
                <a:lnTo>
                  <a:pt x="113412" y="434961"/>
                </a:lnTo>
                <a:lnTo>
                  <a:pt x="145033" y="437006"/>
                </a:lnTo>
                <a:lnTo>
                  <a:pt x="188112" y="432984"/>
                </a:lnTo>
                <a:lnTo>
                  <a:pt x="227822" y="420925"/>
                </a:lnTo>
                <a:lnTo>
                  <a:pt x="264173" y="400841"/>
                </a:lnTo>
                <a:lnTo>
                  <a:pt x="274950" y="391667"/>
                </a:lnTo>
                <a:lnTo>
                  <a:pt x="145541" y="391667"/>
                </a:lnTo>
                <a:lnTo>
                  <a:pt x="126186" y="390336"/>
                </a:lnTo>
                <a:lnTo>
                  <a:pt x="79501" y="370458"/>
                </a:lnTo>
                <a:lnTo>
                  <a:pt x="55695" y="329900"/>
                </a:lnTo>
                <a:lnTo>
                  <a:pt x="54101" y="312419"/>
                </a:lnTo>
                <a:lnTo>
                  <a:pt x="55292" y="295417"/>
                </a:lnTo>
                <a:lnTo>
                  <a:pt x="73151" y="252983"/>
                </a:lnTo>
                <a:lnTo>
                  <a:pt x="116157" y="220479"/>
                </a:lnTo>
                <a:lnTo>
                  <a:pt x="136778" y="211073"/>
                </a:lnTo>
                <a:lnTo>
                  <a:pt x="226017" y="211073"/>
                </a:lnTo>
                <a:lnTo>
                  <a:pt x="216894" y="203924"/>
                </a:lnTo>
                <a:lnTo>
                  <a:pt x="186816" y="188467"/>
                </a:lnTo>
                <a:lnTo>
                  <a:pt x="221914" y="170037"/>
                </a:lnTo>
                <a:lnTo>
                  <a:pt x="226422" y="165988"/>
                </a:lnTo>
                <a:lnTo>
                  <a:pt x="146430" y="165988"/>
                </a:lnTo>
                <a:lnTo>
                  <a:pt x="125855" y="152110"/>
                </a:lnTo>
                <a:lnTo>
                  <a:pt x="111164" y="136001"/>
                </a:lnTo>
                <a:lnTo>
                  <a:pt x="102371" y="117732"/>
                </a:lnTo>
                <a:lnTo>
                  <a:pt x="99440" y="97281"/>
                </a:lnTo>
                <a:lnTo>
                  <a:pt x="100486" y="85399"/>
                </a:lnTo>
                <a:lnTo>
                  <a:pt x="125176" y="50155"/>
                </a:lnTo>
                <a:lnTo>
                  <a:pt x="161162" y="41528"/>
                </a:lnTo>
                <a:lnTo>
                  <a:pt x="252420" y="41528"/>
                </a:lnTo>
                <a:lnTo>
                  <a:pt x="250578" y="38449"/>
                </a:lnTo>
                <a:lnTo>
                  <a:pt x="237743" y="25018"/>
                </a:lnTo>
                <a:lnTo>
                  <a:pt x="221956" y="14091"/>
                </a:lnTo>
                <a:lnTo>
                  <a:pt x="203930" y="6270"/>
                </a:lnTo>
                <a:lnTo>
                  <a:pt x="183665" y="1569"/>
                </a:lnTo>
                <a:lnTo>
                  <a:pt x="161162" y="0"/>
                </a:lnTo>
                <a:close/>
              </a:path>
              <a:path w="441325" h="437514">
                <a:moveTo>
                  <a:pt x="360851" y="372744"/>
                </a:moveTo>
                <a:lnTo>
                  <a:pt x="297179" y="372744"/>
                </a:lnTo>
                <a:lnTo>
                  <a:pt x="311374" y="391080"/>
                </a:lnTo>
                <a:lnTo>
                  <a:pt x="347217" y="424941"/>
                </a:lnTo>
                <a:lnTo>
                  <a:pt x="393572" y="437006"/>
                </a:lnTo>
                <a:lnTo>
                  <a:pt x="405763" y="436459"/>
                </a:lnTo>
                <a:lnTo>
                  <a:pt x="417750" y="434816"/>
                </a:lnTo>
                <a:lnTo>
                  <a:pt x="429523" y="432077"/>
                </a:lnTo>
                <a:lnTo>
                  <a:pt x="441070" y="428243"/>
                </a:lnTo>
                <a:lnTo>
                  <a:pt x="441070" y="389127"/>
                </a:lnTo>
                <a:lnTo>
                  <a:pt x="402336" y="389127"/>
                </a:lnTo>
                <a:lnTo>
                  <a:pt x="392620" y="388433"/>
                </a:lnTo>
                <a:lnTo>
                  <a:pt x="383476" y="386333"/>
                </a:lnTo>
                <a:lnTo>
                  <a:pt x="374903" y="382805"/>
                </a:lnTo>
                <a:lnTo>
                  <a:pt x="366902" y="377825"/>
                </a:lnTo>
                <a:lnTo>
                  <a:pt x="360851" y="372744"/>
                </a:lnTo>
                <a:close/>
              </a:path>
              <a:path w="441325" h="437514">
                <a:moveTo>
                  <a:pt x="226017" y="211073"/>
                </a:moveTo>
                <a:lnTo>
                  <a:pt x="136778" y="211073"/>
                </a:lnTo>
                <a:lnTo>
                  <a:pt x="157827" y="220077"/>
                </a:lnTo>
                <a:lnTo>
                  <a:pt x="176958" y="230330"/>
                </a:lnTo>
                <a:lnTo>
                  <a:pt x="209422" y="254634"/>
                </a:lnTo>
                <a:lnTo>
                  <a:pt x="239442" y="288051"/>
                </a:lnTo>
                <a:lnTo>
                  <a:pt x="272033" y="334517"/>
                </a:lnTo>
                <a:lnTo>
                  <a:pt x="244768" y="359521"/>
                </a:lnTo>
                <a:lnTo>
                  <a:pt x="214598" y="377380"/>
                </a:lnTo>
                <a:lnTo>
                  <a:pt x="181522" y="388096"/>
                </a:lnTo>
                <a:lnTo>
                  <a:pt x="145541" y="391667"/>
                </a:lnTo>
                <a:lnTo>
                  <a:pt x="274950" y="391667"/>
                </a:lnTo>
                <a:lnTo>
                  <a:pt x="297179" y="372744"/>
                </a:lnTo>
                <a:lnTo>
                  <a:pt x="360851" y="372744"/>
                </a:lnTo>
                <a:lnTo>
                  <a:pt x="358735" y="370968"/>
                </a:lnTo>
                <a:lnTo>
                  <a:pt x="349662" y="361648"/>
                </a:lnTo>
                <a:lnTo>
                  <a:pt x="339685" y="349875"/>
                </a:lnTo>
                <a:lnTo>
                  <a:pt x="328802" y="335660"/>
                </a:lnTo>
                <a:lnTo>
                  <a:pt x="344564" y="312896"/>
                </a:lnTo>
                <a:lnTo>
                  <a:pt x="354922" y="295275"/>
                </a:lnTo>
                <a:lnTo>
                  <a:pt x="302387" y="295275"/>
                </a:lnTo>
                <a:lnTo>
                  <a:pt x="274667" y="257315"/>
                </a:lnTo>
                <a:lnTo>
                  <a:pt x="246173" y="226869"/>
                </a:lnTo>
                <a:lnTo>
                  <a:pt x="226017" y="211073"/>
                </a:lnTo>
                <a:close/>
              </a:path>
              <a:path w="441325" h="437514">
                <a:moveTo>
                  <a:pt x="441070" y="380491"/>
                </a:moveTo>
                <a:lnTo>
                  <a:pt x="430232" y="384252"/>
                </a:lnTo>
                <a:lnTo>
                  <a:pt x="420179" y="386953"/>
                </a:lnTo>
                <a:lnTo>
                  <a:pt x="410888" y="388582"/>
                </a:lnTo>
                <a:lnTo>
                  <a:pt x="402336" y="389127"/>
                </a:lnTo>
                <a:lnTo>
                  <a:pt x="441070" y="389127"/>
                </a:lnTo>
                <a:lnTo>
                  <a:pt x="441070" y="380491"/>
                </a:lnTo>
                <a:close/>
              </a:path>
              <a:path w="441325" h="437514">
                <a:moveTo>
                  <a:pt x="395477" y="99440"/>
                </a:moveTo>
                <a:lnTo>
                  <a:pt x="344677" y="99440"/>
                </a:lnTo>
                <a:lnTo>
                  <a:pt x="347085" y="109255"/>
                </a:lnTo>
                <a:lnTo>
                  <a:pt x="348789" y="119284"/>
                </a:lnTo>
                <a:lnTo>
                  <a:pt x="349803" y="129551"/>
                </a:lnTo>
                <a:lnTo>
                  <a:pt x="350138" y="140080"/>
                </a:lnTo>
                <a:lnTo>
                  <a:pt x="347160" y="183278"/>
                </a:lnTo>
                <a:lnTo>
                  <a:pt x="338216" y="223535"/>
                </a:lnTo>
                <a:lnTo>
                  <a:pt x="323296" y="260863"/>
                </a:lnTo>
                <a:lnTo>
                  <a:pt x="302387" y="295275"/>
                </a:lnTo>
                <a:lnTo>
                  <a:pt x="354922" y="295275"/>
                </a:lnTo>
                <a:lnTo>
                  <a:pt x="380872" y="238886"/>
                </a:lnTo>
                <a:lnTo>
                  <a:pt x="394874" y="187642"/>
                </a:lnTo>
                <a:lnTo>
                  <a:pt x="399474" y="140080"/>
                </a:lnTo>
                <a:lnTo>
                  <a:pt x="399478" y="136001"/>
                </a:lnTo>
                <a:lnTo>
                  <a:pt x="399282" y="127658"/>
                </a:lnTo>
                <a:lnTo>
                  <a:pt x="398532" y="117732"/>
                </a:lnTo>
                <a:lnTo>
                  <a:pt x="398406" y="116679"/>
                </a:lnTo>
                <a:lnTo>
                  <a:pt x="397238" y="108037"/>
                </a:lnTo>
                <a:lnTo>
                  <a:pt x="395477" y="99440"/>
                </a:lnTo>
                <a:close/>
              </a:path>
              <a:path w="441325" h="437514">
                <a:moveTo>
                  <a:pt x="252420" y="41528"/>
                </a:moveTo>
                <a:lnTo>
                  <a:pt x="161162" y="41528"/>
                </a:lnTo>
                <a:lnTo>
                  <a:pt x="172573" y="42431"/>
                </a:lnTo>
                <a:lnTo>
                  <a:pt x="183006" y="45132"/>
                </a:lnTo>
                <a:lnTo>
                  <a:pt x="213105" y="72659"/>
                </a:lnTo>
                <a:lnTo>
                  <a:pt x="217169" y="94487"/>
                </a:lnTo>
                <a:lnTo>
                  <a:pt x="212742" y="116679"/>
                </a:lnTo>
                <a:lnTo>
                  <a:pt x="199448" y="136016"/>
                </a:lnTo>
                <a:lnTo>
                  <a:pt x="177361" y="152441"/>
                </a:lnTo>
                <a:lnTo>
                  <a:pt x="146430" y="165988"/>
                </a:lnTo>
                <a:lnTo>
                  <a:pt x="226422" y="165988"/>
                </a:lnTo>
                <a:lnTo>
                  <a:pt x="246999" y="147510"/>
                </a:lnTo>
                <a:lnTo>
                  <a:pt x="262058" y="120888"/>
                </a:lnTo>
                <a:lnTo>
                  <a:pt x="267080" y="90169"/>
                </a:lnTo>
                <a:lnTo>
                  <a:pt x="265247" y="71024"/>
                </a:lnTo>
                <a:lnTo>
                  <a:pt x="259746" y="53784"/>
                </a:lnTo>
                <a:lnTo>
                  <a:pt x="252420" y="41528"/>
                </a:lnTo>
                <a:close/>
              </a:path>
            </a:pathLst>
          </a:custGeom>
          <a:solidFill>
            <a:srgbClr val="000000"/>
          </a:solidFill>
        </p:spPr>
        <p:txBody>
          <a:bodyPr wrap="square" lIns="0" tIns="0" rIns="0" bIns="0" rtlCol="0"/>
          <a:lstStyle/>
          <a:p>
            <a:endParaRPr/>
          </a:p>
        </p:txBody>
      </p:sp>
      <p:pic>
        <p:nvPicPr>
          <p:cNvPr id="24" name="bg object 24"/>
          <p:cNvPicPr/>
          <p:nvPr/>
        </p:nvPicPr>
        <p:blipFill>
          <a:blip r:embed="rId3" cstate="print"/>
          <a:stretch>
            <a:fillRect/>
          </a:stretch>
        </p:blipFill>
        <p:spPr>
          <a:xfrm>
            <a:off x="6030214" y="3023997"/>
            <a:ext cx="230124" cy="192786"/>
          </a:xfrm>
          <a:prstGeom prst="rect">
            <a:avLst/>
          </a:prstGeom>
        </p:spPr>
      </p:pic>
      <p:pic>
        <p:nvPicPr>
          <p:cNvPr id="25" name="bg object 25"/>
          <p:cNvPicPr/>
          <p:nvPr/>
        </p:nvPicPr>
        <p:blipFill>
          <a:blip r:embed="rId4" cstate="print"/>
          <a:stretch>
            <a:fillRect/>
          </a:stretch>
        </p:blipFill>
        <p:spPr>
          <a:xfrm>
            <a:off x="6075553" y="2854452"/>
            <a:ext cx="129921" cy="136652"/>
          </a:xfrm>
          <a:prstGeom prst="rect">
            <a:avLst/>
          </a:prstGeom>
        </p:spPr>
      </p:pic>
      <p:sp>
        <p:nvSpPr>
          <p:cNvPr id="26" name="bg object 26"/>
          <p:cNvSpPr/>
          <p:nvPr/>
        </p:nvSpPr>
        <p:spPr>
          <a:xfrm>
            <a:off x="5982208" y="2819019"/>
            <a:ext cx="441325" cy="437515"/>
          </a:xfrm>
          <a:custGeom>
            <a:avLst/>
            <a:gdLst/>
            <a:ahLst/>
            <a:cxnLst/>
            <a:rect l="l" t="t" r="r" b="b"/>
            <a:pathLst>
              <a:path w="441325" h="437514">
                <a:moveTo>
                  <a:pt x="161162" y="0"/>
                </a:moveTo>
                <a:lnTo>
                  <a:pt x="203930" y="6270"/>
                </a:lnTo>
                <a:lnTo>
                  <a:pt x="237743" y="25018"/>
                </a:lnTo>
                <a:lnTo>
                  <a:pt x="265247" y="71024"/>
                </a:lnTo>
                <a:lnTo>
                  <a:pt x="267080" y="90169"/>
                </a:lnTo>
                <a:lnTo>
                  <a:pt x="262058" y="120888"/>
                </a:lnTo>
                <a:lnTo>
                  <a:pt x="246999" y="147510"/>
                </a:lnTo>
                <a:lnTo>
                  <a:pt x="221914" y="170037"/>
                </a:lnTo>
                <a:lnTo>
                  <a:pt x="186816" y="188467"/>
                </a:lnTo>
                <a:lnTo>
                  <a:pt x="216894" y="203924"/>
                </a:lnTo>
                <a:lnTo>
                  <a:pt x="246173" y="226869"/>
                </a:lnTo>
                <a:lnTo>
                  <a:pt x="274667" y="257315"/>
                </a:lnTo>
                <a:lnTo>
                  <a:pt x="302387" y="295275"/>
                </a:lnTo>
                <a:lnTo>
                  <a:pt x="323296" y="260863"/>
                </a:lnTo>
                <a:lnTo>
                  <a:pt x="338216" y="223535"/>
                </a:lnTo>
                <a:lnTo>
                  <a:pt x="347160" y="183278"/>
                </a:lnTo>
                <a:lnTo>
                  <a:pt x="350138" y="140080"/>
                </a:lnTo>
                <a:lnTo>
                  <a:pt x="349803" y="129551"/>
                </a:lnTo>
                <a:lnTo>
                  <a:pt x="348789" y="119284"/>
                </a:lnTo>
                <a:lnTo>
                  <a:pt x="347085" y="109255"/>
                </a:lnTo>
                <a:lnTo>
                  <a:pt x="344677" y="99440"/>
                </a:lnTo>
                <a:lnTo>
                  <a:pt x="395477" y="99440"/>
                </a:lnTo>
                <a:lnTo>
                  <a:pt x="397238" y="108037"/>
                </a:lnTo>
                <a:lnTo>
                  <a:pt x="398510" y="117443"/>
                </a:lnTo>
                <a:lnTo>
                  <a:pt x="399282" y="127658"/>
                </a:lnTo>
                <a:lnTo>
                  <a:pt x="399541" y="138683"/>
                </a:lnTo>
                <a:lnTo>
                  <a:pt x="398375" y="162877"/>
                </a:lnTo>
                <a:lnTo>
                  <a:pt x="389040" y="212978"/>
                </a:lnTo>
                <a:lnTo>
                  <a:pt x="370611" y="264509"/>
                </a:lnTo>
                <a:lnTo>
                  <a:pt x="344564" y="312896"/>
                </a:lnTo>
                <a:lnTo>
                  <a:pt x="328802" y="335660"/>
                </a:lnTo>
                <a:lnTo>
                  <a:pt x="339685" y="349875"/>
                </a:lnTo>
                <a:lnTo>
                  <a:pt x="366902" y="377825"/>
                </a:lnTo>
                <a:lnTo>
                  <a:pt x="402336" y="389127"/>
                </a:lnTo>
                <a:lnTo>
                  <a:pt x="410888" y="388582"/>
                </a:lnTo>
                <a:lnTo>
                  <a:pt x="420179" y="386953"/>
                </a:lnTo>
                <a:lnTo>
                  <a:pt x="430232" y="384252"/>
                </a:lnTo>
                <a:lnTo>
                  <a:pt x="441070" y="380491"/>
                </a:lnTo>
                <a:lnTo>
                  <a:pt x="441070" y="428243"/>
                </a:lnTo>
                <a:lnTo>
                  <a:pt x="429523" y="432077"/>
                </a:lnTo>
                <a:lnTo>
                  <a:pt x="417750" y="434816"/>
                </a:lnTo>
                <a:lnTo>
                  <a:pt x="405763" y="436459"/>
                </a:lnTo>
                <a:lnTo>
                  <a:pt x="393572" y="437006"/>
                </a:lnTo>
                <a:lnTo>
                  <a:pt x="381043" y="436246"/>
                </a:lnTo>
                <a:lnTo>
                  <a:pt x="336381" y="417179"/>
                </a:lnTo>
                <a:lnTo>
                  <a:pt x="297179" y="372744"/>
                </a:lnTo>
                <a:lnTo>
                  <a:pt x="264173" y="400841"/>
                </a:lnTo>
                <a:lnTo>
                  <a:pt x="227822" y="420925"/>
                </a:lnTo>
                <a:lnTo>
                  <a:pt x="188112" y="432984"/>
                </a:lnTo>
                <a:lnTo>
                  <a:pt x="145033" y="437006"/>
                </a:lnTo>
                <a:lnTo>
                  <a:pt x="113412" y="434961"/>
                </a:lnTo>
                <a:lnTo>
                  <a:pt x="60505" y="418629"/>
                </a:lnTo>
                <a:lnTo>
                  <a:pt x="22074" y="386459"/>
                </a:lnTo>
                <a:lnTo>
                  <a:pt x="2452" y="341449"/>
                </a:lnTo>
                <a:lnTo>
                  <a:pt x="0" y="314325"/>
                </a:lnTo>
                <a:lnTo>
                  <a:pt x="6143" y="273935"/>
                </a:lnTo>
                <a:lnTo>
                  <a:pt x="24574" y="239045"/>
                </a:lnTo>
                <a:lnTo>
                  <a:pt x="55292" y="209633"/>
                </a:lnTo>
                <a:lnTo>
                  <a:pt x="98297" y="185673"/>
                </a:lnTo>
                <a:lnTo>
                  <a:pt x="76795" y="166123"/>
                </a:lnTo>
                <a:lnTo>
                  <a:pt x="61436" y="144811"/>
                </a:lnTo>
                <a:lnTo>
                  <a:pt x="52220" y="121737"/>
                </a:lnTo>
                <a:lnTo>
                  <a:pt x="49149" y="96900"/>
                </a:lnTo>
                <a:lnTo>
                  <a:pt x="51077" y="75922"/>
                </a:lnTo>
                <a:lnTo>
                  <a:pt x="66508" y="40679"/>
                </a:lnTo>
                <a:lnTo>
                  <a:pt x="96654" y="14841"/>
                </a:lnTo>
                <a:lnTo>
                  <a:pt x="137231" y="1645"/>
                </a:lnTo>
                <a:lnTo>
                  <a:pt x="161162" y="0"/>
                </a:lnTo>
                <a:close/>
              </a:path>
            </a:pathLst>
          </a:custGeom>
          <a:ln w="12192">
            <a:solidFill>
              <a:srgbClr val="00000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
          </a:xfrm>
          <a:custGeom>
            <a:avLst/>
            <a:gdLst/>
            <a:ahLst/>
            <a:cxnLst/>
            <a:rect l="l" t="t" r="r" b="b"/>
            <a:pathLst>
              <a:path w="12192000" h="685800">
                <a:moveTo>
                  <a:pt x="12192000" y="0"/>
                </a:moveTo>
                <a:lnTo>
                  <a:pt x="0" y="0"/>
                </a:lnTo>
                <a:lnTo>
                  <a:pt x="0" y="685800"/>
                </a:lnTo>
                <a:lnTo>
                  <a:pt x="12192000" y="685800"/>
                </a:lnTo>
                <a:lnTo>
                  <a:pt x="12192000" y="0"/>
                </a:lnTo>
                <a:close/>
              </a:path>
            </a:pathLst>
          </a:custGeom>
          <a:solidFill>
            <a:srgbClr val="B4C6E7"/>
          </a:solidFill>
        </p:spPr>
        <p:txBody>
          <a:bodyPr wrap="square" lIns="0" tIns="0" rIns="0" bIns="0" rtlCol="0"/>
          <a:lstStyle/>
          <a:p>
            <a:endParaRPr/>
          </a:p>
        </p:txBody>
      </p:sp>
      <p:sp>
        <p:nvSpPr>
          <p:cNvPr id="17" name="bg object 17"/>
          <p:cNvSpPr/>
          <p:nvPr/>
        </p:nvSpPr>
        <p:spPr>
          <a:xfrm>
            <a:off x="0" y="6553199"/>
            <a:ext cx="12192000" cy="304800"/>
          </a:xfrm>
          <a:custGeom>
            <a:avLst/>
            <a:gdLst/>
            <a:ahLst/>
            <a:cxnLst/>
            <a:rect l="l" t="t" r="r" b="b"/>
            <a:pathLst>
              <a:path w="12192000" h="304800">
                <a:moveTo>
                  <a:pt x="12192000" y="0"/>
                </a:moveTo>
                <a:lnTo>
                  <a:pt x="0" y="0"/>
                </a:lnTo>
                <a:lnTo>
                  <a:pt x="0" y="304800"/>
                </a:lnTo>
                <a:lnTo>
                  <a:pt x="12192000" y="304800"/>
                </a:lnTo>
                <a:lnTo>
                  <a:pt x="12192000" y="0"/>
                </a:lnTo>
                <a:close/>
              </a:path>
            </a:pathLst>
          </a:custGeom>
          <a:solidFill>
            <a:srgbClr val="B4C6E7"/>
          </a:solidFill>
        </p:spPr>
        <p:txBody>
          <a:bodyPr wrap="square" lIns="0" tIns="0" rIns="0" bIns="0" rtlCol="0"/>
          <a:lstStyle/>
          <a:p>
            <a:endParaRPr/>
          </a:p>
        </p:txBody>
      </p:sp>
      <p:sp>
        <p:nvSpPr>
          <p:cNvPr id="2" name="Holder 2"/>
          <p:cNvSpPr>
            <a:spLocks noGrp="1"/>
          </p:cNvSpPr>
          <p:nvPr>
            <p:ph type="title"/>
          </p:nvPr>
        </p:nvSpPr>
        <p:spPr>
          <a:xfrm>
            <a:off x="136347" y="864488"/>
            <a:ext cx="11919305" cy="452119"/>
          </a:xfrm>
          <a:prstGeom prst="rect">
            <a:avLst/>
          </a:prstGeom>
        </p:spPr>
        <p:txBody>
          <a:bodyPr wrap="square" lIns="0" tIns="0" rIns="0" bIns="0">
            <a:spAutoFit/>
          </a:bodyPr>
          <a:lstStyle>
            <a:lvl1pPr>
              <a:defRPr sz="2800" b="1" i="0">
                <a:solidFill>
                  <a:schemeClr val="tx1"/>
                </a:solidFill>
                <a:latin typeface="Arial" panose="020B0604020202020204"/>
                <a:cs typeface="Arial" panose="020B0604020202020204"/>
              </a:defRPr>
            </a:lvl1pPr>
          </a:lstStyle>
          <a:p>
            <a:endParaRPr/>
          </a:p>
        </p:txBody>
      </p:sp>
      <p:sp>
        <p:nvSpPr>
          <p:cNvPr id="3" name="Holder 3"/>
          <p:cNvSpPr>
            <a:spLocks noGrp="1"/>
          </p:cNvSpPr>
          <p:nvPr>
            <p:ph type="body" idx="1"/>
          </p:nvPr>
        </p:nvSpPr>
        <p:spPr>
          <a:xfrm>
            <a:off x="175056" y="2731363"/>
            <a:ext cx="8939530" cy="3318510"/>
          </a:xfrm>
          <a:prstGeom prst="rect">
            <a:avLst/>
          </a:prstGeom>
        </p:spPr>
        <p:txBody>
          <a:bodyPr wrap="square" lIns="0" tIns="0" rIns="0" bIns="0">
            <a:spAutoFit/>
          </a:bodyPr>
          <a:lstStyle>
            <a:lvl1pPr>
              <a:defRPr sz="2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introcs.cs.princeton.edu/java/stdlib/javadoc/Picture.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680200" y="2273055"/>
            <a:ext cx="8831599" cy="997068"/>
          </a:xfrm>
          <a:prstGeom prst="rect">
            <a:avLst/>
          </a:prstGeom>
        </p:spPr>
        <p:txBody>
          <a:bodyPr vert="horz" wrap="square" lIns="0" tIns="12065" rIns="0" bIns="0" rtlCol="0">
            <a:spAutoFit/>
          </a:bodyPr>
          <a:lstStyle/>
          <a:p>
            <a:pPr marL="29210" algn="ctr">
              <a:lnSpc>
                <a:spcPct val="100000"/>
              </a:lnSpc>
              <a:spcBef>
                <a:spcPts val="95"/>
              </a:spcBef>
            </a:pPr>
            <a:r>
              <a:rPr lang="en-US" spc="-25" dirty="0"/>
              <a:t>ADT</a:t>
            </a:r>
          </a:p>
        </p:txBody>
      </p:sp>
      <p:sp>
        <p:nvSpPr>
          <p:cNvPr id="3" name="object 3"/>
          <p:cNvSpPr txBox="1"/>
          <p:nvPr/>
        </p:nvSpPr>
        <p:spPr>
          <a:xfrm>
            <a:off x="4288282" y="3587877"/>
            <a:ext cx="3627754" cy="382156"/>
          </a:xfrm>
          <a:prstGeom prst="rect">
            <a:avLst/>
          </a:prstGeom>
        </p:spPr>
        <p:txBody>
          <a:bodyPr vert="horz" wrap="square" lIns="0" tIns="12700" rIns="0" bIns="0" rtlCol="0">
            <a:spAutoFit/>
          </a:bodyPr>
          <a:lstStyle/>
          <a:p>
            <a:pPr marL="12700" marR="5080" indent="1033145">
              <a:lnSpc>
                <a:spcPct val="100000"/>
              </a:lnSpc>
              <a:spcBef>
                <a:spcPts val="100"/>
              </a:spcBef>
            </a:pPr>
            <a:r>
              <a:rPr lang="en-US" sz="2400" spc="-30" dirty="0">
                <a:latin typeface="Calibri" panose="020F0502020204030204"/>
                <a:cs typeface="Calibri" panose="020F0502020204030204"/>
              </a:rPr>
              <a:t>CSC1003</a:t>
            </a:r>
            <a:endParaRPr sz="2400" dirty="0">
              <a:latin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7FE294-9424-0AC0-A1DE-3E28865D2248}"/>
              </a:ext>
            </a:extLst>
          </p:cNvPr>
          <p:cNvSpPr>
            <a:spLocks noGrp="1"/>
          </p:cNvSpPr>
          <p:nvPr>
            <p:ph type="title"/>
          </p:nvPr>
        </p:nvSpPr>
        <p:spPr>
          <a:xfrm>
            <a:off x="136347" y="864488"/>
            <a:ext cx="11919305" cy="430887"/>
          </a:xfrm>
        </p:spPr>
        <p:txBody>
          <a:bodyPr/>
          <a:lstStyle/>
          <a:p>
            <a:r>
              <a:rPr lang="en-US" altLang="zh-CN" dirty="0"/>
              <a:t>Brief Review</a:t>
            </a:r>
            <a:endParaRPr lang="zh-CN" altLang="en-US" dirty="0"/>
          </a:p>
        </p:txBody>
      </p:sp>
      <p:sp>
        <p:nvSpPr>
          <p:cNvPr id="3" name="文本占位符 2">
            <a:extLst>
              <a:ext uri="{FF2B5EF4-FFF2-40B4-BE49-F238E27FC236}">
                <a16:creationId xmlns:a16="http://schemas.microsoft.com/office/drawing/2014/main" id="{80E65A91-B1B4-17F7-B46B-BC5898E01FAB}"/>
              </a:ext>
            </a:extLst>
          </p:cNvPr>
          <p:cNvSpPr>
            <a:spLocks noGrp="1"/>
          </p:cNvSpPr>
          <p:nvPr>
            <p:ph type="body" idx="1"/>
          </p:nvPr>
        </p:nvSpPr>
        <p:spPr>
          <a:xfrm>
            <a:off x="381000" y="2133600"/>
            <a:ext cx="4396944" cy="615553"/>
          </a:xfrm>
        </p:spPr>
        <p:txBody>
          <a:bodyPr/>
          <a:lstStyle/>
          <a:p>
            <a:r>
              <a:rPr lang="en-US" altLang="zh-CN" dirty="0"/>
              <a:t>ADT: A data type is a set of values and a set of operations on those values.</a:t>
            </a:r>
            <a:endParaRPr lang="zh-CN" altLang="en-US" dirty="0"/>
          </a:p>
        </p:txBody>
      </p:sp>
      <p:pic>
        <p:nvPicPr>
          <p:cNvPr id="5" name="图片 4">
            <a:extLst>
              <a:ext uri="{FF2B5EF4-FFF2-40B4-BE49-F238E27FC236}">
                <a16:creationId xmlns:a16="http://schemas.microsoft.com/office/drawing/2014/main" id="{5231429A-B5B6-5136-D154-AAAC4ED277DC}"/>
              </a:ext>
            </a:extLst>
          </p:cNvPr>
          <p:cNvPicPr>
            <a:picLocks noChangeAspect="1"/>
          </p:cNvPicPr>
          <p:nvPr/>
        </p:nvPicPr>
        <p:blipFill>
          <a:blip r:embed="rId2"/>
          <a:stretch>
            <a:fillRect/>
          </a:stretch>
        </p:blipFill>
        <p:spPr>
          <a:xfrm>
            <a:off x="5257800" y="2438400"/>
            <a:ext cx="6048507" cy="2938851"/>
          </a:xfrm>
          <a:prstGeom prst="rect">
            <a:avLst/>
          </a:prstGeom>
        </p:spPr>
      </p:pic>
    </p:spTree>
    <p:extLst>
      <p:ext uri="{BB962C8B-B14F-4D97-AF65-F5344CB8AC3E}">
        <p14:creationId xmlns:p14="http://schemas.microsoft.com/office/powerpoint/2010/main" val="526914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441828-2E27-51CF-3FCF-5F112EC65360}"/>
              </a:ext>
            </a:extLst>
          </p:cNvPr>
          <p:cNvSpPr>
            <a:spLocks noGrp="1"/>
          </p:cNvSpPr>
          <p:nvPr>
            <p:ph type="title"/>
          </p:nvPr>
        </p:nvSpPr>
        <p:spPr>
          <a:xfrm>
            <a:off x="136347" y="864488"/>
            <a:ext cx="11919305" cy="430887"/>
          </a:xfrm>
        </p:spPr>
        <p:txBody>
          <a:bodyPr/>
          <a:lstStyle/>
          <a:p>
            <a:r>
              <a:rPr lang="en-US" altLang="zh-CN" dirty="0"/>
              <a:t>JAVA String:</a:t>
            </a:r>
            <a:endParaRPr lang="zh-CN" altLang="en-US" dirty="0"/>
          </a:p>
        </p:txBody>
      </p:sp>
      <p:sp>
        <p:nvSpPr>
          <p:cNvPr id="3" name="文本占位符 2">
            <a:extLst>
              <a:ext uri="{FF2B5EF4-FFF2-40B4-BE49-F238E27FC236}">
                <a16:creationId xmlns:a16="http://schemas.microsoft.com/office/drawing/2014/main" id="{4777416F-6AAB-7EC3-DBEA-ADF8AED3AA28}"/>
              </a:ext>
            </a:extLst>
          </p:cNvPr>
          <p:cNvSpPr>
            <a:spLocks noGrp="1"/>
          </p:cNvSpPr>
          <p:nvPr>
            <p:ph type="body" idx="1"/>
          </p:nvPr>
        </p:nvSpPr>
        <p:spPr>
          <a:xfrm>
            <a:off x="304800" y="1602813"/>
            <a:ext cx="8939530" cy="1846659"/>
          </a:xfrm>
        </p:spPr>
        <p:txBody>
          <a:bodyPr/>
          <a:lstStyle/>
          <a:p>
            <a:r>
              <a:rPr lang="en-US" altLang="zh-CN" dirty="0"/>
              <a:t>The String class represents character strings. All string literals in Java programs, such as "</a:t>
            </a:r>
            <a:r>
              <a:rPr lang="en-US" altLang="zh-CN" dirty="0" err="1"/>
              <a:t>abc</a:t>
            </a:r>
            <a:r>
              <a:rPr lang="en-US" altLang="zh-CN" dirty="0"/>
              <a:t>", are implemented as instances of this class.</a:t>
            </a:r>
          </a:p>
          <a:p>
            <a:r>
              <a:rPr lang="en-US" altLang="zh-CN" b="1" dirty="0"/>
              <a:t>Strings are constant</a:t>
            </a:r>
            <a:r>
              <a:rPr lang="en-US" altLang="zh-CN" dirty="0"/>
              <a:t>; their values cannot be changed after they are created. String buffers support mutable strings. Because String objects are immutable they can be shared.</a:t>
            </a:r>
          </a:p>
          <a:p>
            <a:endParaRPr lang="zh-CN" altLang="en-US" dirty="0"/>
          </a:p>
        </p:txBody>
      </p:sp>
      <p:pic>
        <p:nvPicPr>
          <p:cNvPr id="5" name="图片 4">
            <a:extLst>
              <a:ext uri="{FF2B5EF4-FFF2-40B4-BE49-F238E27FC236}">
                <a16:creationId xmlns:a16="http://schemas.microsoft.com/office/drawing/2014/main" id="{702AC359-73E4-B657-F711-D289E0A02867}"/>
              </a:ext>
            </a:extLst>
          </p:cNvPr>
          <p:cNvPicPr>
            <a:picLocks noChangeAspect="1"/>
          </p:cNvPicPr>
          <p:nvPr/>
        </p:nvPicPr>
        <p:blipFill>
          <a:blip r:embed="rId2"/>
          <a:stretch>
            <a:fillRect/>
          </a:stretch>
        </p:blipFill>
        <p:spPr>
          <a:xfrm>
            <a:off x="685800" y="3581401"/>
            <a:ext cx="4120170" cy="2721208"/>
          </a:xfrm>
          <a:prstGeom prst="rect">
            <a:avLst/>
          </a:prstGeom>
        </p:spPr>
      </p:pic>
    </p:spTree>
    <p:extLst>
      <p:ext uri="{BB962C8B-B14F-4D97-AF65-F5344CB8AC3E}">
        <p14:creationId xmlns:p14="http://schemas.microsoft.com/office/powerpoint/2010/main" val="1490719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F9DA64-38E4-96E7-887F-F8CE7295DDFD}"/>
              </a:ext>
            </a:extLst>
          </p:cNvPr>
          <p:cNvSpPr>
            <a:spLocks noGrp="1"/>
          </p:cNvSpPr>
          <p:nvPr>
            <p:ph type="title"/>
          </p:nvPr>
        </p:nvSpPr>
        <p:spPr>
          <a:xfrm>
            <a:off x="136347" y="864488"/>
            <a:ext cx="11919305" cy="430887"/>
          </a:xfrm>
        </p:spPr>
        <p:txBody>
          <a:bodyPr/>
          <a:lstStyle/>
          <a:p>
            <a:r>
              <a:rPr lang="en-US" altLang="zh-CN" dirty="0"/>
              <a:t>String:</a:t>
            </a:r>
            <a:endParaRPr lang="zh-CN" altLang="en-US" dirty="0"/>
          </a:p>
        </p:txBody>
      </p:sp>
      <p:sp>
        <p:nvSpPr>
          <p:cNvPr id="3" name="文本占位符 2">
            <a:extLst>
              <a:ext uri="{FF2B5EF4-FFF2-40B4-BE49-F238E27FC236}">
                <a16:creationId xmlns:a16="http://schemas.microsoft.com/office/drawing/2014/main" id="{609BEE52-C31F-380E-897E-428095561C04}"/>
              </a:ext>
            </a:extLst>
          </p:cNvPr>
          <p:cNvSpPr>
            <a:spLocks noGrp="1"/>
          </p:cNvSpPr>
          <p:nvPr>
            <p:ph type="body" idx="1"/>
          </p:nvPr>
        </p:nvSpPr>
        <p:spPr/>
        <p:txBody>
          <a:bodyPr/>
          <a:lstStyle/>
          <a:p>
            <a:endParaRPr lang="zh-CN" altLang="en-US" dirty="0"/>
          </a:p>
        </p:txBody>
      </p:sp>
      <p:pic>
        <p:nvPicPr>
          <p:cNvPr id="5" name="图片 4">
            <a:extLst>
              <a:ext uri="{FF2B5EF4-FFF2-40B4-BE49-F238E27FC236}">
                <a16:creationId xmlns:a16="http://schemas.microsoft.com/office/drawing/2014/main" id="{E6F6E0B3-69A5-98BA-BDD1-2D4C9EC6BEE9}"/>
              </a:ext>
            </a:extLst>
          </p:cNvPr>
          <p:cNvPicPr>
            <a:picLocks noChangeAspect="1"/>
          </p:cNvPicPr>
          <p:nvPr/>
        </p:nvPicPr>
        <p:blipFill>
          <a:blip r:embed="rId2"/>
          <a:stretch>
            <a:fillRect/>
          </a:stretch>
        </p:blipFill>
        <p:spPr>
          <a:xfrm>
            <a:off x="175057" y="2362200"/>
            <a:ext cx="5768543" cy="3496014"/>
          </a:xfrm>
          <a:prstGeom prst="rect">
            <a:avLst/>
          </a:prstGeom>
        </p:spPr>
      </p:pic>
      <p:pic>
        <p:nvPicPr>
          <p:cNvPr id="7" name="图片 6">
            <a:extLst>
              <a:ext uri="{FF2B5EF4-FFF2-40B4-BE49-F238E27FC236}">
                <a16:creationId xmlns:a16="http://schemas.microsoft.com/office/drawing/2014/main" id="{15CB0674-4051-3310-115B-2979FB3ED127}"/>
              </a:ext>
            </a:extLst>
          </p:cNvPr>
          <p:cNvPicPr>
            <a:picLocks noChangeAspect="1"/>
          </p:cNvPicPr>
          <p:nvPr/>
        </p:nvPicPr>
        <p:blipFill>
          <a:blip r:embed="rId3"/>
          <a:stretch>
            <a:fillRect/>
          </a:stretch>
        </p:blipFill>
        <p:spPr>
          <a:xfrm>
            <a:off x="6096000" y="2362199"/>
            <a:ext cx="5439534" cy="4015199"/>
          </a:xfrm>
          <a:prstGeom prst="rect">
            <a:avLst/>
          </a:prstGeom>
        </p:spPr>
      </p:pic>
      <p:sp>
        <p:nvSpPr>
          <p:cNvPr id="8" name="文本框 7">
            <a:extLst>
              <a:ext uri="{FF2B5EF4-FFF2-40B4-BE49-F238E27FC236}">
                <a16:creationId xmlns:a16="http://schemas.microsoft.com/office/drawing/2014/main" id="{E574172D-C459-019B-5C5E-BE6A51B76874}"/>
              </a:ext>
            </a:extLst>
          </p:cNvPr>
          <p:cNvSpPr txBox="1"/>
          <p:nvPr/>
        </p:nvSpPr>
        <p:spPr>
          <a:xfrm>
            <a:off x="457200" y="1447800"/>
            <a:ext cx="10134600" cy="369332"/>
          </a:xfrm>
          <a:prstGeom prst="rect">
            <a:avLst/>
          </a:prstGeom>
          <a:noFill/>
        </p:spPr>
        <p:txBody>
          <a:bodyPr wrap="square" rtlCol="0">
            <a:spAutoFit/>
          </a:bodyPr>
          <a:lstStyle/>
          <a:p>
            <a:r>
              <a:rPr lang="en-US" altLang="zh-CN" dirty="0"/>
              <a:t>Functions of strings:</a:t>
            </a:r>
            <a:endParaRPr lang="zh-CN" altLang="en-US" dirty="0"/>
          </a:p>
        </p:txBody>
      </p:sp>
    </p:spTree>
    <p:extLst>
      <p:ext uri="{BB962C8B-B14F-4D97-AF65-F5344CB8AC3E}">
        <p14:creationId xmlns:p14="http://schemas.microsoft.com/office/powerpoint/2010/main" val="4057450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3B2CFD-D170-66B5-2EAC-E3A76461FEDD}"/>
              </a:ext>
            </a:extLst>
          </p:cNvPr>
          <p:cNvSpPr>
            <a:spLocks noGrp="1"/>
          </p:cNvSpPr>
          <p:nvPr>
            <p:ph type="title"/>
          </p:nvPr>
        </p:nvSpPr>
        <p:spPr>
          <a:xfrm>
            <a:off x="136347" y="864488"/>
            <a:ext cx="11919305" cy="430887"/>
          </a:xfrm>
        </p:spPr>
        <p:txBody>
          <a:bodyPr/>
          <a:lstStyle/>
          <a:p>
            <a:r>
              <a:rPr lang="en-US" altLang="zh-CN" dirty="0"/>
              <a:t>Color</a:t>
            </a:r>
            <a:endParaRPr lang="zh-CN" altLang="en-US" dirty="0"/>
          </a:p>
        </p:txBody>
      </p:sp>
      <p:sp>
        <p:nvSpPr>
          <p:cNvPr id="3" name="文本占位符 2">
            <a:extLst>
              <a:ext uri="{FF2B5EF4-FFF2-40B4-BE49-F238E27FC236}">
                <a16:creationId xmlns:a16="http://schemas.microsoft.com/office/drawing/2014/main" id="{FE020F9B-92BF-6C5B-915A-B289F83F8418}"/>
              </a:ext>
            </a:extLst>
          </p:cNvPr>
          <p:cNvSpPr>
            <a:spLocks noGrp="1"/>
          </p:cNvSpPr>
          <p:nvPr>
            <p:ph type="body" idx="1"/>
          </p:nvPr>
        </p:nvSpPr>
        <p:spPr>
          <a:xfrm>
            <a:off x="304800" y="1752600"/>
            <a:ext cx="8939530" cy="615553"/>
          </a:xfrm>
        </p:spPr>
        <p:txBody>
          <a:bodyPr/>
          <a:lstStyle/>
          <a:p>
            <a:r>
              <a:rPr lang="en-US" altLang="zh-CN" dirty="0"/>
              <a:t>The Color class is used to encapsulate colors in the default sRGB color space.</a:t>
            </a:r>
          </a:p>
          <a:p>
            <a:r>
              <a:rPr lang="en-US" altLang="zh-CN" dirty="0"/>
              <a:t>Here are</a:t>
            </a:r>
            <a:r>
              <a:rPr lang="zh-CN" altLang="en-US" dirty="0"/>
              <a:t> </a:t>
            </a:r>
            <a:r>
              <a:rPr lang="en-US" altLang="zh-CN" dirty="0"/>
              <a:t>a</a:t>
            </a:r>
            <a:r>
              <a:rPr lang="zh-CN" altLang="en-US" dirty="0"/>
              <a:t> </a:t>
            </a:r>
            <a:r>
              <a:rPr lang="en-US" altLang="zh-CN" dirty="0"/>
              <a:t>lot</a:t>
            </a:r>
            <a:r>
              <a:rPr lang="zh-CN" altLang="en-US" dirty="0"/>
              <a:t> </a:t>
            </a:r>
            <a:r>
              <a:rPr lang="en-US" altLang="zh-CN" dirty="0"/>
              <a:t>of</a:t>
            </a:r>
            <a:r>
              <a:rPr lang="zh-CN" altLang="en-US" dirty="0"/>
              <a:t> </a:t>
            </a:r>
            <a:r>
              <a:rPr lang="en-US" altLang="zh-CN" dirty="0"/>
              <a:t>extra functions of Color.</a:t>
            </a:r>
          </a:p>
        </p:txBody>
      </p:sp>
      <p:pic>
        <p:nvPicPr>
          <p:cNvPr id="6" name="图片 5">
            <a:extLst>
              <a:ext uri="{FF2B5EF4-FFF2-40B4-BE49-F238E27FC236}">
                <a16:creationId xmlns:a16="http://schemas.microsoft.com/office/drawing/2014/main" id="{6E10D5FA-FA2E-F6C6-7B19-8F463BFFF2EB}"/>
              </a:ext>
            </a:extLst>
          </p:cNvPr>
          <p:cNvPicPr>
            <a:picLocks noChangeAspect="1"/>
          </p:cNvPicPr>
          <p:nvPr/>
        </p:nvPicPr>
        <p:blipFill>
          <a:blip r:embed="rId2"/>
          <a:stretch>
            <a:fillRect/>
          </a:stretch>
        </p:blipFill>
        <p:spPr>
          <a:xfrm>
            <a:off x="762000" y="2438400"/>
            <a:ext cx="10134600" cy="3749524"/>
          </a:xfrm>
          <a:prstGeom prst="rect">
            <a:avLst/>
          </a:prstGeom>
        </p:spPr>
      </p:pic>
    </p:spTree>
    <p:extLst>
      <p:ext uri="{BB962C8B-B14F-4D97-AF65-F5344CB8AC3E}">
        <p14:creationId xmlns:p14="http://schemas.microsoft.com/office/powerpoint/2010/main" val="2292621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9D5A0F-D759-C825-2B0E-FC6FAE265E89}"/>
              </a:ext>
            </a:extLst>
          </p:cNvPr>
          <p:cNvSpPr>
            <a:spLocks noGrp="1"/>
          </p:cNvSpPr>
          <p:nvPr>
            <p:ph type="title"/>
          </p:nvPr>
        </p:nvSpPr>
        <p:spPr>
          <a:xfrm>
            <a:off x="136347" y="864488"/>
            <a:ext cx="11919305" cy="430887"/>
          </a:xfrm>
        </p:spPr>
        <p:txBody>
          <a:bodyPr/>
          <a:lstStyle/>
          <a:p>
            <a:r>
              <a:rPr lang="en-US" altLang="zh-CN" dirty="0"/>
              <a:t>Color</a:t>
            </a:r>
            <a:endParaRPr lang="zh-CN" altLang="en-US" dirty="0"/>
          </a:p>
        </p:txBody>
      </p:sp>
      <p:sp>
        <p:nvSpPr>
          <p:cNvPr id="3" name="文本占位符 2">
            <a:extLst>
              <a:ext uri="{FF2B5EF4-FFF2-40B4-BE49-F238E27FC236}">
                <a16:creationId xmlns:a16="http://schemas.microsoft.com/office/drawing/2014/main" id="{C134282C-7C01-E2C5-BD3F-E793AC2B358B}"/>
              </a:ext>
            </a:extLst>
          </p:cNvPr>
          <p:cNvSpPr>
            <a:spLocks noGrp="1"/>
          </p:cNvSpPr>
          <p:nvPr>
            <p:ph type="body" idx="1"/>
          </p:nvPr>
        </p:nvSpPr>
        <p:spPr/>
        <p:txBody>
          <a:bodyPr/>
          <a:lstStyle/>
          <a:p>
            <a:endParaRPr lang="zh-CN" altLang="en-US" dirty="0"/>
          </a:p>
        </p:txBody>
      </p:sp>
      <p:pic>
        <p:nvPicPr>
          <p:cNvPr id="5" name="图片 4">
            <a:extLst>
              <a:ext uri="{FF2B5EF4-FFF2-40B4-BE49-F238E27FC236}">
                <a16:creationId xmlns:a16="http://schemas.microsoft.com/office/drawing/2014/main" id="{00B63DA5-39EF-5EC9-37DB-6C33127405E7}"/>
              </a:ext>
            </a:extLst>
          </p:cNvPr>
          <p:cNvPicPr>
            <a:picLocks noChangeAspect="1"/>
          </p:cNvPicPr>
          <p:nvPr/>
        </p:nvPicPr>
        <p:blipFill>
          <a:blip r:embed="rId2"/>
          <a:stretch>
            <a:fillRect/>
          </a:stretch>
        </p:blipFill>
        <p:spPr>
          <a:xfrm>
            <a:off x="187566" y="2057400"/>
            <a:ext cx="10439400" cy="3883482"/>
          </a:xfrm>
          <a:prstGeom prst="rect">
            <a:avLst/>
          </a:prstGeom>
        </p:spPr>
      </p:pic>
    </p:spTree>
    <p:extLst>
      <p:ext uri="{BB962C8B-B14F-4D97-AF65-F5344CB8AC3E}">
        <p14:creationId xmlns:p14="http://schemas.microsoft.com/office/powerpoint/2010/main" val="2755318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DEE4B5-C2FA-07A6-6EC8-748E621985E5}"/>
              </a:ext>
            </a:extLst>
          </p:cNvPr>
          <p:cNvSpPr>
            <a:spLocks noGrp="1"/>
          </p:cNvSpPr>
          <p:nvPr>
            <p:ph type="title"/>
          </p:nvPr>
        </p:nvSpPr>
        <p:spPr>
          <a:xfrm>
            <a:off x="136347" y="864488"/>
            <a:ext cx="11919305" cy="430887"/>
          </a:xfrm>
        </p:spPr>
        <p:txBody>
          <a:bodyPr/>
          <a:lstStyle/>
          <a:p>
            <a:r>
              <a:rPr lang="en-US" altLang="zh-CN" dirty="0"/>
              <a:t>Picture</a:t>
            </a:r>
            <a:endParaRPr lang="zh-CN" altLang="en-US" dirty="0"/>
          </a:p>
        </p:txBody>
      </p:sp>
      <p:sp>
        <p:nvSpPr>
          <p:cNvPr id="3" name="文本占位符 2">
            <a:extLst>
              <a:ext uri="{FF2B5EF4-FFF2-40B4-BE49-F238E27FC236}">
                <a16:creationId xmlns:a16="http://schemas.microsoft.com/office/drawing/2014/main" id="{77E44BFE-6425-2239-9B4A-AE459083C96F}"/>
              </a:ext>
            </a:extLst>
          </p:cNvPr>
          <p:cNvSpPr>
            <a:spLocks noGrp="1"/>
          </p:cNvSpPr>
          <p:nvPr>
            <p:ph type="body" idx="1"/>
          </p:nvPr>
        </p:nvSpPr>
        <p:spPr>
          <a:xfrm>
            <a:off x="990600" y="5410200"/>
            <a:ext cx="8939530" cy="307777"/>
          </a:xfrm>
        </p:spPr>
        <p:txBody>
          <a:bodyPr/>
          <a:lstStyle/>
          <a:p>
            <a:r>
              <a:rPr lang="en-US" altLang="zh-CN" dirty="0"/>
              <a:t>More introductions are in the link </a:t>
            </a:r>
            <a:r>
              <a:rPr lang="en-US" altLang="zh-CN" dirty="0">
                <a:hlinkClick r:id="rId2"/>
              </a:rPr>
              <a:t>Picture</a:t>
            </a:r>
            <a:r>
              <a:rPr lang="en-US" altLang="zh-CN" dirty="0"/>
              <a:t>.</a:t>
            </a:r>
            <a:endParaRPr lang="zh-CN" altLang="en-US" dirty="0"/>
          </a:p>
        </p:txBody>
      </p:sp>
      <p:sp>
        <p:nvSpPr>
          <p:cNvPr id="5" name="文本框 4">
            <a:extLst>
              <a:ext uri="{FF2B5EF4-FFF2-40B4-BE49-F238E27FC236}">
                <a16:creationId xmlns:a16="http://schemas.microsoft.com/office/drawing/2014/main" id="{FF5C7249-7311-4179-E495-56B8584BA483}"/>
              </a:ext>
            </a:extLst>
          </p:cNvPr>
          <p:cNvSpPr txBox="1"/>
          <p:nvPr/>
        </p:nvSpPr>
        <p:spPr>
          <a:xfrm>
            <a:off x="685800" y="1752600"/>
            <a:ext cx="6138080" cy="1754326"/>
          </a:xfrm>
          <a:prstGeom prst="rect">
            <a:avLst/>
          </a:prstGeom>
          <a:noFill/>
        </p:spPr>
        <p:txBody>
          <a:bodyPr wrap="square">
            <a:spAutoFit/>
          </a:bodyPr>
          <a:lstStyle/>
          <a:p>
            <a:r>
              <a:rPr lang="en-US" altLang="zh-CN" b="0" i="0" dirty="0">
                <a:solidFill>
                  <a:srgbClr val="474747"/>
                </a:solidFill>
                <a:effectLst/>
                <a:latin typeface="DejaVu Serif"/>
              </a:rPr>
              <a:t>The </a:t>
            </a:r>
            <a:r>
              <a:rPr lang="en-US" altLang="zh-CN" b="0" i="0" dirty="0">
                <a:solidFill>
                  <a:srgbClr val="474747"/>
                </a:solidFill>
                <a:effectLst/>
                <a:latin typeface="DejaVu Sans Mono"/>
              </a:rPr>
              <a:t>Picture</a:t>
            </a:r>
            <a:r>
              <a:rPr lang="en-US" altLang="zh-CN" b="0" i="0" dirty="0">
                <a:solidFill>
                  <a:srgbClr val="474747"/>
                </a:solidFill>
                <a:effectLst/>
                <a:latin typeface="DejaVu Serif"/>
              </a:rPr>
              <a:t> data type provides a basic capability for manipulating the individual pixels of an image. You can either create a blank image (of a given dimension) or read an image in a supported file format (typically JPEG, PNG, GIF, TIFF, and BMP). This class also includes methods for displaying the image in a window and saving it to a file.</a:t>
            </a:r>
            <a:endParaRPr lang="zh-CN" altLang="en-US" dirty="0"/>
          </a:p>
        </p:txBody>
      </p:sp>
    </p:spTree>
    <p:extLst>
      <p:ext uri="{BB962C8B-B14F-4D97-AF65-F5344CB8AC3E}">
        <p14:creationId xmlns:p14="http://schemas.microsoft.com/office/powerpoint/2010/main" val="2420887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7FC8BC-44E7-E1BB-6F25-B92A12107C35}"/>
              </a:ext>
            </a:extLst>
          </p:cNvPr>
          <p:cNvSpPr>
            <a:spLocks noGrp="1"/>
          </p:cNvSpPr>
          <p:nvPr>
            <p:ph type="title"/>
          </p:nvPr>
        </p:nvSpPr>
        <p:spPr>
          <a:xfrm>
            <a:off x="304800" y="864488"/>
            <a:ext cx="11750852" cy="430887"/>
          </a:xfrm>
        </p:spPr>
        <p:txBody>
          <a:bodyPr/>
          <a:lstStyle/>
          <a:p>
            <a:r>
              <a:rPr lang="en-US" altLang="zh-CN" dirty="0"/>
              <a:t>ADT: List</a:t>
            </a:r>
            <a:endParaRPr lang="zh-CN" altLang="en-US" dirty="0"/>
          </a:p>
        </p:txBody>
      </p:sp>
      <p:sp>
        <p:nvSpPr>
          <p:cNvPr id="3" name="文本框 2">
            <a:extLst>
              <a:ext uri="{FF2B5EF4-FFF2-40B4-BE49-F238E27FC236}">
                <a16:creationId xmlns:a16="http://schemas.microsoft.com/office/drawing/2014/main" id="{FCBDAFA1-E8C5-4F15-FD60-C1AC1A8F374D}"/>
              </a:ext>
            </a:extLst>
          </p:cNvPr>
          <p:cNvSpPr txBox="1"/>
          <p:nvPr/>
        </p:nvSpPr>
        <p:spPr>
          <a:xfrm>
            <a:off x="762000" y="1752600"/>
            <a:ext cx="10820400" cy="923330"/>
          </a:xfrm>
          <a:prstGeom prst="rect">
            <a:avLst/>
          </a:prstGeom>
          <a:noFill/>
        </p:spPr>
        <p:txBody>
          <a:bodyPr wrap="square" rtlCol="0">
            <a:spAutoFit/>
          </a:bodyPr>
          <a:lstStyle/>
          <a:p>
            <a:r>
              <a:rPr lang="en-US" altLang="zh-CN" dirty="0"/>
              <a:t>Implement an ADT which contains an array and can achieve the following functions(every function’s </a:t>
            </a:r>
            <a:r>
              <a:rPr lang="en-US" altLang="zh-CN" b="1" dirty="0"/>
              <a:t>Worst-Case Time Complexity is O(N) </a:t>
            </a:r>
            <a:r>
              <a:rPr lang="en-US" altLang="zh-CN" dirty="0"/>
              <a:t>for a single use, and the max length of the array is 1000. At the beginning the list is empty.) : </a:t>
            </a:r>
            <a:endParaRPr lang="zh-CN" altLang="en-US" dirty="0"/>
          </a:p>
        </p:txBody>
      </p:sp>
      <p:pic>
        <p:nvPicPr>
          <p:cNvPr id="5" name="图片 4">
            <a:extLst>
              <a:ext uri="{FF2B5EF4-FFF2-40B4-BE49-F238E27FC236}">
                <a16:creationId xmlns:a16="http://schemas.microsoft.com/office/drawing/2014/main" id="{A1616682-38EA-D2C1-5AC4-3EE28233FD3D}"/>
              </a:ext>
            </a:extLst>
          </p:cNvPr>
          <p:cNvPicPr>
            <a:picLocks noChangeAspect="1"/>
          </p:cNvPicPr>
          <p:nvPr/>
        </p:nvPicPr>
        <p:blipFill>
          <a:blip r:embed="rId2"/>
          <a:stretch>
            <a:fillRect/>
          </a:stretch>
        </p:blipFill>
        <p:spPr>
          <a:xfrm>
            <a:off x="465928" y="2583706"/>
            <a:ext cx="11412543" cy="3105583"/>
          </a:xfrm>
          <a:prstGeom prst="rect">
            <a:avLst/>
          </a:prstGeom>
        </p:spPr>
      </p:pic>
    </p:spTree>
    <p:extLst>
      <p:ext uri="{BB962C8B-B14F-4D97-AF65-F5344CB8AC3E}">
        <p14:creationId xmlns:p14="http://schemas.microsoft.com/office/powerpoint/2010/main" val="2517176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FECFF-CE41-9DD3-154A-3B2C05D2B9E6}"/>
              </a:ext>
            </a:extLst>
          </p:cNvPr>
          <p:cNvSpPr>
            <a:spLocks noGrp="1"/>
          </p:cNvSpPr>
          <p:nvPr>
            <p:ph type="title"/>
          </p:nvPr>
        </p:nvSpPr>
        <p:spPr>
          <a:xfrm>
            <a:off x="136347" y="864488"/>
            <a:ext cx="11919305" cy="430887"/>
          </a:xfrm>
        </p:spPr>
        <p:txBody>
          <a:bodyPr/>
          <a:lstStyle/>
          <a:p>
            <a:r>
              <a:rPr lang="en-US" altLang="zh-CN" dirty="0"/>
              <a:t>ADT: Stack</a:t>
            </a:r>
            <a:endParaRPr lang="zh-CN" altLang="en-US" dirty="0"/>
          </a:p>
        </p:txBody>
      </p:sp>
      <p:sp>
        <p:nvSpPr>
          <p:cNvPr id="3" name="文本框 2">
            <a:extLst>
              <a:ext uri="{FF2B5EF4-FFF2-40B4-BE49-F238E27FC236}">
                <a16:creationId xmlns:a16="http://schemas.microsoft.com/office/drawing/2014/main" id="{1F0F20AF-3984-C6A6-45A7-E0A816F1E9C7}"/>
              </a:ext>
            </a:extLst>
          </p:cNvPr>
          <p:cNvSpPr txBox="1"/>
          <p:nvPr/>
        </p:nvSpPr>
        <p:spPr>
          <a:xfrm>
            <a:off x="457200" y="1447800"/>
            <a:ext cx="11277600" cy="923330"/>
          </a:xfrm>
          <a:prstGeom prst="rect">
            <a:avLst/>
          </a:prstGeom>
          <a:noFill/>
        </p:spPr>
        <p:txBody>
          <a:bodyPr wrap="square" rtlCol="0">
            <a:spAutoFit/>
          </a:bodyPr>
          <a:lstStyle/>
          <a:p>
            <a:r>
              <a:rPr lang="en-US" altLang="zh-CN" dirty="0"/>
              <a:t>The Stack ADT is a linear data structure that follows the LIFO (Last In, First Out) principle. It allows elements to be added and removed only from one end, called the top of the stack. Please implement it(every function’s </a:t>
            </a:r>
            <a:r>
              <a:rPr lang="en-US" altLang="zh-CN" b="1" dirty="0"/>
              <a:t>Worst-Case Time Complexity is O(1) </a:t>
            </a:r>
            <a:r>
              <a:rPr lang="en-US" altLang="zh-CN" dirty="0"/>
              <a:t>for a single use, and the max length of the array is 1000.At the beginning, the stack is empty).</a:t>
            </a:r>
            <a:endParaRPr lang="zh-CN" altLang="en-US" dirty="0"/>
          </a:p>
        </p:txBody>
      </p:sp>
      <p:pic>
        <p:nvPicPr>
          <p:cNvPr id="5" name="图片 4">
            <a:extLst>
              <a:ext uri="{FF2B5EF4-FFF2-40B4-BE49-F238E27FC236}">
                <a16:creationId xmlns:a16="http://schemas.microsoft.com/office/drawing/2014/main" id="{899AA8D0-A302-6425-85FE-C5D787E5E823}"/>
              </a:ext>
            </a:extLst>
          </p:cNvPr>
          <p:cNvPicPr>
            <a:picLocks noChangeAspect="1"/>
          </p:cNvPicPr>
          <p:nvPr/>
        </p:nvPicPr>
        <p:blipFill>
          <a:blip r:embed="rId2"/>
          <a:stretch>
            <a:fillRect/>
          </a:stretch>
        </p:blipFill>
        <p:spPr>
          <a:xfrm>
            <a:off x="381000" y="2438400"/>
            <a:ext cx="10896600" cy="3168438"/>
          </a:xfrm>
          <a:prstGeom prst="rect">
            <a:avLst/>
          </a:prstGeom>
        </p:spPr>
      </p:pic>
    </p:spTree>
    <p:extLst>
      <p:ext uri="{BB962C8B-B14F-4D97-AF65-F5344CB8AC3E}">
        <p14:creationId xmlns:p14="http://schemas.microsoft.com/office/powerpoint/2010/main" val="3961766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910973"/>
            <a:ext cx="6416853" cy="443070"/>
          </a:xfrm>
          <a:prstGeom prst="rect">
            <a:avLst/>
          </a:prstGeom>
        </p:spPr>
        <p:txBody>
          <a:bodyPr vert="horz" wrap="square" lIns="0" tIns="12065" rIns="0" bIns="0" rtlCol="0">
            <a:spAutoFit/>
          </a:bodyPr>
          <a:lstStyle/>
          <a:p>
            <a:pPr marL="12700">
              <a:lnSpc>
                <a:spcPct val="100000"/>
              </a:lnSpc>
              <a:spcBef>
                <a:spcPts val="95"/>
              </a:spcBef>
            </a:pPr>
            <a:r>
              <a:rPr lang="en-US" spc="-5" dirty="0"/>
              <a:t>ADT: Complex</a:t>
            </a:r>
            <a:endParaRPr spc="-5" dirty="0"/>
          </a:p>
        </p:txBody>
      </p:sp>
      <p:sp>
        <p:nvSpPr>
          <p:cNvPr id="3" name="object 3"/>
          <p:cNvSpPr/>
          <p:nvPr/>
        </p:nvSpPr>
        <p:spPr>
          <a:xfrm>
            <a:off x="0" y="1540763"/>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B4C6E7"/>
          </a:solidFill>
        </p:spPr>
        <p:txBody>
          <a:bodyPr wrap="square" lIns="0" tIns="0" rIns="0" bIns="0" rtlCol="0"/>
          <a:lstStyle/>
          <a:p>
            <a:endParaRPr/>
          </a:p>
        </p:txBody>
      </p:sp>
      <p:pic>
        <p:nvPicPr>
          <p:cNvPr id="10" name="图片 9"/>
          <p:cNvPicPr>
            <a:picLocks noChangeAspect="1"/>
          </p:cNvPicPr>
          <p:nvPr/>
        </p:nvPicPr>
        <p:blipFill>
          <a:blip r:embed="rId2"/>
          <a:stretch>
            <a:fillRect/>
          </a:stretch>
        </p:blipFill>
        <p:spPr>
          <a:xfrm>
            <a:off x="228600" y="1773203"/>
            <a:ext cx="8991600" cy="45924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910973"/>
            <a:ext cx="6416853" cy="443070"/>
          </a:xfrm>
          <a:prstGeom prst="rect">
            <a:avLst/>
          </a:prstGeom>
        </p:spPr>
        <p:txBody>
          <a:bodyPr vert="horz" wrap="square" lIns="0" tIns="12065" rIns="0" bIns="0" rtlCol="0">
            <a:spAutoFit/>
          </a:bodyPr>
          <a:lstStyle/>
          <a:p>
            <a:pPr marL="12700">
              <a:lnSpc>
                <a:spcPct val="100000"/>
              </a:lnSpc>
              <a:spcBef>
                <a:spcPts val="95"/>
              </a:spcBef>
            </a:pPr>
            <a:r>
              <a:rPr lang="en-US" spc="-5" dirty="0"/>
              <a:t>ADT: Complex </a:t>
            </a:r>
            <a:endParaRPr spc="-5" dirty="0"/>
          </a:p>
        </p:txBody>
      </p:sp>
      <p:sp>
        <p:nvSpPr>
          <p:cNvPr id="3" name="object 3"/>
          <p:cNvSpPr/>
          <p:nvPr/>
        </p:nvSpPr>
        <p:spPr>
          <a:xfrm>
            <a:off x="0" y="1540763"/>
            <a:ext cx="12192000" cy="45720"/>
          </a:xfrm>
          <a:custGeom>
            <a:avLst/>
            <a:gdLst/>
            <a:ahLst/>
            <a:cxnLst/>
            <a:rect l="l" t="t" r="r" b="b"/>
            <a:pathLst>
              <a:path w="12192000" h="45719">
                <a:moveTo>
                  <a:pt x="12192000" y="0"/>
                </a:moveTo>
                <a:lnTo>
                  <a:pt x="0" y="0"/>
                </a:lnTo>
                <a:lnTo>
                  <a:pt x="0" y="45720"/>
                </a:lnTo>
                <a:lnTo>
                  <a:pt x="12192000" y="45720"/>
                </a:lnTo>
                <a:lnTo>
                  <a:pt x="12192000" y="0"/>
                </a:lnTo>
                <a:close/>
              </a:path>
            </a:pathLst>
          </a:custGeom>
          <a:solidFill>
            <a:srgbClr val="B4C6E7"/>
          </a:solidFill>
        </p:spPr>
        <p:txBody>
          <a:bodyPr wrap="square" lIns="0" tIns="0" rIns="0" bIns="0" rtlCol="0"/>
          <a:lstStyle/>
          <a:p>
            <a:endParaRPr/>
          </a:p>
        </p:txBody>
      </p:sp>
      <p:pic>
        <p:nvPicPr>
          <p:cNvPr id="5" name="图片 4"/>
          <p:cNvPicPr>
            <a:picLocks noChangeAspect="1"/>
          </p:cNvPicPr>
          <p:nvPr/>
        </p:nvPicPr>
        <p:blipFill>
          <a:blip r:embed="rId2"/>
          <a:stretch>
            <a:fillRect/>
          </a:stretch>
        </p:blipFill>
        <p:spPr>
          <a:xfrm>
            <a:off x="227577" y="1794682"/>
            <a:ext cx="10058400" cy="257248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335</Words>
  <Application>Microsoft Office PowerPoint</Application>
  <PresentationFormat>宽屏</PresentationFormat>
  <Paragraphs>22</Paragraphs>
  <Slides>12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Arial MT</vt:lpstr>
      <vt:lpstr>DejaVu Sans Mono</vt:lpstr>
      <vt:lpstr>DejaVu Serif</vt:lpstr>
      <vt:lpstr>Arial</vt:lpstr>
      <vt:lpstr>Calibri</vt:lpstr>
      <vt:lpstr>Office Theme</vt:lpstr>
      <vt:lpstr>ADT</vt:lpstr>
      <vt:lpstr>Brief Review</vt:lpstr>
      <vt:lpstr>JAVA String:</vt:lpstr>
      <vt:lpstr>String:</vt:lpstr>
      <vt:lpstr>Color</vt:lpstr>
      <vt:lpstr>Color</vt:lpstr>
      <vt:lpstr>Picture</vt:lpstr>
      <vt:lpstr>ADT: List</vt:lpstr>
      <vt:lpstr>ADT: Stack</vt:lpstr>
      <vt:lpstr>ADT: Complex</vt:lpstr>
      <vt:lpstr>ADT: Complex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Mengkang Li</dc:creator>
  <cp:lastModifiedBy>Kejie Xu</cp:lastModifiedBy>
  <cp:revision>42</cp:revision>
  <dcterms:created xsi:type="dcterms:W3CDTF">2024-03-10T13:18:00Z</dcterms:created>
  <dcterms:modified xsi:type="dcterms:W3CDTF">2025-11-18T10:00:11Z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2023-11-14T08:00:00Z</vt:filetime>
  </property>
  <property fmtid="{D5CDD505-2E9C-101B-9397-08002B2CF9AE}" pid="3" name="Creator">
    <vt:lpwstr>Microsoft® PowerPoint® 2021</vt:lpwstr>
  </property>
  <property fmtid="{D5CDD505-2E9C-101B-9397-08002B2CF9AE}" pid="4" name="LastSaved">
    <vt:filetime>2024-03-10T08:00:00Z</vt:filetime>
  </property>
  <property fmtid="{D5CDD505-2E9C-101B-9397-08002B2CF9AE}" pid="5" name="ICV">
    <vt:lpwstr>31C3F19FA8624ED5964410002227DDFC_13</vt:lpwstr>
  </property>
  <property fmtid="{D5CDD505-2E9C-101B-9397-08002B2CF9AE}" pid="6" name="KSOProductBuildVer">
    <vt:lpwstr>2052-12.1.0.23542</vt:lpwstr>
  </property>
</Properties>
</file>