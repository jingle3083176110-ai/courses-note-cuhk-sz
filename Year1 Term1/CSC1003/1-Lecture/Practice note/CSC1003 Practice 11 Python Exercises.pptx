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2" r:id="rId3"/>
    <p:sldId id="273" r:id="rId4"/>
    <p:sldId id="277" r:id="rId5"/>
    <p:sldId id="276" r:id="rId6"/>
    <p:sldId id="270" r:id="rId7"/>
    <p:sldId id="267" r:id="rId8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91" d="100"/>
          <a:sy n="91" d="100"/>
        </p:scale>
        <p:origin x="76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54398" y="2122754"/>
            <a:ext cx="3283203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30-Nov-25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30-Nov-25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30-Nov-25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30-Nov-25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12192000" y="0"/>
                </a:moveTo>
                <a:lnTo>
                  <a:pt x="0" y="0"/>
                </a:lnTo>
                <a:lnTo>
                  <a:pt x="0" y="685800"/>
                </a:lnTo>
                <a:lnTo>
                  <a:pt x="12192000" y="685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53199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459093" y="2867279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219583" y="0"/>
                </a:moveTo>
                <a:lnTo>
                  <a:pt x="161162" y="0"/>
                </a:lnTo>
                <a:lnTo>
                  <a:pt x="0" y="423037"/>
                </a:lnTo>
                <a:lnTo>
                  <a:pt x="60325" y="423037"/>
                </a:lnTo>
                <a:lnTo>
                  <a:pt x="101091" y="307213"/>
                </a:lnTo>
                <a:lnTo>
                  <a:pt x="336620" y="307213"/>
                </a:lnTo>
                <a:lnTo>
                  <a:pt x="318428" y="259461"/>
                </a:lnTo>
                <a:lnTo>
                  <a:pt x="118237" y="259461"/>
                </a:lnTo>
                <a:lnTo>
                  <a:pt x="181610" y="83566"/>
                </a:lnTo>
                <a:lnTo>
                  <a:pt x="183467" y="77801"/>
                </a:lnTo>
                <a:lnTo>
                  <a:pt x="185229" y="70977"/>
                </a:lnTo>
                <a:lnTo>
                  <a:pt x="186896" y="63081"/>
                </a:lnTo>
                <a:lnTo>
                  <a:pt x="188467" y="54101"/>
                </a:lnTo>
                <a:lnTo>
                  <a:pt x="240194" y="54101"/>
                </a:lnTo>
                <a:lnTo>
                  <a:pt x="219583" y="0"/>
                </a:lnTo>
                <a:close/>
              </a:path>
              <a:path w="381000" h="423545">
                <a:moveTo>
                  <a:pt x="336620" y="307213"/>
                </a:moveTo>
                <a:lnTo>
                  <a:pt x="277240" y="307213"/>
                </a:lnTo>
                <a:lnTo>
                  <a:pt x="320293" y="423037"/>
                </a:lnTo>
                <a:lnTo>
                  <a:pt x="380746" y="423037"/>
                </a:lnTo>
                <a:lnTo>
                  <a:pt x="336620" y="307213"/>
                </a:lnTo>
                <a:close/>
              </a:path>
              <a:path w="381000" h="423545">
                <a:moveTo>
                  <a:pt x="240194" y="54101"/>
                </a:moveTo>
                <a:lnTo>
                  <a:pt x="189737" y="54101"/>
                </a:lnTo>
                <a:lnTo>
                  <a:pt x="191502" y="63813"/>
                </a:lnTo>
                <a:lnTo>
                  <a:pt x="193182" y="71977"/>
                </a:lnTo>
                <a:lnTo>
                  <a:pt x="194792" y="78569"/>
                </a:lnTo>
                <a:lnTo>
                  <a:pt x="196341" y="83566"/>
                </a:lnTo>
                <a:lnTo>
                  <a:pt x="260223" y="259461"/>
                </a:lnTo>
                <a:lnTo>
                  <a:pt x="318428" y="259461"/>
                </a:lnTo>
                <a:lnTo>
                  <a:pt x="240194" y="54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1234" y="2915285"/>
            <a:ext cx="154178" cy="2175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459093" y="2867279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161162" y="0"/>
                </a:moveTo>
                <a:lnTo>
                  <a:pt x="219583" y="0"/>
                </a:lnTo>
                <a:lnTo>
                  <a:pt x="380746" y="423037"/>
                </a:lnTo>
                <a:lnTo>
                  <a:pt x="320293" y="423037"/>
                </a:lnTo>
                <a:lnTo>
                  <a:pt x="277240" y="307213"/>
                </a:lnTo>
                <a:lnTo>
                  <a:pt x="101091" y="307213"/>
                </a:lnTo>
                <a:lnTo>
                  <a:pt x="60325" y="423037"/>
                </a:lnTo>
                <a:lnTo>
                  <a:pt x="0" y="423037"/>
                </a:lnTo>
                <a:lnTo>
                  <a:pt x="161162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520055" y="2819019"/>
            <a:ext cx="436880" cy="487680"/>
          </a:xfrm>
          <a:custGeom>
            <a:avLst/>
            <a:gdLst/>
            <a:ahLst/>
            <a:cxnLst/>
            <a:rect l="l" t="t" r="r" b="b"/>
            <a:pathLst>
              <a:path w="436879" h="487679">
                <a:moveTo>
                  <a:pt x="354059" y="427735"/>
                </a:moveTo>
                <a:lnTo>
                  <a:pt x="266700" y="427735"/>
                </a:lnTo>
                <a:lnTo>
                  <a:pt x="347091" y="487171"/>
                </a:lnTo>
                <a:lnTo>
                  <a:pt x="436880" y="487171"/>
                </a:lnTo>
                <a:lnTo>
                  <a:pt x="354059" y="427735"/>
                </a:lnTo>
                <a:close/>
              </a:path>
              <a:path w="436879" h="487679">
                <a:moveTo>
                  <a:pt x="205612" y="0"/>
                </a:moveTo>
                <a:lnTo>
                  <a:pt x="160653" y="3786"/>
                </a:lnTo>
                <a:lnTo>
                  <a:pt x="120634" y="15144"/>
                </a:lnTo>
                <a:lnTo>
                  <a:pt x="85544" y="34075"/>
                </a:lnTo>
                <a:lnTo>
                  <a:pt x="55372" y="60578"/>
                </a:lnTo>
                <a:lnTo>
                  <a:pt x="31128" y="93559"/>
                </a:lnTo>
                <a:lnTo>
                  <a:pt x="13827" y="131730"/>
                </a:lnTo>
                <a:lnTo>
                  <a:pt x="3454" y="175093"/>
                </a:lnTo>
                <a:lnTo>
                  <a:pt x="0" y="223646"/>
                </a:lnTo>
                <a:lnTo>
                  <a:pt x="3383" y="268938"/>
                </a:lnTo>
                <a:lnTo>
                  <a:pt x="13541" y="309752"/>
                </a:lnTo>
                <a:lnTo>
                  <a:pt x="30485" y="346090"/>
                </a:lnTo>
                <a:lnTo>
                  <a:pt x="54229" y="377951"/>
                </a:lnTo>
                <a:lnTo>
                  <a:pt x="83687" y="403881"/>
                </a:lnTo>
                <a:lnTo>
                  <a:pt x="117586" y="422417"/>
                </a:lnTo>
                <a:lnTo>
                  <a:pt x="155938" y="433548"/>
                </a:lnTo>
                <a:lnTo>
                  <a:pt x="198755" y="437260"/>
                </a:lnTo>
                <a:lnTo>
                  <a:pt x="216854" y="436665"/>
                </a:lnTo>
                <a:lnTo>
                  <a:pt x="234203" y="434879"/>
                </a:lnTo>
                <a:lnTo>
                  <a:pt x="250815" y="431903"/>
                </a:lnTo>
                <a:lnTo>
                  <a:pt x="266700" y="427735"/>
                </a:lnTo>
                <a:lnTo>
                  <a:pt x="354059" y="427735"/>
                </a:lnTo>
                <a:lnTo>
                  <a:pt x="318135" y="401954"/>
                </a:lnTo>
                <a:lnTo>
                  <a:pt x="325520" y="396313"/>
                </a:lnTo>
                <a:lnTo>
                  <a:pt x="332644" y="390255"/>
                </a:lnTo>
                <a:lnTo>
                  <a:pt x="334386" y="388619"/>
                </a:lnTo>
                <a:lnTo>
                  <a:pt x="198755" y="388619"/>
                </a:lnTo>
                <a:lnTo>
                  <a:pt x="168707" y="385736"/>
                </a:lnTo>
                <a:lnTo>
                  <a:pt x="117566" y="362634"/>
                </a:lnTo>
                <a:lnTo>
                  <a:pt x="79351" y="317341"/>
                </a:lnTo>
                <a:lnTo>
                  <a:pt x="59729" y="255809"/>
                </a:lnTo>
                <a:lnTo>
                  <a:pt x="57277" y="219328"/>
                </a:lnTo>
                <a:lnTo>
                  <a:pt x="59779" y="183060"/>
                </a:lnTo>
                <a:lnTo>
                  <a:pt x="79833" y="121477"/>
                </a:lnTo>
                <a:lnTo>
                  <a:pt x="119032" y="75563"/>
                </a:lnTo>
                <a:lnTo>
                  <a:pt x="171471" y="52079"/>
                </a:lnTo>
                <a:lnTo>
                  <a:pt x="202311" y="49148"/>
                </a:lnTo>
                <a:lnTo>
                  <a:pt x="336226" y="49148"/>
                </a:lnTo>
                <a:lnTo>
                  <a:pt x="318573" y="33379"/>
                </a:lnTo>
                <a:lnTo>
                  <a:pt x="285226" y="14843"/>
                </a:lnTo>
                <a:lnTo>
                  <a:pt x="247568" y="3712"/>
                </a:lnTo>
                <a:lnTo>
                  <a:pt x="205612" y="0"/>
                </a:lnTo>
                <a:close/>
              </a:path>
              <a:path w="436879" h="487679">
                <a:moveTo>
                  <a:pt x="336226" y="49148"/>
                </a:moveTo>
                <a:lnTo>
                  <a:pt x="202311" y="49148"/>
                </a:lnTo>
                <a:lnTo>
                  <a:pt x="233433" y="51935"/>
                </a:lnTo>
                <a:lnTo>
                  <a:pt x="261080" y="60293"/>
                </a:lnTo>
                <a:lnTo>
                  <a:pt x="305943" y="93725"/>
                </a:lnTo>
                <a:lnTo>
                  <a:pt x="334343" y="147526"/>
                </a:lnTo>
                <a:lnTo>
                  <a:pt x="343789" y="220090"/>
                </a:lnTo>
                <a:lnTo>
                  <a:pt x="341364" y="257786"/>
                </a:lnTo>
                <a:lnTo>
                  <a:pt x="322036" y="319889"/>
                </a:lnTo>
                <a:lnTo>
                  <a:pt x="284033" y="363706"/>
                </a:lnTo>
                <a:lnTo>
                  <a:pt x="230832" y="385855"/>
                </a:lnTo>
                <a:lnTo>
                  <a:pt x="198755" y="388619"/>
                </a:lnTo>
                <a:lnTo>
                  <a:pt x="334386" y="388619"/>
                </a:lnTo>
                <a:lnTo>
                  <a:pt x="370371" y="344076"/>
                </a:lnTo>
                <a:lnTo>
                  <a:pt x="387635" y="305895"/>
                </a:lnTo>
                <a:lnTo>
                  <a:pt x="397994" y="262403"/>
                </a:lnTo>
                <a:lnTo>
                  <a:pt x="401447" y="213613"/>
                </a:lnTo>
                <a:lnTo>
                  <a:pt x="398069" y="168322"/>
                </a:lnTo>
                <a:lnTo>
                  <a:pt x="387953" y="127507"/>
                </a:lnTo>
                <a:lnTo>
                  <a:pt x="371121" y="91170"/>
                </a:lnTo>
                <a:lnTo>
                  <a:pt x="347599" y="59308"/>
                </a:lnTo>
                <a:lnTo>
                  <a:pt x="336226" y="49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520055" y="2819019"/>
            <a:ext cx="436880" cy="487680"/>
          </a:xfrm>
          <a:custGeom>
            <a:avLst/>
            <a:gdLst/>
            <a:ahLst/>
            <a:cxnLst/>
            <a:rect l="l" t="t" r="r" b="b"/>
            <a:pathLst>
              <a:path w="436879" h="487679">
                <a:moveTo>
                  <a:pt x="202311" y="49148"/>
                </a:moveTo>
                <a:lnTo>
                  <a:pt x="143716" y="60880"/>
                </a:lnTo>
                <a:lnTo>
                  <a:pt x="97409" y="96138"/>
                </a:lnTo>
                <a:lnTo>
                  <a:pt x="67294" y="150447"/>
                </a:lnTo>
                <a:lnTo>
                  <a:pt x="57277" y="219328"/>
                </a:lnTo>
                <a:lnTo>
                  <a:pt x="59729" y="255809"/>
                </a:lnTo>
                <a:lnTo>
                  <a:pt x="79351" y="317341"/>
                </a:lnTo>
                <a:lnTo>
                  <a:pt x="117566" y="362634"/>
                </a:lnTo>
                <a:lnTo>
                  <a:pt x="168707" y="385736"/>
                </a:lnTo>
                <a:lnTo>
                  <a:pt x="198755" y="388619"/>
                </a:lnTo>
                <a:lnTo>
                  <a:pt x="230832" y="385855"/>
                </a:lnTo>
                <a:lnTo>
                  <a:pt x="284033" y="363706"/>
                </a:lnTo>
                <a:lnTo>
                  <a:pt x="322036" y="319889"/>
                </a:lnTo>
                <a:lnTo>
                  <a:pt x="341364" y="257786"/>
                </a:lnTo>
                <a:lnTo>
                  <a:pt x="343789" y="220090"/>
                </a:lnTo>
                <a:lnTo>
                  <a:pt x="341429" y="181469"/>
                </a:lnTo>
                <a:lnTo>
                  <a:pt x="322518" y="118274"/>
                </a:lnTo>
                <a:lnTo>
                  <a:pt x="285249" y="74223"/>
                </a:lnTo>
                <a:lnTo>
                  <a:pt x="233433" y="51935"/>
                </a:lnTo>
                <a:lnTo>
                  <a:pt x="202311" y="49148"/>
                </a:lnTo>
                <a:close/>
              </a:path>
              <a:path w="436879" h="487679">
                <a:moveTo>
                  <a:pt x="205612" y="0"/>
                </a:moveTo>
                <a:lnTo>
                  <a:pt x="247568" y="3712"/>
                </a:lnTo>
                <a:lnTo>
                  <a:pt x="285226" y="14843"/>
                </a:lnTo>
                <a:lnTo>
                  <a:pt x="318573" y="33379"/>
                </a:lnTo>
                <a:lnTo>
                  <a:pt x="347599" y="59308"/>
                </a:lnTo>
                <a:lnTo>
                  <a:pt x="371121" y="91170"/>
                </a:lnTo>
                <a:lnTo>
                  <a:pt x="387953" y="127507"/>
                </a:lnTo>
                <a:lnTo>
                  <a:pt x="398069" y="168322"/>
                </a:lnTo>
                <a:lnTo>
                  <a:pt x="401447" y="213613"/>
                </a:lnTo>
                <a:lnTo>
                  <a:pt x="397994" y="262403"/>
                </a:lnTo>
                <a:lnTo>
                  <a:pt x="387635" y="305895"/>
                </a:lnTo>
                <a:lnTo>
                  <a:pt x="370371" y="344076"/>
                </a:lnTo>
                <a:lnTo>
                  <a:pt x="346202" y="376935"/>
                </a:lnTo>
                <a:lnTo>
                  <a:pt x="318135" y="401954"/>
                </a:lnTo>
                <a:lnTo>
                  <a:pt x="436880" y="487171"/>
                </a:lnTo>
                <a:lnTo>
                  <a:pt x="347091" y="487171"/>
                </a:lnTo>
                <a:lnTo>
                  <a:pt x="266700" y="427735"/>
                </a:lnTo>
                <a:lnTo>
                  <a:pt x="250815" y="431903"/>
                </a:lnTo>
                <a:lnTo>
                  <a:pt x="234203" y="434879"/>
                </a:lnTo>
                <a:lnTo>
                  <a:pt x="216854" y="436665"/>
                </a:lnTo>
                <a:lnTo>
                  <a:pt x="198755" y="437260"/>
                </a:lnTo>
                <a:lnTo>
                  <a:pt x="155938" y="433548"/>
                </a:lnTo>
                <a:lnTo>
                  <a:pt x="117586" y="422417"/>
                </a:lnTo>
                <a:lnTo>
                  <a:pt x="83687" y="403881"/>
                </a:lnTo>
                <a:lnTo>
                  <a:pt x="54229" y="377951"/>
                </a:lnTo>
                <a:lnTo>
                  <a:pt x="30485" y="346090"/>
                </a:lnTo>
                <a:lnTo>
                  <a:pt x="13541" y="309752"/>
                </a:lnTo>
                <a:lnTo>
                  <a:pt x="3383" y="268938"/>
                </a:lnTo>
                <a:lnTo>
                  <a:pt x="0" y="223646"/>
                </a:lnTo>
                <a:lnTo>
                  <a:pt x="3454" y="175093"/>
                </a:lnTo>
                <a:lnTo>
                  <a:pt x="13827" y="131730"/>
                </a:lnTo>
                <a:lnTo>
                  <a:pt x="31128" y="93559"/>
                </a:lnTo>
                <a:lnTo>
                  <a:pt x="55372" y="60578"/>
                </a:lnTo>
                <a:lnTo>
                  <a:pt x="85544" y="34075"/>
                </a:lnTo>
                <a:lnTo>
                  <a:pt x="120634" y="15144"/>
                </a:lnTo>
                <a:lnTo>
                  <a:pt x="160653" y="3786"/>
                </a:lnTo>
                <a:lnTo>
                  <a:pt x="205612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982208" y="2819019"/>
            <a:ext cx="441325" cy="437515"/>
          </a:xfrm>
          <a:custGeom>
            <a:avLst/>
            <a:gdLst/>
            <a:ahLst/>
            <a:cxnLst/>
            <a:rect l="l" t="t" r="r" b="b"/>
            <a:pathLst>
              <a:path w="441325" h="437514">
                <a:moveTo>
                  <a:pt x="161162" y="0"/>
                </a:moveTo>
                <a:lnTo>
                  <a:pt x="115728" y="6588"/>
                </a:lnTo>
                <a:lnTo>
                  <a:pt x="80009" y="26415"/>
                </a:lnTo>
                <a:lnTo>
                  <a:pt x="56864" y="57181"/>
                </a:lnTo>
                <a:lnTo>
                  <a:pt x="49149" y="96900"/>
                </a:lnTo>
                <a:lnTo>
                  <a:pt x="52220" y="121737"/>
                </a:lnTo>
                <a:lnTo>
                  <a:pt x="61436" y="144811"/>
                </a:lnTo>
                <a:lnTo>
                  <a:pt x="76795" y="166123"/>
                </a:lnTo>
                <a:lnTo>
                  <a:pt x="98297" y="185673"/>
                </a:lnTo>
                <a:lnTo>
                  <a:pt x="55292" y="209633"/>
                </a:lnTo>
                <a:lnTo>
                  <a:pt x="24574" y="239045"/>
                </a:lnTo>
                <a:lnTo>
                  <a:pt x="6143" y="273935"/>
                </a:lnTo>
                <a:lnTo>
                  <a:pt x="0" y="314325"/>
                </a:lnTo>
                <a:lnTo>
                  <a:pt x="2452" y="341449"/>
                </a:lnTo>
                <a:lnTo>
                  <a:pt x="22074" y="386459"/>
                </a:lnTo>
                <a:lnTo>
                  <a:pt x="60505" y="418629"/>
                </a:lnTo>
                <a:lnTo>
                  <a:pt x="113412" y="434961"/>
                </a:lnTo>
                <a:lnTo>
                  <a:pt x="145033" y="437006"/>
                </a:lnTo>
                <a:lnTo>
                  <a:pt x="188112" y="432984"/>
                </a:lnTo>
                <a:lnTo>
                  <a:pt x="227822" y="420925"/>
                </a:lnTo>
                <a:lnTo>
                  <a:pt x="264173" y="400841"/>
                </a:lnTo>
                <a:lnTo>
                  <a:pt x="274950" y="391667"/>
                </a:lnTo>
                <a:lnTo>
                  <a:pt x="145541" y="391667"/>
                </a:lnTo>
                <a:lnTo>
                  <a:pt x="126186" y="390336"/>
                </a:lnTo>
                <a:lnTo>
                  <a:pt x="79501" y="370458"/>
                </a:lnTo>
                <a:lnTo>
                  <a:pt x="55695" y="329900"/>
                </a:lnTo>
                <a:lnTo>
                  <a:pt x="54101" y="312419"/>
                </a:lnTo>
                <a:lnTo>
                  <a:pt x="55292" y="295417"/>
                </a:lnTo>
                <a:lnTo>
                  <a:pt x="73151" y="252983"/>
                </a:lnTo>
                <a:lnTo>
                  <a:pt x="116157" y="220479"/>
                </a:lnTo>
                <a:lnTo>
                  <a:pt x="136778" y="211073"/>
                </a:lnTo>
                <a:lnTo>
                  <a:pt x="226017" y="211073"/>
                </a:lnTo>
                <a:lnTo>
                  <a:pt x="216894" y="203924"/>
                </a:lnTo>
                <a:lnTo>
                  <a:pt x="186816" y="188467"/>
                </a:lnTo>
                <a:lnTo>
                  <a:pt x="221914" y="170037"/>
                </a:lnTo>
                <a:lnTo>
                  <a:pt x="226422" y="165988"/>
                </a:lnTo>
                <a:lnTo>
                  <a:pt x="146430" y="165988"/>
                </a:lnTo>
                <a:lnTo>
                  <a:pt x="125855" y="152110"/>
                </a:lnTo>
                <a:lnTo>
                  <a:pt x="111164" y="136001"/>
                </a:lnTo>
                <a:lnTo>
                  <a:pt x="102371" y="117732"/>
                </a:lnTo>
                <a:lnTo>
                  <a:pt x="99440" y="97281"/>
                </a:lnTo>
                <a:lnTo>
                  <a:pt x="100486" y="85399"/>
                </a:lnTo>
                <a:lnTo>
                  <a:pt x="125176" y="50155"/>
                </a:lnTo>
                <a:lnTo>
                  <a:pt x="161162" y="41528"/>
                </a:lnTo>
                <a:lnTo>
                  <a:pt x="252420" y="41528"/>
                </a:lnTo>
                <a:lnTo>
                  <a:pt x="250578" y="38449"/>
                </a:lnTo>
                <a:lnTo>
                  <a:pt x="237743" y="25018"/>
                </a:lnTo>
                <a:lnTo>
                  <a:pt x="221956" y="14091"/>
                </a:lnTo>
                <a:lnTo>
                  <a:pt x="203930" y="6270"/>
                </a:lnTo>
                <a:lnTo>
                  <a:pt x="183665" y="1569"/>
                </a:lnTo>
                <a:lnTo>
                  <a:pt x="161162" y="0"/>
                </a:lnTo>
                <a:close/>
              </a:path>
              <a:path w="441325" h="437514">
                <a:moveTo>
                  <a:pt x="360851" y="372744"/>
                </a:moveTo>
                <a:lnTo>
                  <a:pt x="297179" y="372744"/>
                </a:lnTo>
                <a:lnTo>
                  <a:pt x="311374" y="391080"/>
                </a:lnTo>
                <a:lnTo>
                  <a:pt x="347217" y="424941"/>
                </a:lnTo>
                <a:lnTo>
                  <a:pt x="393572" y="437006"/>
                </a:lnTo>
                <a:lnTo>
                  <a:pt x="405763" y="436459"/>
                </a:lnTo>
                <a:lnTo>
                  <a:pt x="417750" y="434816"/>
                </a:lnTo>
                <a:lnTo>
                  <a:pt x="429523" y="432077"/>
                </a:lnTo>
                <a:lnTo>
                  <a:pt x="441070" y="428243"/>
                </a:lnTo>
                <a:lnTo>
                  <a:pt x="441070" y="389127"/>
                </a:lnTo>
                <a:lnTo>
                  <a:pt x="402336" y="389127"/>
                </a:lnTo>
                <a:lnTo>
                  <a:pt x="392620" y="388433"/>
                </a:lnTo>
                <a:lnTo>
                  <a:pt x="383476" y="386333"/>
                </a:lnTo>
                <a:lnTo>
                  <a:pt x="374903" y="382805"/>
                </a:lnTo>
                <a:lnTo>
                  <a:pt x="366902" y="377825"/>
                </a:lnTo>
                <a:lnTo>
                  <a:pt x="360851" y="372744"/>
                </a:lnTo>
                <a:close/>
              </a:path>
              <a:path w="441325" h="437514">
                <a:moveTo>
                  <a:pt x="226017" y="211073"/>
                </a:moveTo>
                <a:lnTo>
                  <a:pt x="136778" y="211073"/>
                </a:lnTo>
                <a:lnTo>
                  <a:pt x="157827" y="220077"/>
                </a:lnTo>
                <a:lnTo>
                  <a:pt x="176958" y="230330"/>
                </a:lnTo>
                <a:lnTo>
                  <a:pt x="209422" y="254634"/>
                </a:lnTo>
                <a:lnTo>
                  <a:pt x="239442" y="288051"/>
                </a:lnTo>
                <a:lnTo>
                  <a:pt x="272033" y="334517"/>
                </a:lnTo>
                <a:lnTo>
                  <a:pt x="244768" y="359521"/>
                </a:lnTo>
                <a:lnTo>
                  <a:pt x="214598" y="377380"/>
                </a:lnTo>
                <a:lnTo>
                  <a:pt x="181522" y="388096"/>
                </a:lnTo>
                <a:lnTo>
                  <a:pt x="145541" y="391667"/>
                </a:lnTo>
                <a:lnTo>
                  <a:pt x="274950" y="391667"/>
                </a:lnTo>
                <a:lnTo>
                  <a:pt x="297179" y="372744"/>
                </a:lnTo>
                <a:lnTo>
                  <a:pt x="360851" y="372744"/>
                </a:lnTo>
                <a:lnTo>
                  <a:pt x="358735" y="370968"/>
                </a:lnTo>
                <a:lnTo>
                  <a:pt x="349662" y="361648"/>
                </a:lnTo>
                <a:lnTo>
                  <a:pt x="339685" y="349875"/>
                </a:lnTo>
                <a:lnTo>
                  <a:pt x="328802" y="335660"/>
                </a:lnTo>
                <a:lnTo>
                  <a:pt x="344564" y="312896"/>
                </a:lnTo>
                <a:lnTo>
                  <a:pt x="354922" y="295275"/>
                </a:lnTo>
                <a:lnTo>
                  <a:pt x="302387" y="295275"/>
                </a:lnTo>
                <a:lnTo>
                  <a:pt x="274667" y="257315"/>
                </a:lnTo>
                <a:lnTo>
                  <a:pt x="246173" y="226869"/>
                </a:lnTo>
                <a:lnTo>
                  <a:pt x="226017" y="211073"/>
                </a:lnTo>
                <a:close/>
              </a:path>
              <a:path w="441325" h="437514">
                <a:moveTo>
                  <a:pt x="441070" y="380491"/>
                </a:moveTo>
                <a:lnTo>
                  <a:pt x="430232" y="384252"/>
                </a:lnTo>
                <a:lnTo>
                  <a:pt x="420179" y="386953"/>
                </a:lnTo>
                <a:lnTo>
                  <a:pt x="410888" y="388582"/>
                </a:lnTo>
                <a:lnTo>
                  <a:pt x="402336" y="389127"/>
                </a:lnTo>
                <a:lnTo>
                  <a:pt x="441070" y="389127"/>
                </a:lnTo>
                <a:lnTo>
                  <a:pt x="441070" y="380491"/>
                </a:lnTo>
                <a:close/>
              </a:path>
              <a:path w="441325" h="437514">
                <a:moveTo>
                  <a:pt x="395477" y="99440"/>
                </a:moveTo>
                <a:lnTo>
                  <a:pt x="344677" y="99440"/>
                </a:lnTo>
                <a:lnTo>
                  <a:pt x="347085" y="109255"/>
                </a:lnTo>
                <a:lnTo>
                  <a:pt x="348789" y="119284"/>
                </a:lnTo>
                <a:lnTo>
                  <a:pt x="349803" y="129551"/>
                </a:lnTo>
                <a:lnTo>
                  <a:pt x="350138" y="140080"/>
                </a:lnTo>
                <a:lnTo>
                  <a:pt x="347160" y="183278"/>
                </a:lnTo>
                <a:lnTo>
                  <a:pt x="338216" y="223535"/>
                </a:lnTo>
                <a:lnTo>
                  <a:pt x="323296" y="260863"/>
                </a:lnTo>
                <a:lnTo>
                  <a:pt x="302387" y="295275"/>
                </a:lnTo>
                <a:lnTo>
                  <a:pt x="354922" y="295275"/>
                </a:lnTo>
                <a:lnTo>
                  <a:pt x="380872" y="238886"/>
                </a:lnTo>
                <a:lnTo>
                  <a:pt x="394874" y="187642"/>
                </a:lnTo>
                <a:lnTo>
                  <a:pt x="399474" y="140080"/>
                </a:lnTo>
                <a:lnTo>
                  <a:pt x="399478" y="136001"/>
                </a:lnTo>
                <a:lnTo>
                  <a:pt x="399282" y="127658"/>
                </a:lnTo>
                <a:lnTo>
                  <a:pt x="398532" y="117732"/>
                </a:lnTo>
                <a:lnTo>
                  <a:pt x="398406" y="116679"/>
                </a:lnTo>
                <a:lnTo>
                  <a:pt x="397238" y="108037"/>
                </a:lnTo>
                <a:lnTo>
                  <a:pt x="395477" y="99440"/>
                </a:lnTo>
                <a:close/>
              </a:path>
              <a:path w="441325" h="437514">
                <a:moveTo>
                  <a:pt x="252420" y="41528"/>
                </a:moveTo>
                <a:lnTo>
                  <a:pt x="161162" y="41528"/>
                </a:lnTo>
                <a:lnTo>
                  <a:pt x="172573" y="42431"/>
                </a:lnTo>
                <a:lnTo>
                  <a:pt x="183006" y="45132"/>
                </a:lnTo>
                <a:lnTo>
                  <a:pt x="213105" y="72659"/>
                </a:lnTo>
                <a:lnTo>
                  <a:pt x="217169" y="94487"/>
                </a:lnTo>
                <a:lnTo>
                  <a:pt x="212742" y="116679"/>
                </a:lnTo>
                <a:lnTo>
                  <a:pt x="199448" y="136016"/>
                </a:lnTo>
                <a:lnTo>
                  <a:pt x="177361" y="152441"/>
                </a:lnTo>
                <a:lnTo>
                  <a:pt x="146430" y="165988"/>
                </a:lnTo>
                <a:lnTo>
                  <a:pt x="226422" y="165988"/>
                </a:lnTo>
                <a:lnTo>
                  <a:pt x="246999" y="147510"/>
                </a:lnTo>
                <a:lnTo>
                  <a:pt x="262058" y="120888"/>
                </a:lnTo>
                <a:lnTo>
                  <a:pt x="267080" y="90169"/>
                </a:lnTo>
                <a:lnTo>
                  <a:pt x="265247" y="71024"/>
                </a:lnTo>
                <a:lnTo>
                  <a:pt x="259746" y="53784"/>
                </a:lnTo>
                <a:lnTo>
                  <a:pt x="252420" y="41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0214" y="3023997"/>
            <a:ext cx="230124" cy="19278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5553" y="2854452"/>
            <a:ext cx="129921" cy="136652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5982208" y="2819019"/>
            <a:ext cx="441325" cy="437515"/>
          </a:xfrm>
          <a:custGeom>
            <a:avLst/>
            <a:gdLst/>
            <a:ahLst/>
            <a:cxnLst/>
            <a:rect l="l" t="t" r="r" b="b"/>
            <a:pathLst>
              <a:path w="441325" h="437514">
                <a:moveTo>
                  <a:pt x="161162" y="0"/>
                </a:moveTo>
                <a:lnTo>
                  <a:pt x="203930" y="6270"/>
                </a:lnTo>
                <a:lnTo>
                  <a:pt x="237743" y="25018"/>
                </a:lnTo>
                <a:lnTo>
                  <a:pt x="265247" y="71024"/>
                </a:lnTo>
                <a:lnTo>
                  <a:pt x="267080" y="90169"/>
                </a:lnTo>
                <a:lnTo>
                  <a:pt x="262058" y="120888"/>
                </a:lnTo>
                <a:lnTo>
                  <a:pt x="246999" y="147510"/>
                </a:lnTo>
                <a:lnTo>
                  <a:pt x="221914" y="170037"/>
                </a:lnTo>
                <a:lnTo>
                  <a:pt x="186816" y="188467"/>
                </a:lnTo>
                <a:lnTo>
                  <a:pt x="216894" y="203924"/>
                </a:lnTo>
                <a:lnTo>
                  <a:pt x="246173" y="226869"/>
                </a:lnTo>
                <a:lnTo>
                  <a:pt x="274667" y="257315"/>
                </a:lnTo>
                <a:lnTo>
                  <a:pt x="302387" y="295275"/>
                </a:lnTo>
                <a:lnTo>
                  <a:pt x="323296" y="260863"/>
                </a:lnTo>
                <a:lnTo>
                  <a:pt x="338216" y="223535"/>
                </a:lnTo>
                <a:lnTo>
                  <a:pt x="347160" y="183278"/>
                </a:lnTo>
                <a:lnTo>
                  <a:pt x="350138" y="140080"/>
                </a:lnTo>
                <a:lnTo>
                  <a:pt x="349803" y="129551"/>
                </a:lnTo>
                <a:lnTo>
                  <a:pt x="348789" y="119284"/>
                </a:lnTo>
                <a:lnTo>
                  <a:pt x="347085" y="109255"/>
                </a:lnTo>
                <a:lnTo>
                  <a:pt x="344677" y="99440"/>
                </a:lnTo>
                <a:lnTo>
                  <a:pt x="395477" y="99440"/>
                </a:lnTo>
                <a:lnTo>
                  <a:pt x="397238" y="108037"/>
                </a:lnTo>
                <a:lnTo>
                  <a:pt x="398510" y="117443"/>
                </a:lnTo>
                <a:lnTo>
                  <a:pt x="399282" y="127658"/>
                </a:lnTo>
                <a:lnTo>
                  <a:pt x="399541" y="138683"/>
                </a:lnTo>
                <a:lnTo>
                  <a:pt x="398375" y="162877"/>
                </a:lnTo>
                <a:lnTo>
                  <a:pt x="389040" y="212978"/>
                </a:lnTo>
                <a:lnTo>
                  <a:pt x="370611" y="264509"/>
                </a:lnTo>
                <a:lnTo>
                  <a:pt x="344564" y="312896"/>
                </a:lnTo>
                <a:lnTo>
                  <a:pt x="328802" y="335660"/>
                </a:lnTo>
                <a:lnTo>
                  <a:pt x="339685" y="349875"/>
                </a:lnTo>
                <a:lnTo>
                  <a:pt x="366902" y="377825"/>
                </a:lnTo>
                <a:lnTo>
                  <a:pt x="402336" y="389127"/>
                </a:lnTo>
                <a:lnTo>
                  <a:pt x="410888" y="388582"/>
                </a:lnTo>
                <a:lnTo>
                  <a:pt x="420179" y="386953"/>
                </a:lnTo>
                <a:lnTo>
                  <a:pt x="430232" y="384252"/>
                </a:lnTo>
                <a:lnTo>
                  <a:pt x="441070" y="380491"/>
                </a:lnTo>
                <a:lnTo>
                  <a:pt x="441070" y="428243"/>
                </a:lnTo>
                <a:lnTo>
                  <a:pt x="429523" y="432077"/>
                </a:lnTo>
                <a:lnTo>
                  <a:pt x="417750" y="434816"/>
                </a:lnTo>
                <a:lnTo>
                  <a:pt x="405763" y="436459"/>
                </a:lnTo>
                <a:lnTo>
                  <a:pt x="393572" y="437006"/>
                </a:lnTo>
                <a:lnTo>
                  <a:pt x="381043" y="436246"/>
                </a:lnTo>
                <a:lnTo>
                  <a:pt x="336381" y="417179"/>
                </a:lnTo>
                <a:lnTo>
                  <a:pt x="297179" y="372744"/>
                </a:lnTo>
                <a:lnTo>
                  <a:pt x="264173" y="400841"/>
                </a:lnTo>
                <a:lnTo>
                  <a:pt x="227822" y="420925"/>
                </a:lnTo>
                <a:lnTo>
                  <a:pt x="188112" y="432984"/>
                </a:lnTo>
                <a:lnTo>
                  <a:pt x="145033" y="437006"/>
                </a:lnTo>
                <a:lnTo>
                  <a:pt x="113412" y="434961"/>
                </a:lnTo>
                <a:lnTo>
                  <a:pt x="60505" y="418629"/>
                </a:lnTo>
                <a:lnTo>
                  <a:pt x="22074" y="386459"/>
                </a:lnTo>
                <a:lnTo>
                  <a:pt x="2452" y="341449"/>
                </a:lnTo>
                <a:lnTo>
                  <a:pt x="0" y="314325"/>
                </a:lnTo>
                <a:lnTo>
                  <a:pt x="6143" y="273935"/>
                </a:lnTo>
                <a:lnTo>
                  <a:pt x="24574" y="239045"/>
                </a:lnTo>
                <a:lnTo>
                  <a:pt x="55292" y="209633"/>
                </a:lnTo>
                <a:lnTo>
                  <a:pt x="98297" y="185673"/>
                </a:lnTo>
                <a:lnTo>
                  <a:pt x="76795" y="166123"/>
                </a:lnTo>
                <a:lnTo>
                  <a:pt x="61436" y="144811"/>
                </a:lnTo>
                <a:lnTo>
                  <a:pt x="52220" y="121737"/>
                </a:lnTo>
                <a:lnTo>
                  <a:pt x="49149" y="96900"/>
                </a:lnTo>
                <a:lnTo>
                  <a:pt x="51077" y="75922"/>
                </a:lnTo>
                <a:lnTo>
                  <a:pt x="66508" y="40679"/>
                </a:lnTo>
                <a:lnTo>
                  <a:pt x="96654" y="14841"/>
                </a:lnTo>
                <a:lnTo>
                  <a:pt x="137231" y="1645"/>
                </a:lnTo>
                <a:lnTo>
                  <a:pt x="161162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30-Nov-25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12192000" y="0"/>
                </a:moveTo>
                <a:lnTo>
                  <a:pt x="0" y="0"/>
                </a:lnTo>
                <a:lnTo>
                  <a:pt x="0" y="685800"/>
                </a:lnTo>
                <a:lnTo>
                  <a:pt x="12192000" y="685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53199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347" y="864488"/>
            <a:ext cx="1191930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056" y="2731363"/>
            <a:ext cx="8939530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30-Nov-25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j.cuhk.edu.cn/d/csc1003_2025_fall/p/P102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j.cuhk.edu.cn/d/csc1003_2025_fall/p/P102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oj.cuhk.edu.cn/d/csc1003_2025_fall/p/P102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oj.cuhk.edu.cn/d/csc1003_2025_fall/p/P102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80200" y="2273055"/>
            <a:ext cx="8831599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9" algn="ctr">
              <a:lnSpc>
                <a:spcPct val="100000"/>
              </a:lnSpc>
              <a:spcBef>
                <a:spcPts val="95"/>
              </a:spcBef>
            </a:pPr>
            <a:r>
              <a:rPr lang="en-US" spc="-25" dirty="0"/>
              <a:t>Python 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8282" y="3587877"/>
            <a:ext cx="36277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3144">
              <a:lnSpc>
                <a:spcPct val="100000"/>
              </a:lnSpc>
              <a:spcBef>
                <a:spcPts val="100"/>
              </a:spcBef>
            </a:pPr>
            <a:r>
              <a:rPr lang="en-US" sz="2400" spc="-30" dirty="0">
                <a:latin typeface="Calibri"/>
                <a:cs typeface="Calibri"/>
              </a:rPr>
              <a:t>CSC1003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5C60-F71B-1E03-1342-D8FA65C3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6BFF2F-6E99-8A96-D954-4A42E53A2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864488"/>
            <a:ext cx="3736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Quadratic Formula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09803B-2A1E-4F67-D242-7DF109829151}"/>
              </a:ext>
            </a:extLst>
          </p:cNvPr>
          <p:cNvSpPr/>
          <p:nvPr/>
        </p:nvSpPr>
        <p:spPr>
          <a:xfrm>
            <a:off x="0" y="154076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1E308-93A9-13FB-F01F-6A2DD461CD98}"/>
              </a:ext>
            </a:extLst>
          </p:cNvPr>
          <p:cNvSpPr txBox="1"/>
          <p:nvPr/>
        </p:nvSpPr>
        <p:spPr>
          <a:xfrm>
            <a:off x="224515" y="1752600"/>
            <a:ext cx="1174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quadratic formula is: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1F7CDE-D10F-AFCF-C59B-51F715175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4265"/>
            <a:ext cx="2828925" cy="1732547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C2BB7312-44CB-6B6D-445A-EEEDC4BEC09E}"/>
              </a:ext>
            </a:extLst>
          </p:cNvPr>
          <p:cNvSpPr txBox="1"/>
          <p:nvPr/>
        </p:nvSpPr>
        <p:spPr>
          <a:xfrm>
            <a:off x="224515" y="3958346"/>
            <a:ext cx="11742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a </a:t>
            </a:r>
            <a:r>
              <a:rPr lang="en-US" sz="2400" b="1" dirty="0">
                <a:solidFill>
                  <a:srgbClr val="FF0000"/>
                </a:solidFill>
              </a:rPr>
              <a:t>Python</a:t>
            </a:r>
            <a:r>
              <a:rPr lang="en-US" sz="2400" dirty="0"/>
              <a:t> program that reads the value of </a:t>
            </a:r>
            <a:r>
              <a:rPr lang="en-US" sz="2400" i="1" dirty="0"/>
              <a:t>a, b, c. </a:t>
            </a:r>
            <a:r>
              <a:rPr lang="en-US" sz="2400" dirty="0"/>
              <a:t>Then, if a real solution exist, output the round down of solutions (always output 2 solutions even if they are the same, and output the larger solution first); else, output “No real solution”.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218059-57D6-3AF1-120D-663952E7D719}"/>
              </a:ext>
            </a:extLst>
          </p:cNvPr>
          <p:cNvSpPr txBox="1"/>
          <p:nvPr/>
        </p:nvSpPr>
        <p:spPr>
          <a:xfrm>
            <a:off x="292525" y="5356922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OJ Link: </a:t>
            </a:r>
            <a:r>
              <a:rPr lang="en-US" altLang="zh-CN" dirty="0">
                <a:hlinkClick r:id="rId3"/>
              </a:rPr>
              <a:t>https://oj.cuhk.edu.cn/d/csc1003_2025_fall/p/P1024</a:t>
            </a:r>
            <a:r>
              <a:rPr lang="en-US" altLang="zh-CN" dirty="0"/>
              <a:t>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988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BBC3-F458-87E7-FFAF-CD679A3C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FC21FB-0A9C-0465-2607-EC3A762C3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864488"/>
            <a:ext cx="3736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Divisible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4E0FAC3-F011-40CF-3F8A-F672A43F1233}"/>
              </a:ext>
            </a:extLst>
          </p:cNvPr>
          <p:cNvSpPr/>
          <p:nvPr/>
        </p:nvSpPr>
        <p:spPr>
          <a:xfrm>
            <a:off x="0" y="154076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468BC-C2A4-A36B-8FC9-080C3D8433B8}"/>
              </a:ext>
            </a:extLst>
          </p:cNvPr>
          <p:cNvSpPr txBox="1"/>
          <p:nvPr/>
        </p:nvSpPr>
        <p:spPr>
          <a:xfrm>
            <a:off x="224515" y="1752600"/>
            <a:ext cx="1174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Try “Divisible” again, but in Python.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C08840-C247-3A8E-2D55-B081160C66F1}"/>
              </a:ext>
            </a:extLst>
          </p:cNvPr>
          <p:cNvSpPr txBox="1"/>
          <p:nvPr/>
        </p:nvSpPr>
        <p:spPr>
          <a:xfrm>
            <a:off x="213264" y="2380382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OJ Link: </a:t>
            </a:r>
            <a:r>
              <a:rPr lang="en-US" altLang="zh-CN" dirty="0">
                <a:hlinkClick r:id="rId2"/>
              </a:rPr>
              <a:t>https://oj.cuhk.edu.cn/d/csc1003_2025_fall/p/P1025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6645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4D23-AAF6-4174-187D-FB11B7A0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387950-FD25-4336-C2F6-AC0A9C06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864488"/>
            <a:ext cx="6019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Narcissistic numbers (Python)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3C49B4-3604-938D-8034-54A9087D6A01}"/>
              </a:ext>
            </a:extLst>
          </p:cNvPr>
          <p:cNvSpPr/>
          <p:nvPr/>
        </p:nvSpPr>
        <p:spPr>
          <a:xfrm>
            <a:off x="0" y="154076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1589B8-B0D5-A27F-49CB-EF8FC8518224}"/>
              </a:ext>
            </a:extLst>
          </p:cNvPr>
          <p:cNvSpPr txBox="1"/>
          <p:nvPr/>
        </p:nvSpPr>
        <p:spPr>
          <a:xfrm>
            <a:off x="228600" y="590596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OJ Link: </a:t>
            </a:r>
            <a:r>
              <a:rPr lang="en-US" altLang="zh-CN" dirty="0">
                <a:hlinkClick r:id="rId2"/>
              </a:rPr>
              <a:t>https://oj.cuhk.edu.cn/d/csc1003_2025_fall/p/P1026</a:t>
            </a:r>
            <a:r>
              <a:rPr lang="en-US" altLang="zh-CN" dirty="0"/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BE055D-DAC6-4F5B-6A56-D758A745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82355"/>
            <a:ext cx="8001000" cy="410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0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5598A-B98C-0E87-6EC3-094FDBCB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F6B1A0-065B-8DF1-D4BA-6DCB2E3BD6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864488"/>
            <a:ext cx="6019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Dictionary (Python)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131D80-1B13-51FF-B82D-51EF8F16E9EA}"/>
              </a:ext>
            </a:extLst>
          </p:cNvPr>
          <p:cNvSpPr/>
          <p:nvPr/>
        </p:nvSpPr>
        <p:spPr>
          <a:xfrm>
            <a:off x="0" y="154076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3D1C25-2C66-058F-D27D-0F325FB7C4D6}"/>
              </a:ext>
            </a:extLst>
          </p:cNvPr>
          <p:cNvSpPr txBox="1"/>
          <p:nvPr/>
        </p:nvSpPr>
        <p:spPr>
          <a:xfrm>
            <a:off x="304800" y="1905000"/>
            <a:ext cx="9829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Get familiar with python dictionary with the following program: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/>
              <a:t>Create a tool that can return the corresponding name, school and major with the input of student number. (</a:t>
            </a:r>
            <a:r>
              <a:rPr lang="en-US" altLang="zh-CN" sz="2000" i="1" dirty="0"/>
              <a:t>You can store these values in a nested dictionary</a:t>
            </a:r>
            <a:r>
              <a:rPr lang="en-US" altLang="zh-CN" sz="20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/>
              <a:t>You can generate some </a:t>
            </a:r>
            <a:r>
              <a:rPr lang="en-US" altLang="zh-CN" sz="2000" b="1" dirty="0"/>
              <a:t>fixed</a:t>
            </a:r>
            <a:r>
              <a:rPr lang="en-US" altLang="zh-CN" sz="2000" dirty="0"/>
              <a:t> arbitrary data for the tool.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/>
              <a:t>Example: for input 122504897, the program may return (Mike, SDS, STAT).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/>
              <a:t>You can add more features, such as return a list of student information whose student numbers are within a certain range.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2682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4D23-AAF6-4174-187D-FB11B7A0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387950-FD25-4336-C2F6-AC0A9C06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864488"/>
            <a:ext cx="6019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Square (Python)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3C49B4-3604-938D-8034-54A9087D6A01}"/>
              </a:ext>
            </a:extLst>
          </p:cNvPr>
          <p:cNvSpPr/>
          <p:nvPr/>
        </p:nvSpPr>
        <p:spPr>
          <a:xfrm>
            <a:off x="0" y="154076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1589B8-B0D5-A27F-49CB-EF8FC8518224}"/>
              </a:ext>
            </a:extLst>
          </p:cNvPr>
          <p:cNvSpPr txBox="1"/>
          <p:nvPr/>
        </p:nvSpPr>
        <p:spPr>
          <a:xfrm>
            <a:off x="228600" y="590596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OJ Link: </a:t>
            </a:r>
            <a:r>
              <a:rPr lang="en-US" altLang="zh-CN" dirty="0">
                <a:hlinkClick r:id="rId2"/>
              </a:rPr>
              <a:t>https://oj.cuhk.edu.cn/d/csc1003_2025_fall/p/P1029</a:t>
            </a:r>
            <a:r>
              <a:rPr lang="en-US" altLang="zh-CN" dirty="0"/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2EF429-2148-24A2-406C-08027F11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821677"/>
            <a:ext cx="10820400" cy="173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270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MT</vt:lpstr>
      <vt:lpstr>Arial</vt:lpstr>
      <vt:lpstr>Calibri</vt:lpstr>
      <vt:lpstr>Wingdings</vt:lpstr>
      <vt:lpstr>Office Theme</vt:lpstr>
      <vt:lpstr>Python Exercises</vt:lpstr>
      <vt:lpstr>Quadratic Formula</vt:lpstr>
      <vt:lpstr>Divisible</vt:lpstr>
      <vt:lpstr>Narcissistic numbers (Python)</vt:lpstr>
      <vt:lpstr>Dictionary (Python)</vt:lpstr>
      <vt:lpstr>Square (Python)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Mengkang Li</dc:creator>
  <cp:lastModifiedBy>Geoffrey Mikhael (SDS, 124040051)</cp:lastModifiedBy>
  <cp:revision>50</cp:revision>
  <dcterms:created xsi:type="dcterms:W3CDTF">2024-03-10T13:18:46Z</dcterms:created>
  <dcterms:modified xsi:type="dcterms:W3CDTF">2025-11-30T07:31:03Z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2024-03-10T00:00:00Z</vt:filetime>
  </property>
</Properties>
</file>