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652" r:id="rId1"/>
    <p:sldMasterId id="2147483860" r:id="rId2"/>
    <p:sldMasterId id="2147484142" r:id="rId3"/>
  </p:sldMasterIdLst>
  <p:notesMasterIdLst>
    <p:notesMasterId r:id="rId66"/>
  </p:notesMasterIdLst>
  <p:handoutMasterIdLst>
    <p:handoutMasterId r:id="rId67"/>
  </p:handoutMasterIdLst>
  <p:sldIdLst>
    <p:sldId id="498" r:id="rId4"/>
    <p:sldId id="523" r:id="rId5"/>
    <p:sldId id="268" r:id="rId6"/>
    <p:sldId id="269" r:id="rId7"/>
    <p:sldId id="414" r:id="rId8"/>
    <p:sldId id="270" r:id="rId9"/>
    <p:sldId id="415" r:id="rId10"/>
    <p:sldId id="271" r:id="rId11"/>
    <p:sldId id="275" r:id="rId12"/>
    <p:sldId id="276" r:id="rId13"/>
    <p:sldId id="277" r:id="rId14"/>
    <p:sldId id="278" r:id="rId15"/>
    <p:sldId id="417" r:id="rId16"/>
    <p:sldId id="418" r:id="rId17"/>
    <p:sldId id="416" r:id="rId18"/>
    <p:sldId id="282" r:id="rId19"/>
    <p:sldId id="429" r:id="rId20"/>
    <p:sldId id="294" r:id="rId21"/>
    <p:sldId id="295" r:id="rId22"/>
    <p:sldId id="430" r:id="rId23"/>
    <p:sldId id="297" r:id="rId24"/>
    <p:sldId id="433" r:id="rId25"/>
    <p:sldId id="301" r:id="rId26"/>
    <p:sldId id="302" r:id="rId27"/>
    <p:sldId id="435" r:id="rId28"/>
    <p:sldId id="516" r:id="rId29"/>
    <p:sldId id="436" r:id="rId30"/>
    <p:sldId id="308" r:id="rId31"/>
    <p:sldId id="309" r:id="rId32"/>
    <p:sldId id="437" r:id="rId33"/>
    <p:sldId id="311" r:id="rId34"/>
    <p:sldId id="500" r:id="rId35"/>
    <p:sldId id="312" r:id="rId36"/>
    <p:sldId id="314" r:id="rId37"/>
    <p:sldId id="438" r:id="rId38"/>
    <p:sldId id="506" r:id="rId39"/>
    <p:sldId id="318" r:id="rId40"/>
    <p:sldId id="319" r:id="rId41"/>
    <p:sldId id="511" r:id="rId42"/>
    <p:sldId id="321" r:id="rId43"/>
    <p:sldId id="442" r:id="rId44"/>
    <p:sldId id="324" r:id="rId45"/>
    <p:sldId id="445" r:id="rId46"/>
    <p:sldId id="325" r:id="rId47"/>
    <p:sldId id="328" r:id="rId48"/>
    <p:sldId id="491" r:id="rId49"/>
    <p:sldId id="333" r:id="rId50"/>
    <p:sldId id="334" r:id="rId51"/>
    <p:sldId id="339" r:id="rId52"/>
    <p:sldId id="447" r:id="rId53"/>
    <p:sldId id="341" r:id="rId54"/>
    <p:sldId id="448" r:id="rId55"/>
    <p:sldId id="343" r:id="rId56"/>
    <p:sldId id="495" r:id="rId57"/>
    <p:sldId id="345" r:id="rId58"/>
    <p:sldId id="347" r:id="rId59"/>
    <p:sldId id="348" r:id="rId60"/>
    <p:sldId id="450" r:id="rId61"/>
    <p:sldId id="350" r:id="rId62"/>
    <p:sldId id="451" r:id="rId63"/>
    <p:sldId id="518" r:id="rId64"/>
    <p:sldId id="354" r:id="rId65"/>
  </p:sldIdLst>
  <p:sldSz cx="9144000" cy="6858000" type="screen4x3"/>
  <p:notesSz cx="12115800" cy="18973800"/>
  <p:custDataLst>
    <p:tags r:id="rId68"/>
  </p:custDataLst>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71">
          <p15:clr>
            <a:srgbClr val="A4A3A4"/>
          </p15:clr>
        </p15:guide>
        <p15:guide id="2" orient="horz" pos="4020">
          <p15:clr>
            <a:srgbClr val="A4A3A4"/>
          </p15:clr>
        </p15:guide>
        <p15:guide id="3" orient="horz" pos="936">
          <p15:clr>
            <a:srgbClr val="A4A3A4"/>
          </p15:clr>
        </p15:guide>
        <p15:guide id="4" orient="horz" pos="368">
          <p15:clr>
            <a:srgbClr val="A4A3A4"/>
          </p15:clr>
        </p15:guide>
        <p15:guide id="5" orient="horz" pos="628">
          <p15:clr>
            <a:srgbClr val="A4A3A4"/>
          </p15:clr>
        </p15:guide>
        <p15:guide id="6" orient="horz" pos="3636">
          <p15:clr>
            <a:srgbClr val="A4A3A4"/>
          </p15:clr>
        </p15:guide>
        <p15:guide id="7" orient="horz" pos="3244">
          <p15:clr>
            <a:srgbClr val="A4A3A4"/>
          </p15:clr>
        </p15:guide>
        <p15:guide id="8" orient="horz" pos="2852">
          <p15:clr>
            <a:srgbClr val="A4A3A4"/>
          </p15:clr>
        </p15:guide>
        <p15:guide id="9" pos="5678">
          <p15:clr>
            <a:srgbClr val="A4A3A4"/>
          </p15:clr>
        </p15:guide>
        <p15:guide id="10" pos="4307">
          <p15:clr>
            <a:srgbClr val="A4A3A4"/>
          </p15:clr>
        </p15:guide>
        <p15:guide id="11" pos="781">
          <p15:clr>
            <a:srgbClr val="A4A3A4"/>
          </p15:clr>
        </p15:guide>
        <p15:guide id="12" pos="1989">
          <p15:clr>
            <a:srgbClr val="A4A3A4"/>
          </p15:clr>
        </p15:guide>
      </p15:sldGuideLst>
    </p:ext>
    <p:ext uri="{2D200454-40CA-4A62-9FC3-DE9A4176ACB9}">
      <p15:notesGuideLst xmlns:p15="http://schemas.microsoft.com/office/powerpoint/2012/main">
        <p15:guide id="1" orient="horz" pos="5552">
          <p15:clr>
            <a:srgbClr val="A4A3A4"/>
          </p15:clr>
        </p15:guide>
        <p15:guide id="2" pos="381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73037" autoAdjust="0"/>
  </p:normalViewPr>
  <p:slideViewPr>
    <p:cSldViewPr snapToGrid="0">
      <p:cViewPr varScale="1">
        <p:scale>
          <a:sx n="81" d="100"/>
          <a:sy n="81" d="100"/>
        </p:scale>
        <p:origin x="2358" y="96"/>
      </p:cViewPr>
      <p:guideLst>
        <p:guide orient="horz" pos="271"/>
        <p:guide orient="horz" pos="4020"/>
        <p:guide orient="horz" pos="936"/>
        <p:guide orient="horz" pos="368"/>
        <p:guide orient="horz" pos="628"/>
        <p:guide orient="horz" pos="3636"/>
        <p:guide orient="horz" pos="3244"/>
        <p:guide orient="horz" pos="2852"/>
        <p:guide pos="5678"/>
        <p:guide pos="4307"/>
        <p:guide pos="781"/>
        <p:guide pos="1989"/>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 d="1"/>
        <a:sy n="1" d="1"/>
      </p:scale>
      <p:origin x="0" y="0"/>
    </p:cViewPr>
  </p:sorterViewPr>
  <p:notesViewPr>
    <p:cSldViewPr snapToGrid="0">
      <p:cViewPr varScale="1">
        <p:scale>
          <a:sx n="54" d="100"/>
          <a:sy n="54" d="100"/>
        </p:scale>
        <p:origin x="-1880" y="-128"/>
      </p:cViewPr>
      <p:guideLst>
        <p:guide orient="horz" pos="5552"/>
        <p:guide pos="381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tags" Target="tags/tag1.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E13D2222-DA42-481F-8088-AC080A3BC86E}"/>
              </a:ext>
            </a:extLst>
          </p:cNvPr>
          <p:cNvSpPr>
            <a:spLocks noGrp="1" noChangeArrowheads="1"/>
          </p:cNvSpPr>
          <p:nvPr>
            <p:ph type="hdr" sz="quarter"/>
          </p:nvPr>
        </p:nvSpPr>
        <p:spPr bwMode="auto">
          <a:xfrm>
            <a:off x="0" y="0"/>
            <a:ext cx="5249863" cy="947738"/>
          </a:xfrm>
          <a:prstGeom prst="rect">
            <a:avLst/>
          </a:prstGeom>
          <a:noFill/>
          <a:ln w="9525">
            <a:noFill/>
            <a:miter lim="800000"/>
            <a:headEnd/>
            <a:tailEnd/>
          </a:ln>
          <a:effectLst/>
        </p:spPr>
        <p:txBody>
          <a:bodyPr vert="horz" wrap="square" lIns="152808" tIns="76403" rIns="152808" bIns="76403" numCol="1" anchor="t" anchorCtr="0" compatLnSpc="1">
            <a:prstTxWarp prst="textNoShape">
              <a:avLst/>
            </a:prstTxWarp>
          </a:bodyPr>
          <a:lstStyle>
            <a:lvl1pPr defTabSz="1528763">
              <a:defRPr sz="2000">
                <a:latin typeface="Times New Roman" panose="02020603050405020304" pitchFamily="18" charset="0"/>
              </a:defRPr>
            </a:lvl1pPr>
          </a:lstStyle>
          <a:p>
            <a:endParaRPr lang="en-US" altLang="en-US"/>
          </a:p>
        </p:txBody>
      </p:sp>
      <p:sp>
        <p:nvSpPr>
          <p:cNvPr id="462851" name="Rectangle 3">
            <a:extLst>
              <a:ext uri="{FF2B5EF4-FFF2-40B4-BE49-F238E27FC236}">
                <a16:creationId xmlns:a16="http://schemas.microsoft.com/office/drawing/2014/main" id="{65598C31-E4E7-4EBE-9B59-1A7C0F574B18}"/>
              </a:ext>
            </a:extLst>
          </p:cNvPr>
          <p:cNvSpPr>
            <a:spLocks noGrp="1" noChangeArrowheads="1"/>
          </p:cNvSpPr>
          <p:nvPr>
            <p:ph type="dt" sz="quarter" idx="1"/>
          </p:nvPr>
        </p:nvSpPr>
        <p:spPr bwMode="auto">
          <a:xfrm>
            <a:off x="6862763" y="0"/>
            <a:ext cx="5248275" cy="947738"/>
          </a:xfrm>
          <a:prstGeom prst="rect">
            <a:avLst/>
          </a:prstGeom>
          <a:noFill/>
          <a:ln w="9525">
            <a:noFill/>
            <a:miter lim="800000"/>
            <a:headEnd/>
            <a:tailEnd/>
          </a:ln>
          <a:effectLst/>
        </p:spPr>
        <p:txBody>
          <a:bodyPr vert="horz" wrap="square" lIns="152808" tIns="76403" rIns="152808" bIns="76403" numCol="1" anchor="t" anchorCtr="0" compatLnSpc="1">
            <a:prstTxWarp prst="textNoShape">
              <a:avLst/>
            </a:prstTxWarp>
          </a:bodyPr>
          <a:lstStyle>
            <a:lvl1pPr algn="r" defTabSz="1528763">
              <a:defRPr sz="2000">
                <a:latin typeface="Times New Roman" panose="02020603050405020304" pitchFamily="18" charset="0"/>
              </a:defRPr>
            </a:lvl1pPr>
          </a:lstStyle>
          <a:p>
            <a:endParaRPr lang="en-US" altLang="en-US"/>
          </a:p>
        </p:txBody>
      </p:sp>
      <p:sp>
        <p:nvSpPr>
          <p:cNvPr id="462852" name="Rectangle 4">
            <a:extLst>
              <a:ext uri="{FF2B5EF4-FFF2-40B4-BE49-F238E27FC236}">
                <a16:creationId xmlns:a16="http://schemas.microsoft.com/office/drawing/2014/main" id="{86327670-C976-4351-889A-59237F04210B}"/>
              </a:ext>
            </a:extLst>
          </p:cNvPr>
          <p:cNvSpPr>
            <a:spLocks noGrp="1" noChangeArrowheads="1"/>
          </p:cNvSpPr>
          <p:nvPr>
            <p:ph type="ftr" sz="quarter" idx="2"/>
          </p:nvPr>
        </p:nvSpPr>
        <p:spPr bwMode="auto">
          <a:xfrm>
            <a:off x="0" y="18019713"/>
            <a:ext cx="5249863" cy="949325"/>
          </a:xfrm>
          <a:prstGeom prst="rect">
            <a:avLst/>
          </a:prstGeom>
          <a:noFill/>
          <a:ln w="9525">
            <a:noFill/>
            <a:miter lim="800000"/>
            <a:headEnd/>
            <a:tailEnd/>
          </a:ln>
          <a:effectLst/>
        </p:spPr>
        <p:txBody>
          <a:bodyPr vert="horz" wrap="square" lIns="152808" tIns="76403" rIns="152808" bIns="76403" numCol="1" anchor="b" anchorCtr="0" compatLnSpc="1">
            <a:prstTxWarp prst="textNoShape">
              <a:avLst/>
            </a:prstTxWarp>
          </a:bodyPr>
          <a:lstStyle>
            <a:lvl1pPr defTabSz="1528763">
              <a:defRPr sz="2000">
                <a:latin typeface="Times New Roman" panose="02020603050405020304" pitchFamily="18" charset="0"/>
              </a:defRPr>
            </a:lvl1pPr>
          </a:lstStyle>
          <a:p>
            <a:endParaRPr lang="en-US" altLang="en-US"/>
          </a:p>
        </p:txBody>
      </p:sp>
      <p:sp>
        <p:nvSpPr>
          <p:cNvPr id="462853" name="Rectangle 5">
            <a:extLst>
              <a:ext uri="{FF2B5EF4-FFF2-40B4-BE49-F238E27FC236}">
                <a16:creationId xmlns:a16="http://schemas.microsoft.com/office/drawing/2014/main" id="{9313B2BF-DE3E-41C0-B258-13D1BDFA0A04}"/>
              </a:ext>
            </a:extLst>
          </p:cNvPr>
          <p:cNvSpPr>
            <a:spLocks noGrp="1" noChangeArrowheads="1"/>
          </p:cNvSpPr>
          <p:nvPr>
            <p:ph type="sldNum" sz="quarter" idx="3"/>
          </p:nvPr>
        </p:nvSpPr>
        <p:spPr bwMode="auto">
          <a:xfrm>
            <a:off x="6862763" y="18019713"/>
            <a:ext cx="5248275" cy="949325"/>
          </a:xfrm>
          <a:prstGeom prst="rect">
            <a:avLst/>
          </a:prstGeom>
          <a:noFill/>
          <a:ln w="9525">
            <a:noFill/>
            <a:miter lim="800000"/>
            <a:headEnd/>
            <a:tailEnd/>
          </a:ln>
          <a:effectLst/>
        </p:spPr>
        <p:txBody>
          <a:bodyPr vert="horz" wrap="square" lIns="152808" tIns="76403" rIns="152808" bIns="76403" numCol="1" anchor="b" anchorCtr="0" compatLnSpc="1">
            <a:prstTxWarp prst="textNoShape">
              <a:avLst/>
            </a:prstTxWarp>
          </a:bodyPr>
          <a:lstStyle>
            <a:lvl1pPr algn="r" defTabSz="1528763">
              <a:defRPr sz="2000">
                <a:latin typeface="Times New Roman" panose="02020603050405020304" pitchFamily="18" charset="0"/>
              </a:defRPr>
            </a:lvl1pPr>
          </a:lstStyle>
          <a:p>
            <a:fld id="{424C5FAD-4F99-4482-A6D3-FC41F460997C}"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1634" name="Rectangle 2">
            <a:extLst>
              <a:ext uri="{FF2B5EF4-FFF2-40B4-BE49-F238E27FC236}">
                <a16:creationId xmlns:a16="http://schemas.microsoft.com/office/drawing/2014/main" id="{30CA44D6-932A-4632-BC60-82BFBBF3A812}"/>
              </a:ext>
            </a:extLst>
          </p:cNvPr>
          <p:cNvSpPr>
            <a:spLocks noGrp="1" noChangeArrowheads="1"/>
          </p:cNvSpPr>
          <p:nvPr>
            <p:ph type="hdr" sz="quarter"/>
          </p:nvPr>
        </p:nvSpPr>
        <p:spPr bwMode="auto">
          <a:xfrm>
            <a:off x="0" y="0"/>
            <a:ext cx="5249863" cy="947738"/>
          </a:xfrm>
          <a:prstGeom prst="rect">
            <a:avLst/>
          </a:prstGeom>
          <a:noFill/>
          <a:ln w="9525">
            <a:noFill/>
            <a:miter lim="800000"/>
            <a:headEnd/>
            <a:tailEnd/>
          </a:ln>
          <a:effectLst/>
        </p:spPr>
        <p:txBody>
          <a:bodyPr vert="horz" wrap="square" lIns="152808" tIns="76403" rIns="152808" bIns="76403" numCol="1" anchor="t" anchorCtr="0" compatLnSpc="1">
            <a:prstTxWarp prst="textNoShape">
              <a:avLst/>
            </a:prstTxWarp>
          </a:bodyPr>
          <a:lstStyle>
            <a:lvl1pPr defTabSz="1528763">
              <a:defRPr sz="2000"/>
            </a:lvl1pPr>
          </a:lstStyle>
          <a:p>
            <a:endParaRPr lang="en-US" altLang="en-US"/>
          </a:p>
        </p:txBody>
      </p:sp>
      <p:sp>
        <p:nvSpPr>
          <p:cNvPr id="581635" name="Rectangle 3">
            <a:extLst>
              <a:ext uri="{FF2B5EF4-FFF2-40B4-BE49-F238E27FC236}">
                <a16:creationId xmlns:a16="http://schemas.microsoft.com/office/drawing/2014/main" id="{F2DDAFFA-6FB0-4B85-8F17-4DB1F765C43C}"/>
              </a:ext>
            </a:extLst>
          </p:cNvPr>
          <p:cNvSpPr>
            <a:spLocks noGrp="1" noChangeArrowheads="1"/>
          </p:cNvSpPr>
          <p:nvPr>
            <p:ph type="dt" idx="1"/>
          </p:nvPr>
        </p:nvSpPr>
        <p:spPr bwMode="auto">
          <a:xfrm>
            <a:off x="6865938" y="0"/>
            <a:ext cx="5249862" cy="947738"/>
          </a:xfrm>
          <a:prstGeom prst="rect">
            <a:avLst/>
          </a:prstGeom>
          <a:noFill/>
          <a:ln w="9525">
            <a:noFill/>
            <a:miter lim="800000"/>
            <a:headEnd/>
            <a:tailEnd/>
          </a:ln>
          <a:effectLst/>
        </p:spPr>
        <p:txBody>
          <a:bodyPr vert="horz" wrap="square" lIns="152808" tIns="76403" rIns="152808" bIns="76403" numCol="1" anchor="t" anchorCtr="0" compatLnSpc="1">
            <a:prstTxWarp prst="textNoShape">
              <a:avLst/>
            </a:prstTxWarp>
          </a:bodyPr>
          <a:lstStyle>
            <a:lvl1pPr algn="r" defTabSz="1528763">
              <a:defRPr sz="2000"/>
            </a:lvl1pPr>
          </a:lstStyle>
          <a:p>
            <a:endParaRPr lang="en-US" altLang="en-US"/>
          </a:p>
        </p:txBody>
      </p:sp>
      <p:sp>
        <p:nvSpPr>
          <p:cNvPr id="4100" name="Rectangle 4">
            <a:extLst>
              <a:ext uri="{FF2B5EF4-FFF2-40B4-BE49-F238E27FC236}">
                <a16:creationId xmlns:a16="http://schemas.microsoft.com/office/drawing/2014/main" id="{3A7CE1F4-7803-48FA-9C98-05295EEDFC8B}"/>
              </a:ext>
            </a:extLst>
          </p:cNvPr>
          <p:cNvSpPr>
            <a:spLocks noGrp="1" noRot="1" noChangeAspect="1" noChangeArrowheads="1" noTextEdit="1"/>
          </p:cNvSpPr>
          <p:nvPr>
            <p:ph type="sldImg" idx="2"/>
          </p:nvPr>
        </p:nvSpPr>
        <p:spPr bwMode="auto">
          <a:xfrm>
            <a:off x="1314450" y="1423988"/>
            <a:ext cx="9486900" cy="7115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1637" name="Rectangle 5">
            <a:extLst>
              <a:ext uri="{FF2B5EF4-FFF2-40B4-BE49-F238E27FC236}">
                <a16:creationId xmlns:a16="http://schemas.microsoft.com/office/drawing/2014/main" id="{53BD7284-C2BB-4095-AAD2-732F56DFD2D1}"/>
              </a:ext>
            </a:extLst>
          </p:cNvPr>
          <p:cNvSpPr>
            <a:spLocks noGrp="1" noChangeArrowheads="1"/>
          </p:cNvSpPr>
          <p:nvPr>
            <p:ph type="body" sz="quarter" idx="3"/>
          </p:nvPr>
        </p:nvSpPr>
        <p:spPr bwMode="auto">
          <a:xfrm>
            <a:off x="1614488" y="9013825"/>
            <a:ext cx="8886825" cy="8535988"/>
          </a:xfrm>
          <a:prstGeom prst="rect">
            <a:avLst/>
          </a:prstGeom>
          <a:noFill/>
          <a:ln w="9525">
            <a:noFill/>
            <a:miter lim="800000"/>
            <a:headEnd/>
            <a:tailEnd/>
          </a:ln>
          <a:effectLst/>
        </p:spPr>
        <p:txBody>
          <a:bodyPr vert="horz" wrap="square" lIns="152808" tIns="76403" rIns="152808" bIns="7640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81638" name="Rectangle 6">
            <a:extLst>
              <a:ext uri="{FF2B5EF4-FFF2-40B4-BE49-F238E27FC236}">
                <a16:creationId xmlns:a16="http://schemas.microsoft.com/office/drawing/2014/main" id="{D7BE5755-E510-468F-906F-85EABF2D0D9E}"/>
              </a:ext>
            </a:extLst>
          </p:cNvPr>
          <p:cNvSpPr>
            <a:spLocks noGrp="1" noChangeArrowheads="1"/>
          </p:cNvSpPr>
          <p:nvPr>
            <p:ph type="ftr" sz="quarter" idx="4"/>
          </p:nvPr>
        </p:nvSpPr>
        <p:spPr bwMode="auto">
          <a:xfrm>
            <a:off x="0" y="18026063"/>
            <a:ext cx="5249863" cy="947737"/>
          </a:xfrm>
          <a:prstGeom prst="rect">
            <a:avLst/>
          </a:prstGeom>
          <a:noFill/>
          <a:ln w="9525">
            <a:noFill/>
            <a:miter lim="800000"/>
            <a:headEnd/>
            <a:tailEnd/>
          </a:ln>
          <a:effectLst/>
        </p:spPr>
        <p:txBody>
          <a:bodyPr vert="horz" wrap="square" lIns="152808" tIns="76403" rIns="152808" bIns="76403" numCol="1" anchor="b" anchorCtr="0" compatLnSpc="1">
            <a:prstTxWarp prst="textNoShape">
              <a:avLst/>
            </a:prstTxWarp>
          </a:bodyPr>
          <a:lstStyle>
            <a:lvl1pPr defTabSz="1528763">
              <a:defRPr sz="2000"/>
            </a:lvl1pPr>
          </a:lstStyle>
          <a:p>
            <a:endParaRPr lang="en-US" altLang="en-US"/>
          </a:p>
        </p:txBody>
      </p:sp>
      <p:sp>
        <p:nvSpPr>
          <p:cNvPr id="581639" name="Rectangle 7">
            <a:extLst>
              <a:ext uri="{FF2B5EF4-FFF2-40B4-BE49-F238E27FC236}">
                <a16:creationId xmlns:a16="http://schemas.microsoft.com/office/drawing/2014/main" id="{BAFD03D9-45B0-48C9-856D-36A1CC242CB4}"/>
              </a:ext>
            </a:extLst>
          </p:cNvPr>
          <p:cNvSpPr>
            <a:spLocks noGrp="1" noChangeArrowheads="1"/>
          </p:cNvSpPr>
          <p:nvPr>
            <p:ph type="sldNum" sz="quarter" idx="5"/>
          </p:nvPr>
        </p:nvSpPr>
        <p:spPr bwMode="auto">
          <a:xfrm>
            <a:off x="6865938" y="18026063"/>
            <a:ext cx="5249862" cy="947737"/>
          </a:xfrm>
          <a:prstGeom prst="rect">
            <a:avLst/>
          </a:prstGeom>
          <a:noFill/>
          <a:ln w="9525">
            <a:noFill/>
            <a:miter lim="800000"/>
            <a:headEnd/>
            <a:tailEnd/>
          </a:ln>
          <a:effectLst/>
        </p:spPr>
        <p:txBody>
          <a:bodyPr vert="horz" wrap="square" lIns="152808" tIns="76403" rIns="152808" bIns="76403" numCol="1" anchor="b" anchorCtr="0" compatLnSpc="1">
            <a:prstTxWarp prst="textNoShape">
              <a:avLst/>
            </a:prstTxWarp>
          </a:bodyPr>
          <a:lstStyle>
            <a:lvl1pPr algn="r" defTabSz="1528763">
              <a:defRPr sz="2000"/>
            </a:lvl1pPr>
          </a:lstStyle>
          <a:p>
            <a:fld id="{3393CCE7-D5CC-4A5A-BD42-2140F1CC644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C26A1398-E07B-47A3-BFD1-D51F666DE9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defTabSz="793750">
              <a:defRPr sz="2400">
                <a:solidFill>
                  <a:schemeClr val="tx1"/>
                </a:solidFill>
                <a:latin typeface="Arial" panose="020B0604020202020204" pitchFamily="34" charset="0"/>
                <a:cs typeface="Arial" panose="020B0604020202020204" pitchFamily="34" charset="0"/>
              </a:defRPr>
            </a:lvl1pPr>
            <a:lvl2pPr marL="742950" indent="-285750" defTabSz="793750">
              <a:defRPr sz="2400">
                <a:solidFill>
                  <a:schemeClr val="tx1"/>
                </a:solidFill>
                <a:latin typeface="Arial" panose="020B0604020202020204" pitchFamily="34" charset="0"/>
                <a:cs typeface="Arial" panose="020B0604020202020204" pitchFamily="34" charset="0"/>
              </a:defRPr>
            </a:lvl2pPr>
            <a:lvl3pPr marL="1143000" indent="-228600" defTabSz="793750">
              <a:defRPr sz="2400">
                <a:solidFill>
                  <a:schemeClr val="tx1"/>
                </a:solidFill>
                <a:latin typeface="Arial" panose="020B0604020202020204" pitchFamily="34" charset="0"/>
                <a:cs typeface="Arial" panose="020B0604020202020204" pitchFamily="34" charset="0"/>
              </a:defRPr>
            </a:lvl3pPr>
            <a:lvl4pPr marL="1600200" indent="-228600" defTabSz="793750">
              <a:defRPr sz="2400">
                <a:solidFill>
                  <a:schemeClr val="tx1"/>
                </a:solidFill>
                <a:latin typeface="Arial" panose="020B0604020202020204" pitchFamily="34" charset="0"/>
                <a:cs typeface="Arial" panose="020B0604020202020204" pitchFamily="34" charset="0"/>
              </a:defRPr>
            </a:lvl4pPr>
            <a:lvl5pPr marL="2057400" indent="-228600" defTabSz="793750">
              <a:defRPr sz="2400">
                <a:solidFill>
                  <a:schemeClr val="tx1"/>
                </a:solidFill>
                <a:latin typeface="Arial" panose="020B0604020202020204" pitchFamily="34" charset="0"/>
                <a:cs typeface="Arial" panose="020B0604020202020204" pitchFamily="34" charset="0"/>
              </a:defRPr>
            </a:lvl5pPr>
            <a:lvl6pPr marL="2514600" indent="-228600" defTabSz="79375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79375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79375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79375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1F50664B-29BA-46D2-985F-3D87C5B63DB7}" type="slidenum">
              <a:rPr lang="en-US" altLang="en-US" sz="1200">
                <a:solidFill>
                  <a:srgbClr val="000000"/>
                </a:solidFill>
                <a:latin typeface="Times" panose="02020603050405020304" pitchFamily="18" charset="0"/>
                <a:ea typeface="MS PGothic" panose="020B0600070205080204" pitchFamily="34" charset="-128"/>
              </a:rPr>
              <a:pPr/>
              <a:t>1</a:t>
            </a:fld>
            <a:endParaRPr lang="en-US" altLang="en-US" sz="1200">
              <a:solidFill>
                <a:srgbClr val="000000"/>
              </a:solidFill>
              <a:latin typeface="Times" panose="02020603050405020304" pitchFamily="18" charset="0"/>
              <a:ea typeface="MS PGothic" panose="020B0600070205080204" pitchFamily="34" charset="-128"/>
            </a:endParaRPr>
          </a:p>
        </p:txBody>
      </p:sp>
      <p:sp>
        <p:nvSpPr>
          <p:cNvPr id="7171" name="Rectangle 2">
            <a:extLst>
              <a:ext uri="{FF2B5EF4-FFF2-40B4-BE49-F238E27FC236}">
                <a16:creationId xmlns:a16="http://schemas.microsoft.com/office/drawing/2014/main" id="{EBB9BEEC-D7E1-44FD-B57F-23F657A92F3F}"/>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346ED90-FE49-40A1-BA30-BD473D396A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25D2AD70-CE72-43EF-A5B5-9976A3A0401E}"/>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700975EE-B735-4ABD-8EB8-A4444182A985}" type="slidenum">
              <a:rPr lang="en-US" altLang="en-US" sz="2300">
                <a:latin typeface="Arial" panose="020B0604020202020204" pitchFamily="34" charset="0"/>
              </a:rPr>
              <a:pPr algn="r">
                <a:spcBef>
                  <a:spcPct val="0"/>
                </a:spcBef>
              </a:pPr>
              <a:t>3</a:t>
            </a:fld>
            <a:endParaRPr lang="en-US" altLang="en-US" sz="2300">
              <a:latin typeface="Arial" panose="020B0604020202020204" pitchFamily="34" charset="0"/>
            </a:endParaRPr>
          </a:p>
        </p:txBody>
      </p:sp>
      <p:sp>
        <p:nvSpPr>
          <p:cNvPr id="9219" name="Rectangle 2">
            <a:extLst>
              <a:ext uri="{FF2B5EF4-FFF2-40B4-BE49-F238E27FC236}">
                <a16:creationId xmlns:a16="http://schemas.microsoft.com/office/drawing/2014/main" id="{25048DF6-4AA3-4506-90A7-80BD054585F4}"/>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9220" name="Rectangle 3">
            <a:extLst>
              <a:ext uri="{FF2B5EF4-FFF2-40B4-BE49-F238E27FC236}">
                <a16:creationId xmlns:a16="http://schemas.microsoft.com/office/drawing/2014/main" id="{996C28EE-FD6D-4814-BD07-09FA016082B9}"/>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6A8BA203-66ED-4B5D-B806-A295CD60FBE3}"/>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0BCAFB71-349D-415F-A32C-086C8A420243}" type="slidenum">
              <a:rPr lang="en-US" altLang="en-US" sz="2300">
                <a:latin typeface="Arial" panose="020B0604020202020204" pitchFamily="34" charset="0"/>
              </a:rPr>
              <a:pPr algn="r">
                <a:spcBef>
                  <a:spcPct val="0"/>
                </a:spcBef>
              </a:pPr>
              <a:t>4</a:t>
            </a:fld>
            <a:endParaRPr lang="en-US" altLang="en-US" sz="2300">
              <a:latin typeface="Arial" panose="020B0604020202020204" pitchFamily="34" charset="0"/>
            </a:endParaRPr>
          </a:p>
        </p:txBody>
      </p:sp>
      <p:sp>
        <p:nvSpPr>
          <p:cNvPr id="11267" name="Rectangle 2">
            <a:extLst>
              <a:ext uri="{FF2B5EF4-FFF2-40B4-BE49-F238E27FC236}">
                <a16:creationId xmlns:a16="http://schemas.microsoft.com/office/drawing/2014/main" id="{D98C8E46-203D-4B90-A8F5-154DA2BD4E7C}"/>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1268" name="Rectangle 3">
            <a:extLst>
              <a:ext uri="{FF2B5EF4-FFF2-40B4-BE49-F238E27FC236}">
                <a16:creationId xmlns:a16="http://schemas.microsoft.com/office/drawing/2014/main" id="{4A9625AD-9555-4A10-9ED3-7360AA6DDD31}"/>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602E473-E215-45BF-A8B5-64143C4B0C3B}"/>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5363" name="Rectangle 3">
            <a:extLst>
              <a:ext uri="{FF2B5EF4-FFF2-40B4-BE49-F238E27FC236}">
                <a16:creationId xmlns:a16="http://schemas.microsoft.com/office/drawing/2014/main" id="{4BA82D45-702F-4012-AE75-9914B60513CE}"/>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2FC9BA5A-C3AE-4B25-A107-B7CB90347480}"/>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EDA75FE0-09E8-4336-8D98-A0729DCF77C5}" type="slidenum">
              <a:rPr lang="en-US" altLang="en-US" sz="2300">
                <a:latin typeface="Arial" panose="020B0604020202020204" pitchFamily="34" charset="0"/>
              </a:rPr>
              <a:pPr algn="r">
                <a:spcBef>
                  <a:spcPct val="0"/>
                </a:spcBef>
              </a:pPr>
              <a:t>6</a:t>
            </a:fld>
            <a:endParaRPr lang="en-US" altLang="en-US" sz="2300">
              <a:latin typeface="Arial" panose="020B0604020202020204" pitchFamily="34" charset="0"/>
            </a:endParaRPr>
          </a:p>
        </p:txBody>
      </p:sp>
      <p:sp>
        <p:nvSpPr>
          <p:cNvPr id="13315" name="Rectangle 2">
            <a:extLst>
              <a:ext uri="{FF2B5EF4-FFF2-40B4-BE49-F238E27FC236}">
                <a16:creationId xmlns:a16="http://schemas.microsoft.com/office/drawing/2014/main" id="{860D1B6D-DED4-47EF-872E-8C209842E2A5}"/>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3316" name="Rectangle 3">
            <a:extLst>
              <a:ext uri="{FF2B5EF4-FFF2-40B4-BE49-F238E27FC236}">
                <a16:creationId xmlns:a16="http://schemas.microsoft.com/office/drawing/2014/main" id="{60AB4111-CE1C-4498-9C42-D94186AC585D}"/>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9E75E7C-7303-447C-BA53-58430ECE3651}"/>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9459" name="Rectangle 3">
            <a:extLst>
              <a:ext uri="{FF2B5EF4-FFF2-40B4-BE49-F238E27FC236}">
                <a16:creationId xmlns:a16="http://schemas.microsoft.com/office/drawing/2014/main" id="{D2266C96-AA16-4403-BAEB-106E60767216}"/>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BAACD8E-84AB-477C-B794-D2615D536ACE}"/>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34034D40-F21A-4F77-A53C-A9AC1A554023}" type="slidenum">
              <a:rPr lang="en-US" altLang="en-US" sz="2300">
                <a:latin typeface="Arial" panose="020B0604020202020204" pitchFamily="34" charset="0"/>
              </a:rPr>
              <a:pPr algn="r">
                <a:spcBef>
                  <a:spcPct val="0"/>
                </a:spcBef>
              </a:pPr>
              <a:t>8</a:t>
            </a:fld>
            <a:endParaRPr lang="en-US" altLang="en-US" sz="2300">
              <a:latin typeface="Arial" panose="020B0604020202020204" pitchFamily="34" charset="0"/>
            </a:endParaRPr>
          </a:p>
        </p:txBody>
      </p:sp>
      <p:sp>
        <p:nvSpPr>
          <p:cNvPr id="17411" name="Rectangle 2">
            <a:extLst>
              <a:ext uri="{FF2B5EF4-FFF2-40B4-BE49-F238E27FC236}">
                <a16:creationId xmlns:a16="http://schemas.microsoft.com/office/drawing/2014/main" id="{96256BA3-F2A4-4B58-BA9D-EC6B0CE7973D}"/>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7412" name="Rectangle 3">
            <a:extLst>
              <a:ext uri="{FF2B5EF4-FFF2-40B4-BE49-F238E27FC236}">
                <a16:creationId xmlns:a16="http://schemas.microsoft.com/office/drawing/2014/main" id="{77E43485-E138-44B1-AFBA-5255137DA109}"/>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6C04B62F-6F58-4781-92D3-74D4F6264251}"/>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59FF38F0-760E-4DD5-9C72-FC1A8C836EFE}" type="slidenum">
              <a:rPr lang="en-US" altLang="en-US" sz="2300">
                <a:latin typeface="Arial" panose="020B0604020202020204" pitchFamily="34" charset="0"/>
              </a:rPr>
              <a:pPr algn="r">
                <a:spcBef>
                  <a:spcPct val="0"/>
                </a:spcBef>
              </a:pPr>
              <a:t>9</a:t>
            </a:fld>
            <a:endParaRPr lang="en-US" altLang="en-US" sz="2300">
              <a:latin typeface="Arial" panose="020B0604020202020204" pitchFamily="34" charset="0"/>
            </a:endParaRPr>
          </a:p>
        </p:txBody>
      </p:sp>
      <p:sp>
        <p:nvSpPr>
          <p:cNvPr id="21507" name="Rectangle 2">
            <a:extLst>
              <a:ext uri="{FF2B5EF4-FFF2-40B4-BE49-F238E27FC236}">
                <a16:creationId xmlns:a16="http://schemas.microsoft.com/office/drawing/2014/main" id="{D3310887-1A69-4D37-AF1C-FFC66367091E}"/>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21508" name="Rectangle 3">
            <a:extLst>
              <a:ext uri="{FF2B5EF4-FFF2-40B4-BE49-F238E27FC236}">
                <a16:creationId xmlns:a16="http://schemas.microsoft.com/office/drawing/2014/main" id="{412B29A0-2D7D-4244-A119-D2CAF8D260D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D97CB245-FD5A-4B50-B039-C5E21553DF30}"/>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00B41085-FB0B-4608-8D18-EC1E93CEA6B2}" type="slidenum">
              <a:rPr lang="en-US" altLang="en-US" sz="2300">
                <a:latin typeface="Arial" panose="020B0604020202020204" pitchFamily="34" charset="0"/>
              </a:rPr>
              <a:pPr algn="r">
                <a:spcBef>
                  <a:spcPct val="0"/>
                </a:spcBef>
              </a:pPr>
              <a:t>10</a:t>
            </a:fld>
            <a:endParaRPr lang="en-US" altLang="en-US" sz="2300">
              <a:latin typeface="Arial" panose="020B0604020202020204" pitchFamily="34" charset="0"/>
            </a:endParaRPr>
          </a:p>
        </p:txBody>
      </p:sp>
      <p:sp>
        <p:nvSpPr>
          <p:cNvPr id="23555" name="Rectangle 2">
            <a:extLst>
              <a:ext uri="{FF2B5EF4-FFF2-40B4-BE49-F238E27FC236}">
                <a16:creationId xmlns:a16="http://schemas.microsoft.com/office/drawing/2014/main" id="{E0FB78B1-BB1E-4130-BFD1-4158BFB009AF}"/>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23556" name="Rectangle 3">
            <a:extLst>
              <a:ext uri="{FF2B5EF4-FFF2-40B4-BE49-F238E27FC236}">
                <a16:creationId xmlns:a16="http://schemas.microsoft.com/office/drawing/2014/main" id="{657D8D0E-B971-497C-B7A1-6929DD2D3C77}"/>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2447FA28-7D38-46FE-AEB6-2DBB73BEF0E9}"/>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9069876A-DE49-4734-8006-43D1388C787A}" type="slidenum">
              <a:rPr lang="en-US" altLang="en-US" sz="2300">
                <a:latin typeface="Arial" panose="020B0604020202020204" pitchFamily="34" charset="0"/>
              </a:rPr>
              <a:pPr algn="r">
                <a:spcBef>
                  <a:spcPct val="0"/>
                </a:spcBef>
              </a:pPr>
              <a:t>11</a:t>
            </a:fld>
            <a:endParaRPr lang="en-US" altLang="en-US" sz="2300">
              <a:latin typeface="Arial" panose="020B0604020202020204" pitchFamily="34" charset="0"/>
            </a:endParaRPr>
          </a:p>
        </p:txBody>
      </p:sp>
      <p:sp>
        <p:nvSpPr>
          <p:cNvPr id="25603" name="Rectangle 2">
            <a:extLst>
              <a:ext uri="{FF2B5EF4-FFF2-40B4-BE49-F238E27FC236}">
                <a16:creationId xmlns:a16="http://schemas.microsoft.com/office/drawing/2014/main" id="{037F4B8C-A71F-4B6B-A75D-2AF000CFDD57}"/>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25604" name="Rectangle 3">
            <a:extLst>
              <a:ext uri="{FF2B5EF4-FFF2-40B4-BE49-F238E27FC236}">
                <a16:creationId xmlns:a16="http://schemas.microsoft.com/office/drawing/2014/main" id="{964C5440-9696-4B1B-8C80-55C1CFD37F39}"/>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D465E103-8F9D-4284-B303-B3A23327E7C3}"/>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50714493-5228-4CC9-96F4-A6BFE80D919E}" type="slidenum">
              <a:rPr lang="en-US" altLang="en-US" sz="2300">
                <a:latin typeface="Arial" panose="020B0604020202020204" pitchFamily="34" charset="0"/>
              </a:rPr>
              <a:pPr algn="r">
                <a:spcBef>
                  <a:spcPct val="0"/>
                </a:spcBef>
              </a:pPr>
              <a:t>12</a:t>
            </a:fld>
            <a:endParaRPr lang="en-US" altLang="en-US" sz="2300">
              <a:latin typeface="Arial" panose="020B0604020202020204" pitchFamily="34" charset="0"/>
            </a:endParaRPr>
          </a:p>
        </p:txBody>
      </p:sp>
      <p:sp>
        <p:nvSpPr>
          <p:cNvPr id="27651" name="Rectangle 2">
            <a:extLst>
              <a:ext uri="{FF2B5EF4-FFF2-40B4-BE49-F238E27FC236}">
                <a16:creationId xmlns:a16="http://schemas.microsoft.com/office/drawing/2014/main" id="{185E4549-206D-4FAE-8D31-527E78101894}"/>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27652" name="Rectangle 3">
            <a:extLst>
              <a:ext uri="{FF2B5EF4-FFF2-40B4-BE49-F238E27FC236}">
                <a16:creationId xmlns:a16="http://schemas.microsoft.com/office/drawing/2014/main" id="{E9B56A5D-3EDD-4BE5-8D87-B3EA5DAB3FE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49B6D3A-DD96-4095-A992-050510444591}"/>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29699" name="Rectangle 3">
            <a:extLst>
              <a:ext uri="{FF2B5EF4-FFF2-40B4-BE49-F238E27FC236}">
                <a16:creationId xmlns:a16="http://schemas.microsoft.com/office/drawing/2014/main" id="{9BD871A0-A796-4141-A313-28A1989FE367}"/>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solidFill>
                <a:srgbClr val="000000"/>
              </a:solidFill>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8EA7189-2138-46E2-A397-4ACA7D6AEB97}"/>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31747" name="Rectangle 3">
            <a:extLst>
              <a:ext uri="{FF2B5EF4-FFF2-40B4-BE49-F238E27FC236}">
                <a16:creationId xmlns:a16="http://schemas.microsoft.com/office/drawing/2014/main" id="{A7EE609C-2225-4319-9F45-AD9A415D3DAC}"/>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solidFill>
                <a:srgbClr val="000000"/>
              </a:solidFill>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A435363-AF7D-42F1-A3B0-53588BE9EE90}"/>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33795" name="Rectangle 3">
            <a:extLst>
              <a:ext uri="{FF2B5EF4-FFF2-40B4-BE49-F238E27FC236}">
                <a16:creationId xmlns:a16="http://schemas.microsoft.com/office/drawing/2014/main" id="{8DAFA514-68C6-4D2D-9B91-627EEE99C7F3}"/>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A81E6B1-C032-4AFB-AE82-719E7CA0AEBB}"/>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4F00E66D-A622-4916-89E9-7EEDEF002620}" type="slidenum">
              <a:rPr lang="en-US" altLang="en-US" sz="2300">
                <a:latin typeface="Arial" panose="020B0604020202020204" pitchFamily="34" charset="0"/>
              </a:rPr>
              <a:pPr algn="r">
                <a:spcBef>
                  <a:spcPct val="0"/>
                </a:spcBef>
              </a:pPr>
              <a:t>16</a:t>
            </a:fld>
            <a:endParaRPr lang="en-US" altLang="en-US" sz="2300">
              <a:latin typeface="Arial" panose="020B0604020202020204" pitchFamily="34" charset="0"/>
            </a:endParaRPr>
          </a:p>
        </p:txBody>
      </p:sp>
      <p:sp>
        <p:nvSpPr>
          <p:cNvPr id="35843" name="Rectangle 2">
            <a:extLst>
              <a:ext uri="{FF2B5EF4-FFF2-40B4-BE49-F238E27FC236}">
                <a16:creationId xmlns:a16="http://schemas.microsoft.com/office/drawing/2014/main" id="{3FBCD6E9-A110-494D-819D-492B9B758CAB}"/>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35844" name="Rectangle 3">
            <a:extLst>
              <a:ext uri="{FF2B5EF4-FFF2-40B4-BE49-F238E27FC236}">
                <a16:creationId xmlns:a16="http://schemas.microsoft.com/office/drawing/2014/main" id="{E13F51EA-4FDF-46FC-B337-15D42A1E410E}"/>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1A3E688-DAB6-4103-BC62-8B52962A7C61}"/>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37891" name="Rectangle 3">
            <a:extLst>
              <a:ext uri="{FF2B5EF4-FFF2-40B4-BE49-F238E27FC236}">
                <a16:creationId xmlns:a16="http://schemas.microsoft.com/office/drawing/2014/main" id="{40CA607A-A2DB-4E9A-A5F8-BB83B48D4E5B}"/>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3E6469CF-8363-40D4-A27B-8CAC0353751A}"/>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B78B54DD-EC1C-4A6B-910B-523EE8E8E05F}" type="slidenum">
              <a:rPr lang="en-US" altLang="en-US" sz="2300">
                <a:latin typeface="Arial" panose="020B0604020202020204" pitchFamily="34" charset="0"/>
              </a:rPr>
              <a:pPr algn="r">
                <a:spcBef>
                  <a:spcPct val="0"/>
                </a:spcBef>
              </a:pPr>
              <a:t>18</a:t>
            </a:fld>
            <a:endParaRPr lang="en-US" altLang="en-US" sz="2300">
              <a:latin typeface="Arial" panose="020B0604020202020204" pitchFamily="34" charset="0"/>
            </a:endParaRPr>
          </a:p>
        </p:txBody>
      </p:sp>
      <p:sp>
        <p:nvSpPr>
          <p:cNvPr id="39939" name="Rectangle 2">
            <a:extLst>
              <a:ext uri="{FF2B5EF4-FFF2-40B4-BE49-F238E27FC236}">
                <a16:creationId xmlns:a16="http://schemas.microsoft.com/office/drawing/2014/main" id="{01F43A95-791B-46F5-8CE1-883EA2A67F14}"/>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39940" name="Rectangle 3">
            <a:extLst>
              <a:ext uri="{FF2B5EF4-FFF2-40B4-BE49-F238E27FC236}">
                <a16:creationId xmlns:a16="http://schemas.microsoft.com/office/drawing/2014/main" id="{65DE1ED5-FF6C-492D-B335-21E9D50641FA}"/>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3475FDF-107D-45F6-B243-D0B03BEC29D8}"/>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C73724F5-0CFA-410D-A123-7C177BAFCDA6}" type="slidenum">
              <a:rPr lang="en-US" altLang="en-US" sz="2300">
                <a:latin typeface="Arial" panose="020B0604020202020204" pitchFamily="34" charset="0"/>
              </a:rPr>
              <a:pPr algn="r">
                <a:spcBef>
                  <a:spcPct val="0"/>
                </a:spcBef>
              </a:pPr>
              <a:t>19</a:t>
            </a:fld>
            <a:endParaRPr lang="en-US" altLang="en-US" sz="2300">
              <a:latin typeface="Arial" panose="020B0604020202020204" pitchFamily="34" charset="0"/>
            </a:endParaRPr>
          </a:p>
        </p:txBody>
      </p:sp>
      <p:sp>
        <p:nvSpPr>
          <p:cNvPr id="41987" name="Rectangle 2">
            <a:extLst>
              <a:ext uri="{FF2B5EF4-FFF2-40B4-BE49-F238E27FC236}">
                <a16:creationId xmlns:a16="http://schemas.microsoft.com/office/drawing/2014/main" id="{60FBB9C2-3664-4E2C-9EFA-88E0D2E492BA}"/>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41988" name="Rectangle 3">
            <a:extLst>
              <a:ext uri="{FF2B5EF4-FFF2-40B4-BE49-F238E27FC236}">
                <a16:creationId xmlns:a16="http://schemas.microsoft.com/office/drawing/2014/main" id="{5A1ABC6F-DB7F-416E-B889-00CE1EB20A1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A440A7B-134C-46B5-9919-C44DABACE3E3}"/>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44035" name="Rectangle 3">
            <a:extLst>
              <a:ext uri="{FF2B5EF4-FFF2-40B4-BE49-F238E27FC236}">
                <a16:creationId xmlns:a16="http://schemas.microsoft.com/office/drawing/2014/main" id="{5CD2CCA3-9B1F-4F0B-9C53-AD643F13AE18}"/>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089AD217-6CD1-4B69-881B-DEFF24A89DAF}"/>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05B59BF7-C2A1-4D52-AA09-A63F4DF91CBA}" type="slidenum">
              <a:rPr lang="en-US" altLang="en-US" sz="2300">
                <a:latin typeface="Arial" panose="020B0604020202020204" pitchFamily="34" charset="0"/>
              </a:rPr>
              <a:pPr algn="r">
                <a:spcBef>
                  <a:spcPct val="0"/>
                </a:spcBef>
              </a:pPr>
              <a:t>21</a:t>
            </a:fld>
            <a:endParaRPr lang="en-US" altLang="en-US" sz="2300">
              <a:latin typeface="Arial" panose="020B0604020202020204" pitchFamily="34" charset="0"/>
            </a:endParaRPr>
          </a:p>
        </p:txBody>
      </p:sp>
      <p:sp>
        <p:nvSpPr>
          <p:cNvPr id="46083" name="Rectangle 2">
            <a:extLst>
              <a:ext uri="{FF2B5EF4-FFF2-40B4-BE49-F238E27FC236}">
                <a16:creationId xmlns:a16="http://schemas.microsoft.com/office/drawing/2014/main" id="{97F4A82F-76D5-413A-8AD7-2D18637C703E}"/>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46084" name="Rectangle 3">
            <a:extLst>
              <a:ext uri="{FF2B5EF4-FFF2-40B4-BE49-F238E27FC236}">
                <a16:creationId xmlns:a16="http://schemas.microsoft.com/office/drawing/2014/main" id="{A317BBFE-8D4B-4590-8FA5-E98BB25D39A4}"/>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A9667D5-8D86-4D1E-85A0-1257EFF91064}"/>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48131" name="Rectangle 3">
            <a:extLst>
              <a:ext uri="{FF2B5EF4-FFF2-40B4-BE49-F238E27FC236}">
                <a16:creationId xmlns:a16="http://schemas.microsoft.com/office/drawing/2014/main" id="{EB44966C-9C30-4913-96F0-128354861273}"/>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85CDDEF-975E-4D5C-9621-3E646B0BCE1A}"/>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2C7EF55A-4A79-4ECA-9491-1FC579175608}" type="slidenum">
              <a:rPr lang="en-US" altLang="en-US" sz="2300">
                <a:latin typeface="Arial" panose="020B0604020202020204" pitchFamily="34" charset="0"/>
              </a:rPr>
              <a:pPr algn="r">
                <a:spcBef>
                  <a:spcPct val="0"/>
                </a:spcBef>
              </a:pPr>
              <a:t>23</a:t>
            </a:fld>
            <a:endParaRPr lang="en-US" altLang="en-US" sz="2300">
              <a:latin typeface="Arial" panose="020B0604020202020204" pitchFamily="34" charset="0"/>
            </a:endParaRPr>
          </a:p>
        </p:txBody>
      </p:sp>
      <p:sp>
        <p:nvSpPr>
          <p:cNvPr id="50179" name="Rectangle 2">
            <a:extLst>
              <a:ext uri="{FF2B5EF4-FFF2-40B4-BE49-F238E27FC236}">
                <a16:creationId xmlns:a16="http://schemas.microsoft.com/office/drawing/2014/main" id="{DBA8D591-BA35-4EF1-9A8A-265114BFC4AF}"/>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50180" name="Rectangle 3">
            <a:extLst>
              <a:ext uri="{FF2B5EF4-FFF2-40B4-BE49-F238E27FC236}">
                <a16:creationId xmlns:a16="http://schemas.microsoft.com/office/drawing/2014/main" id="{6FE7AD21-C7F6-4798-BA34-92A1CB48104C}"/>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CD4D65FB-920F-4B5C-AB70-AC80C1BE6EBD}"/>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B2BE576E-8144-47A2-B649-B4318B5A8A7E}" type="slidenum">
              <a:rPr lang="en-US" altLang="en-US" sz="2300">
                <a:latin typeface="Arial" panose="020B0604020202020204" pitchFamily="34" charset="0"/>
              </a:rPr>
              <a:pPr algn="r">
                <a:spcBef>
                  <a:spcPct val="0"/>
                </a:spcBef>
              </a:pPr>
              <a:t>24</a:t>
            </a:fld>
            <a:endParaRPr lang="en-US" altLang="en-US" sz="2300">
              <a:latin typeface="Arial" panose="020B0604020202020204" pitchFamily="34" charset="0"/>
            </a:endParaRPr>
          </a:p>
        </p:txBody>
      </p:sp>
      <p:sp>
        <p:nvSpPr>
          <p:cNvPr id="52227" name="Rectangle 2">
            <a:extLst>
              <a:ext uri="{FF2B5EF4-FFF2-40B4-BE49-F238E27FC236}">
                <a16:creationId xmlns:a16="http://schemas.microsoft.com/office/drawing/2014/main" id="{1189D1A7-D687-4D5B-B382-ED6587422453}"/>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52228" name="Rectangle 3">
            <a:extLst>
              <a:ext uri="{FF2B5EF4-FFF2-40B4-BE49-F238E27FC236}">
                <a16:creationId xmlns:a16="http://schemas.microsoft.com/office/drawing/2014/main" id="{2C3B44C3-AD72-4846-BD00-C557AAA2CB26}"/>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2880033-0C19-4630-839D-D3B0340F08A7}"/>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54275" name="Rectangle 3">
            <a:extLst>
              <a:ext uri="{FF2B5EF4-FFF2-40B4-BE49-F238E27FC236}">
                <a16:creationId xmlns:a16="http://schemas.microsoft.com/office/drawing/2014/main" id="{18315CE3-2F2D-4CCD-9343-8A598EDCB614}"/>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D3075664-35E9-4D62-AA48-C99632EE481B}"/>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57347" name="Rectangle 3">
            <a:extLst>
              <a:ext uri="{FF2B5EF4-FFF2-40B4-BE49-F238E27FC236}">
                <a16:creationId xmlns:a16="http://schemas.microsoft.com/office/drawing/2014/main" id="{D79EEC40-F621-4068-9744-C7B62CAACDA6}"/>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0B54D4B0-49D0-44BD-9CC7-4BF7A938BCD7}"/>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59320819-A8B0-44C1-B912-1909E12A0658}" type="slidenum">
              <a:rPr lang="en-US" altLang="en-US" sz="2300">
                <a:latin typeface="Arial" panose="020B0604020202020204" pitchFamily="34" charset="0"/>
              </a:rPr>
              <a:pPr algn="r">
                <a:spcBef>
                  <a:spcPct val="0"/>
                </a:spcBef>
              </a:pPr>
              <a:t>28</a:t>
            </a:fld>
            <a:endParaRPr lang="en-US" altLang="en-US" sz="2300">
              <a:latin typeface="Arial" panose="020B0604020202020204" pitchFamily="34" charset="0"/>
            </a:endParaRPr>
          </a:p>
        </p:txBody>
      </p:sp>
      <p:sp>
        <p:nvSpPr>
          <p:cNvPr id="59395" name="Rectangle 2">
            <a:extLst>
              <a:ext uri="{FF2B5EF4-FFF2-40B4-BE49-F238E27FC236}">
                <a16:creationId xmlns:a16="http://schemas.microsoft.com/office/drawing/2014/main" id="{00A684AC-40F4-45F8-9CA4-221A87B43ACA}"/>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59396" name="Rectangle 3">
            <a:extLst>
              <a:ext uri="{FF2B5EF4-FFF2-40B4-BE49-F238E27FC236}">
                <a16:creationId xmlns:a16="http://schemas.microsoft.com/office/drawing/2014/main" id="{C9B16348-92C5-45F4-93F2-7331B0E454FD}"/>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93974124-4D45-499C-AC1B-174756481155}"/>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691CC807-6040-4A5E-91BA-D5FA7E7B4053}" type="slidenum">
              <a:rPr lang="en-US" altLang="en-US" sz="2300">
                <a:latin typeface="Arial" panose="020B0604020202020204" pitchFamily="34" charset="0"/>
              </a:rPr>
              <a:pPr algn="r">
                <a:spcBef>
                  <a:spcPct val="0"/>
                </a:spcBef>
              </a:pPr>
              <a:t>29</a:t>
            </a:fld>
            <a:endParaRPr lang="en-US" altLang="en-US" sz="2300">
              <a:latin typeface="Arial" panose="020B0604020202020204" pitchFamily="34" charset="0"/>
            </a:endParaRPr>
          </a:p>
        </p:txBody>
      </p:sp>
      <p:sp>
        <p:nvSpPr>
          <p:cNvPr id="61443" name="Rectangle 2">
            <a:extLst>
              <a:ext uri="{FF2B5EF4-FFF2-40B4-BE49-F238E27FC236}">
                <a16:creationId xmlns:a16="http://schemas.microsoft.com/office/drawing/2014/main" id="{00736B06-C1F5-40F0-9C85-EF6E97E770E2}"/>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61444" name="Rectangle 3">
            <a:extLst>
              <a:ext uri="{FF2B5EF4-FFF2-40B4-BE49-F238E27FC236}">
                <a16:creationId xmlns:a16="http://schemas.microsoft.com/office/drawing/2014/main" id="{703064B6-B87B-456F-B1B9-955222C967FC}"/>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A0E84CC-B306-4327-8A63-6481EDEA0965}"/>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63491" name="Rectangle 3">
            <a:extLst>
              <a:ext uri="{FF2B5EF4-FFF2-40B4-BE49-F238E27FC236}">
                <a16:creationId xmlns:a16="http://schemas.microsoft.com/office/drawing/2014/main" id="{91B511EF-338A-4FED-A2E6-7CF1942E0BB7}"/>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B912FF3-9152-4966-8EB0-6528B43E10E5}"/>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D8F0146B-C635-49B7-881A-8022D144AE02}" type="slidenum">
              <a:rPr lang="en-US" altLang="en-US" sz="2300">
                <a:latin typeface="Arial" panose="020B0604020202020204" pitchFamily="34" charset="0"/>
              </a:rPr>
              <a:pPr algn="r">
                <a:spcBef>
                  <a:spcPct val="0"/>
                </a:spcBef>
              </a:pPr>
              <a:t>31</a:t>
            </a:fld>
            <a:endParaRPr lang="en-US" altLang="en-US" sz="2300">
              <a:latin typeface="Arial" panose="020B0604020202020204" pitchFamily="34" charset="0"/>
            </a:endParaRPr>
          </a:p>
        </p:txBody>
      </p:sp>
      <p:sp>
        <p:nvSpPr>
          <p:cNvPr id="65539" name="Rectangle 2">
            <a:extLst>
              <a:ext uri="{FF2B5EF4-FFF2-40B4-BE49-F238E27FC236}">
                <a16:creationId xmlns:a16="http://schemas.microsoft.com/office/drawing/2014/main" id="{76670AA0-E5A8-4E46-A432-7948B929AD67}"/>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65540" name="Rectangle 3">
            <a:extLst>
              <a:ext uri="{FF2B5EF4-FFF2-40B4-BE49-F238E27FC236}">
                <a16:creationId xmlns:a16="http://schemas.microsoft.com/office/drawing/2014/main" id="{56C1CA81-D30A-4300-BA4E-6890DD18D07D}"/>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6B04ADBA-2C90-4DE7-B11A-7015426E8FAD}"/>
              </a:ext>
            </a:extLst>
          </p:cNvPr>
          <p:cNvSpPr>
            <a:spLocks noGrp="1" noRot="1" noChangeAspect="1" noChangeArrowheads="1" noTextEdit="1"/>
          </p:cNvSpPr>
          <p:nvPr>
            <p:ph type="sldImg"/>
          </p:nvPr>
        </p:nvSpPr>
        <p:spPr>
          <a:ln/>
        </p:spPr>
      </p:sp>
      <p:sp>
        <p:nvSpPr>
          <p:cNvPr id="67587" name="Notes Placeholder 2">
            <a:extLst>
              <a:ext uri="{FF2B5EF4-FFF2-40B4-BE49-F238E27FC236}">
                <a16:creationId xmlns:a16="http://schemas.microsoft.com/office/drawing/2014/main" id="{E57C554F-D0D8-41EC-BEA4-886C6DA8CE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7588" name="Slide Number Placeholder 3">
            <a:extLst>
              <a:ext uri="{FF2B5EF4-FFF2-40B4-BE49-F238E27FC236}">
                <a16:creationId xmlns:a16="http://schemas.microsoft.com/office/drawing/2014/main" id="{8860291C-B361-45E7-B4EF-E46FD1803E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528763">
              <a:defRPr sz="2400">
                <a:solidFill>
                  <a:schemeClr val="tx1"/>
                </a:solidFill>
                <a:latin typeface="Arial" panose="020B0604020202020204" pitchFamily="34" charset="0"/>
                <a:cs typeface="Arial" panose="020B0604020202020204" pitchFamily="34" charset="0"/>
              </a:defRPr>
            </a:lvl1pPr>
            <a:lvl2pPr marL="742950" indent="-285750" defTabSz="1528763">
              <a:defRPr sz="2400">
                <a:solidFill>
                  <a:schemeClr val="tx1"/>
                </a:solidFill>
                <a:latin typeface="Arial" panose="020B0604020202020204" pitchFamily="34" charset="0"/>
                <a:cs typeface="Arial" panose="020B0604020202020204" pitchFamily="34" charset="0"/>
              </a:defRPr>
            </a:lvl2pPr>
            <a:lvl3pPr marL="1143000" indent="-228600" defTabSz="1528763">
              <a:defRPr sz="2400">
                <a:solidFill>
                  <a:schemeClr val="tx1"/>
                </a:solidFill>
                <a:latin typeface="Arial" panose="020B0604020202020204" pitchFamily="34" charset="0"/>
                <a:cs typeface="Arial" panose="020B0604020202020204" pitchFamily="34" charset="0"/>
              </a:defRPr>
            </a:lvl3pPr>
            <a:lvl4pPr marL="1600200" indent="-228600" defTabSz="1528763">
              <a:defRPr sz="2400">
                <a:solidFill>
                  <a:schemeClr val="tx1"/>
                </a:solidFill>
                <a:latin typeface="Arial" panose="020B0604020202020204" pitchFamily="34" charset="0"/>
                <a:cs typeface="Arial" panose="020B0604020202020204" pitchFamily="34" charset="0"/>
              </a:defRPr>
            </a:lvl4pPr>
            <a:lvl5pPr marL="2057400" indent="-228600" defTabSz="1528763">
              <a:defRPr sz="2400">
                <a:solidFill>
                  <a:schemeClr val="tx1"/>
                </a:solidFill>
                <a:latin typeface="Arial" panose="020B0604020202020204" pitchFamily="34" charset="0"/>
                <a:cs typeface="Arial" panose="020B0604020202020204" pitchFamily="34" charset="0"/>
              </a:defRPr>
            </a:lvl5pPr>
            <a:lvl6pPr marL="2514600" indent="-228600" defTabSz="15287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15287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15287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15287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5336637D-90F6-482B-95B1-E6DD60A343F1}" type="slidenum">
              <a:rPr lang="en-US" altLang="en-US" sz="2000"/>
              <a:pPr/>
              <a:t>32</a:t>
            </a:fld>
            <a:endParaRPr lang="en-US" altLang="en-US" sz="20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9E2F7E4F-9662-4FB6-8D4B-36C529FE7B8A}"/>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90EF94F1-F231-48DC-B185-F6F888FFAD2A}" type="slidenum">
              <a:rPr lang="en-US" altLang="en-US" sz="2300">
                <a:latin typeface="Arial" panose="020B0604020202020204" pitchFamily="34" charset="0"/>
              </a:rPr>
              <a:pPr algn="r">
                <a:spcBef>
                  <a:spcPct val="0"/>
                </a:spcBef>
              </a:pPr>
              <a:t>33</a:t>
            </a:fld>
            <a:endParaRPr lang="en-US" altLang="en-US" sz="2300">
              <a:latin typeface="Arial" panose="020B0604020202020204" pitchFamily="34" charset="0"/>
            </a:endParaRPr>
          </a:p>
        </p:txBody>
      </p:sp>
      <p:sp>
        <p:nvSpPr>
          <p:cNvPr id="69635" name="Rectangle 2">
            <a:extLst>
              <a:ext uri="{FF2B5EF4-FFF2-40B4-BE49-F238E27FC236}">
                <a16:creationId xmlns:a16="http://schemas.microsoft.com/office/drawing/2014/main" id="{C1002A9F-736D-4990-9690-50F1B94FE3B1}"/>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69636" name="Rectangle 3">
            <a:extLst>
              <a:ext uri="{FF2B5EF4-FFF2-40B4-BE49-F238E27FC236}">
                <a16:creationId xmlns:a16="http://schemas.microsoft.com/office/drawing/2014/main" id="{FBB6851C-2DF4-4220-A730-0747A73E4ED5}"/>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38FBAF8B-BC5E-4E3D-A1C7-BE8643BBC808}"/>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6E7870F1-2764-40AC-9708-62FBD16E9ED0}" type="slidenum">
              <a:rPr lang="en-US" altLang="en-US" sz="2300">
                <a:latin typeface="Arial" panose="020B0604020202020204" pitchFamily="34" charset="0"/>
              </a:rPr>
              <a:pPr algn="r">
                <a:spcBef>
                  <a:spcPct val="0"/>
                </a:spcBef>
              </a:pPr>
              <a:t>34</a:t>
            </a:fld>
            <a:endParaRPr lang="en-US" altLang="en-US" sz="2300">
              <a:latin typeface="Arial" panose="020B0604020202020204" pitchFamily="34" charset="0"/>
            </a:endParaRPr>
          </a:p>
        </p:txBody>
      </p:sp>
      <p:sp>
        <p:nvSpPr>
          <p:cNvPr id="71683" name="Rectangle 2">
            <a:extLst>
              <a:ext uri="{FF2B5EF4-FFF2-40B4-BE49-F238E27FC236}">
                <a16:creationId xmlns:a16="http://schemas.microsoft.com/office/drawing/2014/main" id="{04734335-9D73-40E1-B10B-8C7BA2E134EE}"/>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71684" name="Rectangle 3">
            <a:extLst>
              <a:ext uri="{FF2B5EF4-FFF2-40B4-BE49-F238E27FC236}">
                <a16:creationId xmlns:a16="http://schemas.microsoft.com/office/drawing/2014/main" id="{DC98AF44-915C-452F-A2A7-89C71B2F37F9}"/>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0D3A80C-4353-4F35-808A-B02CEF5F8C80}"/>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73731" name="Rectangle 3">
            <a:extLst>
              <a:ext uri="{FF2B5EF4-FFF2-40B4-BE49-F238E27FC236}">
                <a16:creationId xmlns:a16="http://schemas.microsoft.com/office/drawing/2014/main" id="{78B0B159-2810-4591-B6E3-86FA36486B6D}"/>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5504FE30-82A5-4306-8B3C-05ADDB616ACC}"/>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94C579D4-1B8B-4189-8E81-EEB84889B057}" type="slidenum">
              <a:rPr lang="en-US" altLang="en-US" sz="2300">
                <a:latin typeface="Arial" panose="020B0604020202020204" pitchFamily="34" charset="0"/>
              </a:rPr>
              <a:pPr algn="r">
                <a:spcBef>
                  <a:spcPct val="0"/>
                </a:spcBef>
              </a:pPr>
              <a:t>36</a:t>
            </a:fld>
            <a:endParaRPr lang="en-US" altLang="en-US" sz="2300">
              <a:latin typeface="Arial" panose="020B0604020202020204" pitchFamily="34" charset="0"/>
            </a:endParaRPr>
          </a:p>
        </p:txBody>
      </p:sp>
      <p:sp>
        <p:nvSpPr>
          <p:cNvPr id="75779" name="Rectangle 2">
            <a:extLst>
              <a:ext uri="{FF2B5EF4-FFF2-40B4-BE49-F238E27FC236}">
                <a16:creationId xmlns:a16="http://schemas.microsoft.com/office/drawing/2014/main" id="{D697309B-A3AD-44D9-8D0E-785422C7E395}"/>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75780" name="Rectangle 3">
            <a:extLst>
              <a:ext uri="{FF2B5EF4-FFF2-40B4-BE49-F238E27FC236}">
                <a16:creationId xmlns:a16="http://schemas.microsoft.com/office/drawing/2014/main" id="{3908BB4D-9CA2-4194-87E1-54F2839A9975}"/>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F93F8F48-C554-4A34-8072-238B35432ECD}"/>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61482AE7-1C09-490B-8B67-4321095F9A82}" type="slidenum">
              <a:rPr lang="en-US" altLang="en-US" sz="2300">
                <a:latin typeface="Arial" panose="020B0604020202020204" pitchFamily="34" charset="0"/>
              </a:rPr>
              <a:pPr algn="r">
                <a:spcBef>
                  <a:spcPct val="0"/>
                </a:spcBef>
              </a:pPr>
              <a:t>37</a:t>
            </a:fld>
            <a:endParaRPr lang="en-US" altLang="en-US" sz="2300">
              <a:latin typeface="Arial" panose="020B0604020202020204" pitchFamily="34" charset="0"/>
            </a:endParaRPr>
          </a:p>
        </p:txBody>
      </p:sp>
      <p:sp>
        <p:nvSpPr>
          <p:cNvPr id="77827" name="Rectangle 2">
            <a:extLst>
              <a:ext uri="{FF2B5EF4-FFF2-40B4-BE49-F238E27FC236}">
                <a16:creationId xmlns:a16="http://schemas.microsoft.com/office/drawing/2014/main" id="{AFC9D6A7-631A-4103-A3AE-93A6FE7AA7A6}"/>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77828" name="Rectangle 3">
            <a:extLst>
              <a:ext uri="{FF2B5EF4-FFF2-40B4-BE49-F238E27FC236}">
                <a16:creationId xmlns:a16="http://schemas.microsoft.com/office/drawing/2014/main" id="{86616002-E3DC-4CD5-B688-9906B2AF03A4}"/>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36D701FA-76C5-4628-8B2E-56F2548B7EE2}"/>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95C32583-A32C-4FFC-8C08-CDC96DC122BA}" type="slidenum">
              <a:rPr lang="en-US" altLang="en-US" sz="2300">
                <a:latin typeface="Arial" panose="020B0604020202020204" pitchFamily="34" charset="0"/>
              </a:rPr>
              <a:pPr algn="r">
                <a:spcBef>
                  <a:spcPct val="0"/>
                </a:spcBef>
              </a:pPr>
              <a:t>38</a:t>
            </a:fld>
            <a:endParaRPr lang="en-US" altLang="en-US" sz="2300">
              <a:latin typeface="Arial" panose="020B0604020202020204" pitchFamily="34" charset="0"/>
            </a:endParaRPr>
          </a:p>
        </p:txBody>
      </p:sp>
      <p:sp>
        <p:nvSpPr>
          <p:cNvPr id="79875" name="Rectangle 2">
            <a:extLst>
              <a:ext uri="{FF2B5EF4-FFF2-40B4-BE49-F238E27FC236}">
                <a16:creationId xmlns:a16="http://schemas.microsoft.com/office/drawing/2014/main" id="{C4358A8D-9C5E-42EA-AA9B-A660752F5E37}"/>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79876" name="Rectangle 3">
            <a:extLst>
              <a:ext uri="{FF2B5EF4-FFF2-40B4-BE49-F238E27FC236}">
                <a16:creationId xmlns:a16="http://schemas.microsoft.com/office/drawing/2014/main" id="{F942EE71-0E22-4A6E-B5DA-D24C5C244306}"/>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03938F00-6536-4308-92F1-153AF79EF6AA}"/>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81923" name="Rectangle 3">
            <a:extLst>
              <a:ext uri="{FF2B5EF4-FFF2-40B4-BE49-F238E27FC236}">
                <a16:creationId xmlns:a16="http://schemas.microsoft.com/office/drawing/2014/main" id="{86D233BD-8DB2-4188-AE36-562219D5D44B}"/>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57B6C91-FB9B-4C9F-B435-954F4B23C332}"/>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036D35C2-2104-499E-9D4C-CAA04F592491}" type="slidenum">
              <a:rPr lang="en-US" altLang="en-US" sz="2300">
                <a:latin typeface="Arial" panose="020B0604020202020204" pitchFamily="34" charset="0"/>
              </a:rPr>
              <a:pPr algn="r">
                <a:spcBef>
                  <a:spcPct val="0"/>
                </a:spcBef>
              </a:pPr>
              <a:t>40</a:t>
            </a:fld>
            <a:endParaRPr lang="en-US" altLang="en-US" sz="2300">
              <a:latin typeface="Arial" panose="020B0604020202020204" pitchFamily="34" charset="0"/>
            </a:endParaRPr>
          </a:p>
        </p:txBody>
      </p:sp>
      <p:sp>
        <p:nvSpPr>
          <p:cNvPr id="83971" name="Rectangle 2">
            <a:extLst>
              <a:ext uri="{FF2B5EF4-FFF2-40B4-BE49-F238E27FC236}">
                <a16:creationId xmlns:a16="http://schemas.microsoft.com/office/drawing/2014/main" id="{B7FE63A2-5AD2-4E64-9FA6-D564EE387304}"/>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83972" name="Rectangle 3">
            <a:extLst>
              <a:ext uri="{FF2B5EF4-FFF2-40B4-BE49-F238E27FC236}">
                <a16:creationId xmlns:a16="http://schemas.microsoft.com/office/drawing/2014/main" id="{590319D7-0D42-4AF6-9540-4B4ECCE3D9C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3B94C70D-73B2-473C-B68D-C8E5E3C89C8B}"/>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86019" name="Rectangle 3">
            <a:extLst>
              <a:ext uri="{FF2B5EF4-FFF2-40B4-BE49-F238E27FC236}">
                <a16:creationId xmlns:a16="http://schemas.microsoft.com/office/drawing/2014/main" id="{CC844E7B-CA0C-499D-96AD-4A2E8BD17355}"/>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863A44CE-1EED-4297-BE22-124901BAB6E6}"/>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462060A2-5B08-4599-AD86-8CCEEF44E049}" type="slidenum">
              <a:rPr lang="en-US" altLang="en-US" sz="2300">
                <a:latin typeface="Arial" panose="020B0604020202020204" pitchFamily="34" charset="0"/>
              </a:rPr>
              <a:pPr algn="r">
                <a:spcBef>
                  <a:spcPct val="0"/>
                </a:spcBef>
              </a:pPr>
              <a:t>42</a:t>
            </a:fld>
            <a:endParaRPr lang="en-US" altLang="en-US" sz="2300">
              <a:latin typeface="Arial" panose="020B0604020202020204" pitchFamily="34" charset="0"/>
            </a:endParaRPr>
          </a:p>
        </p:txBody>
      </p:sp>
      <p:sp>
        <p:nvSpPr>
          <p:cNvPr id="88067" name="Rectangle 2">
            <a:extLst>
              <a:ext uri="{FF2B5EF4-FFF2-40B4-BE49-F238E27FC236}">
                <a16:creationId xmlns:a16="http://schemas.microsoft.com/office/drawing/2014/main" id="{622CF818-EA24-4F6A-917D-66EA14BD440A}"/>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88068" name="Rectangle 3">
            <a:extLst>
              <a:ext uri="{FF2B5EF4-FFF2-40B4-BE49-F238E27FC236}">
                <a16:creationId xmlns:a16="http://schemas.microsoft.com/office/drawing/2014/main" id="{3AD03090-48CA-46C5-9D3A-EE473B41FDF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FB8BC0E0-EA32-45A8-86C2-B14A9C7B9E83}"/>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92163" name="Rectangle 3">
            <a:extLst>
              <a:ext uri="{FF2B5EF4-FFF2-40B4-BE49-F238E27FC236}">
                <a16:creationId xmlns:a16="http://schemas.microsoft.com/office/drawing/2014/main" id="{B4D10435-0A51-4EB5-A5FC-2F3ADE588BE8}"/>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solidFill>
                <a:srgbClr val="000000"/>
              </a:solidFill>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8BFDDBF6-1F38-4366-B6CC-38F3D3199FE3}"/>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E431DE36-6C7E-415C-901D-282E55887177}" type="slidenum">
              <a:rPr lang="en-US" altLang="en-US" sz="2300">
                <a:latin typeface="Arial" panose="020B0604020202020204" pitchFamily="34" charset="0"/>
              </a:rPr>
              <a:pPr algn="r">
                <a:spcBef>
                  <a:spcPct val="0"/>
                </a:spcBef>
              </a:pPr>
              <a:t>44</a:t>
            </a:fld>
            <a:endParaRPr lang="en-US" altLang="en-US" sz="2300">
              <a:latin typeface="Arial" panose="020B0604020202020204" pitchFamily="34" charset="0"/>
            </a:endParaRPr>
          </a:p>
        </p:txBody>
      </p:sp>
      <p:sp>
        <p:nvSpPr>
          <p:cNvPr id="90115" name="Rectangle 2">
            <a:extLst>
              <a:ext uri="{FF2B5EF4-FFF2-40B4-BE49-F238E27FC236}">
                <a16:creationId xmlns:a16="http://schemas.microsoft.com/office/drawing/2014/main" id="{14835AB9-6617-4B4B-AB35-B444B5462F21}"/>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90116" name="Rectangle 3">
            <a:extLst>
              <a:ext uri="{FF2B5EF4-FFF2-40B4-BE49-F238E27FC236}">
                <a16:creationId xmlns:a16="http://schemas.microsoft.com/office/drawing/2014/main" id="{B37644A0-C7BD-488A-9728-1908B98CA306}"/>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628A474B-2446-4C5D-8B22-D5E81EE014A8}"/>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0AF7E1DD-75A7-467D-9AF3-F12FAAAA1FD1}" type="slidenum">
              <a:rPr lang="en-US" altLang="en-US" sz="2300">
                <a:latin typeface="Arial" panose="020B0604020202020204" pitchFamily="34" charset="0"/>
              </a:rPr>
              <a:pPr algn="r">
                <a:spcBef>
                  <a:spcPct val="0"/>
                </a:spcBef>
              </a:pPr>
              <a:t>45</a:t>
            </a:fld>
            <a:endParaRPr lang="en-US" altLang="en-US" sz="2300">
              <a:latin typeface="Arial" panose="020B0604020202020204" pitchFamily="34" charset="0"/>
            </a:endParaRPr>
          </a:p>
        </p:txBody>
      </p:sp>
      <p:sp>
        <p:nvSpPr>
          <p:cNvPr id="94211" name="Rectangle 2">
            <a:extLst>
              <a:ext uri="{FF2B5EF4-FFF2-40B4-BE49-F238E27FC236}">
                <a16:creationId xmlns:a16="http://schemas.microsoft.com/office/drawing/2014/main" id="{92AC8015-A84E-4599-B411-35D53C1EB321}"/>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94212" name="Rectangle 3">
            <a:extLst>
              <a:ext uri="{FF2B5EF4-FFF2-40B4-BE49-F238E27FC236}">
                <a16:creationId xmlns:a16="http://schemas.microsoft.com/office/drawing/2014/main" id="{ABFBC5E2-84E4-4B0F-A1DD-B6323F159CF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E211A391-31C4-4F02-829B-469A29B1CF82}"/>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96259" name="Rectangle 3">
            <a:extLst>
              <a:ext uri="{FF2B5EF4-FFF2-40B4-BE49-F238E27FC236}">
                <a16:creationId xmlns:a16="http://schemas.microsoft.com/office/drawing/2014/main" id="{CB9B06D8-9487-4254-BD1D-4F72DD014547}"/>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pPr eaLnBrk="1" hangingPunct="1"/>
            <a:endParaRPr lang="en-US" altLang="en-US">
              <a:solidFill>
                <a:srgbClr val="000000"/>
              </a:solidFill>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D7145106-B9D4-43EF-823C-1546D14D401A}"/>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ACA28EBD-7306-46E6-92DB-492D8BAD05DF}" type="slidenum">
              <a:rPr lang="en-US" altLang="en-US" sz="2300">
                <a:latin typeface="Arial" panose="020B0604020202020204" pitchFamily="34" charset="0"/>
              </a:rPr>
              <a:pPr algn="r">
                <a:spcBef>
                  <a:spcPct val="0"/>
                </a:spcBef>
              </a:pPr>
              <a:t>47</a:t>
            </a:fld>
            <a:endParaRPr lang="en-US" altLang="en-US" sz="2300">
              <a:latin typeface="Arial" panose="020B0604020202020204" pitchFamily="34" charset="0"/>
            </a:endParaRPr>
          </a:p>
        </p:txBody>
      </p:sp>
      <p:sp>
        <p:nvSpPr>
          <p:cNvPr id="98307" name="Rectangle 2">
            <a:extLst>
              <a:ext uri="{FF2B5EF4-FFF2-40B4-BE49-F238E27FC236}">
                <a16:creationId xmlns:a16="http://schemas.microsoft.com/office/drawing/2014/main" id="{3803F476-8C7A-4A5F-B3CF-9ACFACB895F9}"/>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98308" name="Rectangle 3">
            <a:extLst>
              <a:ext uri="{FF2B5EF4-FFF2-40B4-BE49-F238E27FC236}">
                <a16:creationId xmlns:a16="http://schemas.microsoft.com/office/drawing/2014/main" id="{99F61D0F-FEE7-4E14-B55A-ACC47BFDF92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EBE34E87-02A9-4C90-B4D5-16ACDC6BF7EA}"/>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2B7604CC-0DBA-41D6-8F46-EDB5FDD7C485}" type="slidenum">
              <a:rPr lang="en-US" altLang="en-US" sz="2300">
                <a:latin typeface="Arial" panose="020B0604020202020204" pitchFamily="34" charset="0"/>
              </a:rPr>
              <a:pPr algn="r">
                <a:spcBef>
                  <a:spcPct val="0"/>
                </a:spcBef>
              </a:pPr>
              <a:t>48</a:t>
            </a:fld>
            <a:endParaRPr lang="en-US" altLang="en-US" sz="2300">
              <a:latin typeface="Arial" panose="020B0604020202020204" pitchFamily="34" charset="0"/>
            </a:endParaRPr>
          </a:p>
        </p:txBody>
      </p:sp>
      <p:sp>
        <p:nvSpPr>
          <p:cNvPr id="100355" name="Rectangle 2">
            <a:extLst>
              <a:ext uri="{FF2B5EF4-FFF2-40B4-BE49-F238E27FC236}">
                <a16:creationId xmlns:a16="http://schemas.microsoft.com/office/drawing/2014/main" id="{7AE9FD46-0A1D-4A5D-8D0B-62E3C0F8807C}"/>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00356" name="Rectangle 3">
            <a:extLst>
              <a:ext uri="{FF2B5EF4-FFF2-40B4-BE49-F238E27FC236}">
                <a16:creationId xmlns:a16="http://schemas.microsoft.com/office/drawing/2014/main" id="{8498191C-A646-4A4D-AC60-A46C488126EB}"/>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437BF74D-5EF2-4BB9-92D3-18DD39A54341}"/>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3C2D79C0-C4C7-46FE-88B2-57566B57B95B}" type="slidenum">
              <a:rPr lang="en-US" altLang="en-US" sz="2300">
                <a:latin typeface="Arial" panose="020B0604020202020204" pitchFamily="34" charset="0"/>
              </a:rPr>
              <a:pPr algn="r">
                <a:spcBef>
                  <a:spcPct val="0"/>
                </a:spcBef>
              </a:pPr>
              <a:t>49</a:t>
            </a:fld>
            <a:endParaRPr lang="en-US" altLang="en-US" sz="2300">
              <a:latin typeface="Arial" panose="020B0604020202020204" pitchFamily="34" charset="0"/>
            </a:endParaRPr>
          </a:p>
        </p:txBody>
      </p:sp>
      <p:sp>
        <p:nvSpPr>
          <p:cNvPr id="110595" name="Rectangle 2">
            <a:extLst>
              <a:ext uri="{FF2B5EF4-FFF2-40B4-BE49-F238E27FC236}">
                <a16:creationId xmlns:a16="http://schemas.microsoft.com/office/drawing/2014/main" id="{B383ECDD-E022-4F77-829E-CB4F459AA875}"/>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10596" name="Rectangle 3">
            <a:extLst>
              <a:ext uri="{FF2B5EF4-FFF2-40B4-BE49-F238E27FC236}">
                <a16:creationId xmlns:a16="http://schemas.microsoft.com/office/drawing/2014/main" id="{243B8382-67AB-4C21-950E-165A89FF4CE5}"/>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77758AAB-7220-4D93-9EB4-09E89BA0B6F0}"/>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12643" name="Rectangle 3">
            <a:extLst>
              <a:ext uri="{FF2B5EF4-FFF2-40B4-BE49-F238E27FC236}">
                <a16:creationId xmlns:a16="http://schemas.microsoft.com/office/drawing/2014/main" id="{783F93DC-99A0-4885-BB39-F4AEFBA555FA}"/>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solidFill>
                <a:srgbClr val="000000"/>
              </a:solidFill>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0C3BF62D-E72D-4646-B66E-9E786C646D9D}"/>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527AEABC-B82F-4F18-A713-F4C904870C72}" type="slidenum">
              <a:rPr lang="en-US" altLang="en-US" sz="2300">
                <a:latin typeface="Arial" panose="020B0604020202020204" pitchFamily="34" charset="0"/>
              </a:rPr>
              <a:pPr algn="r">
                <a:spcBef>
                  <a:spcPct val="0"/>
                </a:spcBef>
              </a:pPr>
              <a:t>51</a:t>
            </a:fld>
            <a:endParaRPr lang="en-US" altLang="en-US" sz="2300">
              <a:latin typeface="Arial" panose="020B0604020202020204" pitchFamily="34" charset="0"/>
            </a:endParaRPr>
          </a:p>
        </p:txBody>
      </p:sp>
      <p:sp>
        <p:nvSpPr>
          <p:cNvPr id="114691" name="Rectangle 2">
            <a:extLst>
              <a:ext uri="{FF2B5EF4-FFF2-40B4-BE49-F238E27FC236}">
                <a16:creationId xmlns:a16="http://schemas.microsoft.com/office/drawing/2014/main" id="{C2F3713A-0F74-4B31-AAF2-65EFC3CAF348}"/>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14692" name="Rectangle 3">
            <a:extLst>
              <a:ext uri="{FF2B5EF4-FFF2-40B4-BE49-F238E27FC236}">
                <a16:creationId xmlns:a16="http://schemas.microsoft.com/office/drawing/2014/main" id="{18B3DE20-FA0C-4250-B66F-B97BCAF9032C}"/>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AE3890CE-5BD5-48F9-AD09-D1145229AE1E}"/>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16739" name="Rectangle 3">
            <a:extLst>
              <a:ext uri="{FF2B5EF4-FFF2-40B4-BE49-F238E27FC236}">
                <a16:creationId xmlns:a16="http://schemas.microsoft.com/office/drawing/2014/main" id="{CA5B4858-EAF3-49EB-9550-2FBCEA922AE7}"/>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solidFill>
                <a:srgbClr val="000000"/>
              </a:solidFill>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2CE6443C-E8CE-4D58-8FC6-477541A70FEA}"/>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0C11927B-6FBB-4FBF-87A4-67AFF332563A}" type="slidenum">
              <a:rPr lang="en-US" altLang="en-US" sz="2300">
                <a:latin typeface="Arial" panose="020B0604020202020204" pitchFamily="34" charset="0"/>
              </a:rPr>
              <a:pPr algn="r">
                <a:spcBef>
                  <a:spcPct val="0"/>
                </a:spcBef>
              </a:pPr>
              <a:t>53</a:t>
            </a:fld>
            <a:endParaRPr lang="en-US" altLang="en-US" sz="2300">
              <a:latin typeface="Arial" panose="020B0604020202020204" pitchFamily="34" charset="0"/>
            </a:endParaRPr>
          </a:p>
        </p:txBody>
      </p:sp>
      <p:sp>
        <p:nvSpPr>
          <p:cNvPr id="118787" name="Rectangle 2">
            <a:extLst>
              <a:ext uri="{FF2B5EF4-FFF2-40B4-BE49-F238E27FC236}">
                <a16:creationId xmlns:a16="http://schemas.microsoft.com/office/drawing/2014/main" id="{B35DED77-53FC-4485-9F36-A7B423F314BE}"/>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18788" name="Rectangle 3">
            <a:extLst>
              <a:ext uri="{FF2B5EF4-FFF2-40B4-BE49-F238E27FC236}">
                <a16:creationId xmlns:a16="http://schemas.microsoft.com/office/drawing/2014/main" id="{CA765B97-D1A3-46F8-B842-22C1402F5E23}"/>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5B1D09EF-94D7-471F-B035-663367AC5585}"/>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20835" name="Rectangle 3">
            <a:extLst>
              <a:ext uri="{FF2B5EF4-FFF2-40B4-BE49-F238E27FC236}">
                <a16:creationId xmlns:a16="http://schemas.microsoft.com/office/drawing/2014/main" id="{C2EA08F4-C3FF-4098-93A6-8163E73BCD6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pPr eaLnBrk="1" hangingPunct="1"/>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206A6060-A47A-46ED-93C0-0E1E3E7026E5}"/>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42939E51-DFCE-4E5C-8B50-A9AA3A58EE6D}" type="slidenum">
              <a:rPr lang="en-US" altLang="en-US" sz="2300">
                <a:latin typeface="Arial" panose="020B0604020202020204" pitchFamily="34" charset="0"/>
              </a:rPr>
              <a:pPr algn="r">
                <a:spcBef>
                  <a:spcPct val="0"/>
                </a:spcBef>
              </a:pPr>
              <a:t>55</a:t>
            </a:fld>
            <a:endParaRPr lang="en-US" altLang="en-US" sz="2300">
              <a:latin typeface="Arial" panose="020B0604020202020204" pitchFamily="34" charset="0"/>
            </a:endParaRPr>
          </a:p>
        </p:txBody>
      </p:sp>
      <p:sp>
        <p:nvSpPr>
          <p:cNvPr id="122883" name="Rectangle 2">
            <a:extLst>
              <a:ext uri="{FF2B5EF4-FFF2-40B4-BE49-F238E27FC236}">
                <a16:creationId xmlns:a16="http://schemas.microsoft.com/office/drawing/2014/main" id="{8439F8E0-1E96-4A38-98A4-32EBF51951A5}"/>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22884" name="Rectangle 3">
            <a:extLst>
              <a:ext uri="{FF2B5EF4-FFF2-40B4-BE49-F238E27FC236}">
                <a16:creationId xmlns:a16="http://schemas.microsoft.com/office/drawing/2014/main" id="{FAD89239-EA7F-4C35-B487-AB7E583B0C00}"/>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F1B35994-8682-4B27-9FB1-1D8EEA8DC6E5}"/>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B4FE84B7-4A39-427A-92C4-E26B2B5F9D43}" type="slidenum">
              <a:rPr lang="en-US" altLang="en-US" sz="2300">
                <a:latin typeface="Arial" panose="020B0604020202020204" pitchFamily="34" charset="0"/>
              </a:rPr>
              <a:pPr algn="r">
                <a:spcBef>
                  <a:spcPct val="0"/>
                </a:spcBef>
              </a:pPr>
              <a:t>56</a:t>
            </a:fld>
            <a:endParaRPr lang="en-US" altLang="en-US" sz="2300">
              <a:latin typeface="Arial" panose="020B0604020202020204" pitchFamily="34" charset="0"/>
            </a:endParaRPr>
          </a:p>
        </p:txBody>
      </p:sp>
      <p:sp>
        <p:nvSpPr>
          <p:cNvPr id="124931" name="Rectangle 2">
            <a:extLst>
              <a:ext uri="{FF2B5EF4-FFF2-40B4-BE49-F238E27FC236}">
                <a16:creationId xmlns:a16="http://schemas.microsoft.com/office/drawing/2014/main" id="{176346E6-C0E0-4D2A-98B0-AA48BC3618DD}"/>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24932" name="Rectangle 3">
            <a:extLst>
              <a:ext uri="{FF2B5EF4-FFF2-40B4-BE49-F238E27FC236}">
                <a16:creationId xmlns:a16="http://schemas.microsoft.com/office/drawing/2014/main" id="{C15D34FD-2028-44C6-B9BF-650115FAFB91}"/>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F2662191-4D99-44EE-A3B0-C053EA0ED2BF}"/>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23A3C9FD-CD46-4FC8-A159-43E5F24FC4CD}" type="slidenum">
              <a:rPr lang="en-US" altLang="en-US" sz="2300">
                <a:latin typeface="Arial" panose="020B0604020202020204" pitchFamily="34" charset="0"/>
              </a:rPr>
              <a:pPr algn="r">
                <a:spcBef>
                  <a:spcPct val="0"/>
                </a:spcBef>
              </a:pPr>
              <a:t>57</a:t>
            </a:fld>
            <a:endParaRPr lang="en-US" altLang="en-US" sz="2300">
              <a:latin typeface="Arial" panose="020B0604020202020204" pitchFamily="34" charset="0"/>
            </a:endParaRPr>
          </a:p>
        </p:txBody>
      </p:sp>
      <p:sp>
        <p:nvSpPr>
          <p:cNvPr id="126979" name="Rectangle 2">
            <a:extLst>
              <a:ext uri="{FF2B5EF4-FFF2-40B4-BE49-F238E27FC236}">
                <a16:creationId xmlns:a16="http://schemas.microsoft.com/office/drawing/2014/main" id="{7C8DF8A9-AB8D-4459-B59D-9D52AE891C98}"/>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26980" name="Rectangle 3">
            <a:extLst>
              <a:ext uri="{FF2B5EF4-FFF2-40B4-BE49-F238E27FC236}">
                <a16:creationId xmlns:a16="http://schemas.microsoft.com/office/drawing/2014/main" id="{D281BE6F-9126-4757-9014-1BE131687C45}"/>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12B15C50-7599-4010-A8CA-0033391A4B35}"/>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29027" name="Rectangle 3">
            <a:extLst>
              <a:ext uri="{FF2B5EF4-FFF2-40B4-BE49-F238E27FC236}">
                <a16:creationId xmlns:a16="http://schemas.microsoft.com/office/drawing/2014/main" id="{55AE3B21-36D5-4A88-B4DF-A1AA980DE286}"/>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6C8E0DE2-008B-40D5-8EAA-0BA27798C131}"/>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CB892E48-5329-4DE2-8401-9BAB154E2E2A}" type="slidenum">
              <a:rPr lang="en-US" altLang="en-US" sz="2300">
                <a:latin typeface="Arial" panose="020B0604020202020204" pitchFamily="34" charset="0"/>
              </a:rPr>
              <a:pPr algn="r">
                <a:spcBef>
                  <a:spcPct val="0"/>
                </a:spcBef>
              </a:pPr>
              <a:t>59</a:t>
            </a:fld>
            <a:endParaRPr lang="en-US" altLang="en-US" sz="2300">
              <a:latin typeface="Arial" panose="020B0604020202020204" pitchFamily="34" charset="0"/>
            </a:endParaRPr>
          </a:p>
        </p:txBody>
      </p:sp>
      <p:sp>
        <p:nvSpPr>
          <p:cNvPr id="131075" name="Rectangle 2">
            <a:extLst>
              <a:ext uri="{FF2B5EF4-FFF2-40B4-BE49-F238E27FC236}">
                <a16:creationId xmlns:a16="http://schemas.microsoft.com/office/drawing/2014/main" id="{C6FCCB3C-1600-4BA9-B243-FFC306997458}"/>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31076" name="Rectangle 3">
            <a:extLst>
              <a:ext uri="{FF2B5EF4-FFF2-40B4-BE49-F238E27FC236}">
                <a16:creationId xmlns:a16="http://schemas.microsoft.com/office/drawing/2014/main" id="{4F9B9BC8-1B76-4B56-8E47-3B967ED92262}"/>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39375E25-21FF-4E2B-9BC3-11ACDDA05AF1}"/>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33123" name="Rectangle 3">
            <a:extLst>
              <a:ext uri="{FF2B5EF4-FFF2-40B4-BE49-F238E27FC236}">
                <a16:creationId xmlns:a16="http://schemas.microsoft.com/office/drawing/2014/main" id="{B92D579A-BAEC-4ACB-A3B4-03DC9F58EC7E}"/>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93CCE7-D5CC-4A5A-BD42-2140F1CC644E}" type="slidenum">
              <a:rPr lang="en-US" altLang="en-US" smtClean="0"/>
              <a:pPr/>
              <a:t>61</a:t>
            </a:fld>
            <a:endParaRPr lang="en-US" altLang="en-US"/>
          </a:p>
        </p:txBody>
      </p:sp>
    </p:spTree>
    <p:extLst>
      <p:ext uri="{BB962C8B-B14F-4D97-AF65-F5344CB8AC3E}">
        <p14:creationId xmlns:p14="http://schemas.microsoft.com/office/powerpoint/2010/main" val="41130982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B55F11D8-D88A-4B88-82F1-DF57BBDF6617}"/>
              </a:ext>
            </a:extLst>
          </p:cNvPr>
          <p:cNvSpPr txBox="1">
            <a:spLocks noGrp="1" noChangeArrowheads="1"/>
          </p:cNvSpPr>
          <p:nvPr/>
        </p:nvSpPr>
        <p:spPr bwMode="auto">
          <a:xfrm>
            <a:off x="6865938" y="18024475"/>
            <a:ext cx="524986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77650" tIns="88825" rIns="177650" bIns="88825" anchor="b"/>
          <a:lstStyle>
            <a:lvl1pPr defTabSz="1776413">
              <a:spcBef>
                <a:spcPct val="30000"/>
              </a:spcBef>
              <a:defRPr sz="1200">
                <a:solidFill>
                  <a:schemeClr val="tx1"/>
                </a:solidFill>
                <a:latin typeface="Times New Roman" panose="02020603050405020304" pitchFamily="18" charset="0"/>
              </a:defRPr>
            </a:lvl1pPr>
            <a:lvl2pPr marL="742950" indent="-285750" defTabSz="17764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17764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17764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60238D1E-A8DB-42DC-9648-07D510FB3BD4}" type="slidenum">
              <a:rPr lang="en-US" altLang="en-US" sz="2300">
                <a:latin typeface="Arial" panose="020B0604020202020204" pitchFamily="34" charset="0"/>
              </a:rPr>
              <a:pPr algn="r">
                <a:spcBef>
                  <a:spcPct val="0"/>
                </a:spcBef>
              </a:pPr>
              <a:t>62</a:t>
            </a:fld>
            <a:endParaRPr lang="en-US" altLang="en-US" sz="2300">
              <a:latin typeface="Arial" panose="020B0604020202020204" pitchFamily="34" charset="0"/>
            </a:endParaRPr>
          </a:p>
        </p:txBody>
      </p:sp>
      <p:sp>
        <p:nvSpPr>
          <p:cNvPr id="137219" name="Rectangle 2">
            <a:extLst>
              <a:ext uri="{FF2B5EF4-FFF2-40B4-BE49-F238E27FC236}">
                <a16:creationId xmlns:a16="http://schemas.microsoft.com/office/drawing/2014/main" id="{D46BF25F-73FE-4347-877C-4AE74C64D629}"/>
              </a:ext>
            </a:extLst>
          </p:cNvPr>
          <p:cNvSpPr>
            <a:spLocks noGrp="1" noRot="1" noChangeAspect="1" noChangeArrowheads="1" noTextEdit="1"/>
          </p:cNvSpPr>
          <p:nvPr>
            <p:ph type="sldImg"/>
          </p:nvPr>
        </p:nvSpPr>
        <p:spPr>
          <a:xfrm>
            <a:off x="1314450" y="1422400"/>
            <a:ext cx="9486900" cy="7115175"/>
          </a:xfrm>
          <a:solidFill>
            <a:srgbClr val="FFFFFF"/>
          </a:solidFill>
          <a:ln/>
        </p:spPr>
      </p:sp>
      <p:sp>
        <p:nvSpPr>
          <p:cNvPr id="137220" name="Rectangle 3">
            <a:extLst>
              <a:ext uri="{FF2B5EF4-FFF2-40B4-BE49-F238E27FC236}">
                <a16:creationId xmlns:a16="http://schemas.microsoft.com/office/drawing/2014/main" id="{AB2934E7-2337-48D7-8BC7-EAA534940A87}"/>
              </a:ext>
            </a:extLst>
          </p:cNvPr>
          <p:cNvSpPr>
            <a:spLocks noGrp="1" noChangeArrowheads="1"/>
          </p:cNvSpPr>
          <p:nvPr>
            <p:ph type="body" idx="1"/>
          </p:nvPr>
        </p:nvSpPr>
        <p:spPr>
          <a:xfrm>
            <a:off x="1616075" y="9012238"/>
            <a:ext cx="8883650" cy="8539162"/>
          </a:xfrm>
          <a:solidFill>
            <a:srgbClr val="FFFFFF"/>
          </a:solidFill>
          <a:ln>
            <a:solidFill>
              <a:srgbClr val="000000"/>
            </a:solidFill>
          </a:ln>
        </p:spPr>
        <p:txBody>
          <a:bodyPr lIns="177650" tIns="88825" rIns="177650" bIns="88825"/>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Line 14">
            <a:extLst>
              <a:ext uri="{FF2B5EF4-FFF2-40B4-BE49-F238E27FC236}">
                <a16:creationId xmlns:a16="http://schemas.microsoft.com/office/drawing/2014/main" id="{866F2620-6083-4E96-8C68-BE61F4261C49}"/>
              </a:ext>
            </a:extLst>
          </p:cNvPr>
          <p:cNvSpPr>
            <a:spLocks noChangeShapeType="1"/>
          </p:cNvSpPr>
          <p:nvPr userDrawn="1"/>
        </p:nvSpPr>
        <p:spPr bwMode="auto">
          <a:xfrm>
            <a:off x="304800" y="6553200"/>
            <a:ext cx="8534400" cy="0"/>
          </a:xfrm>
          <a:prstGeom prst="line">
            <a:avLst/>
          </a:prstGeom>
          <a:noFill/>
          <a:ln w="25400">
            <a:solidFill>
              <a:srgbClr val="BD3A2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 name="Rectangle 33">
            <a:extLst>
              <a:ext uri="{FF2B5EF4-FFF2-40B4-BE49-F238E27FC236}">
                <a16:creationId xmlns:a16="http://schemas.microsoft.com/office/drawing/2014/main" id="{E3D547DB-09A3-4FE7-A82E-28B153FC67DA}"/>
              </a:ext>
            </a:extLst>
          </p:cNvPr>
          <p:cNvSpPr>
            <a:spLocks noChangeArrowheads="1"/>
          </p:cNvSpPr>
          <p:nvPr userDrawn="1"/>
        </p:nvSpPr>
        <p:spPr bwMode="auto">
          <a:xfrm>
            <a:off x="0" y="0"/>
            <a:ext cx="9144000" cy="996950"/>
          </a:xfrm>
          <a:prstGeom prst="rect">
            <a:avLst/>
          </a:prstGeom>
          <a:gradFill rotWithShape="0">
            <a:gsLst>
              <a:gs pos="0">
                <a:srgbClr val="5D2F49"/>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endParaRPr lang="en-US" altLang="en-US"/>
          </a:p>
        </p:txBody>
      </p:sp>
      <p:pic>
        <p:nvPicPr>
          <p:cNvPr id="6" name="Picture 24" descr="72602Campbell5e_cvr">
            <a:extLst>
              <a:ext uri="{FF2B5EF4-FFF2-40B4-BE49-F238E27FC236}">
                <a16:creationId xmlns:a16="http://schemas.microsoft.com/office/drawing/2014/main" id="{50F85DFA-BF22-4849-99E7-84A0155496C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057" t="19962" r="22920" b="12151"/>
          <a:stretch>
            <a:fillRect/>
          </a:stretch>
        </p:blipFill>
        <p:spPr bwMode="auto">
          <a:xfrm>
            <a:off x="198438" y="952500"/>
            <a:ext cx="3813175"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3">
            <a:extLst>
              <a:ext uri="{FF2B5EF4-FFF2-40B4-BE49-F238E27FC236}">
                <a16:creationId xmlns:a16="http://schemas.microsoft.com/office/drawing/2014/main" id="{E8929FE6-0C32-4CC4-96BD-33868A8F0CD2}"/>
              </a:ext>
            </a:extLst>
          </p:cNvPr>
          <p:cNvSpPr>
            <a:spLocks noChangeArrowheads="1"/>
          </p:cNvSpPr>
          <p:nvPr userDrawn="1"/>
        </p:nvSpPr>
        <p:spPr bwMode="gray">
          <a:xfrm>
            <a:off x="0" y="6400800"/>
            <a:ext cx="9145588" cy="457200"/>
          </a:xfrm>
          <a:prstGeom prst="rect">
            <a:avLst/>
          </a:prstGeom>
          <a:solidFill>
            <a:srgbClr val="008B5D"/>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Rectangle 33">
            <a:extLst>
              <a:ext uri="{FF2B5EF4-FFF2-40B4-BE49-F238E27FC236}">
                <a16:creationId xmlns:a16="http://schemas.microsoft.com/office/drawing/2014/main" id="{CAF455B6-763E-4A0D-B59F-0654F904481B}"/>
              </a:ext>
            </a:extLst>
          </p:cNvPr>
          <p:cNvSpPr>
            <a:spLocks noChangeArrowheads="1"/>
          </p:cNvSpPr>
          <p:nvPr userDrawn="1"/>
        </p:nvSpPr>
        <p:spPr bwMode="auto">
          <a:xfrm>
            <a:off x="0" y="5600700"/>
            <a:ext cx="9144000" cy="800100"/>
          </a:xfrm>
          <a:prstGeom prst="rect">
            <a:avLst/>
          </a:prstGeom>
          <a:gradFill rotWithShape="0">
            <a:gsLst>
              <a:gs pos="0">
                <a:srgbClr val="FFFFFF"/>
              </a:gs>
              <a:gs pos="100000">
                <a:srgbClr val="4B7278"/>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endParaRPr lang="en-US" altLang="en-US"/>
          </a:p>
        </p:txBody>
      </p:sp>
      <p:pic>
        <p:nvPicPr>
          <p:cNvPr id="9" name="Picture 18" descr="72602Campbell4e_cvr">
            <a:extLst>
              <a:ext uri="{FF2B5EF4-FFF2-40B4-BE49-F238E27FC236}">
                <a16:creationId xmlns:a16="http://schemas.microsoft.com/office/drawing/2014/main" id="{081B9916-5ABD-415D-8F6D-ADE24FE8D36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13191" t="10449" r="25157" b="3716"/>
          <a:stretch>
            <a:fillRect/>
          </a:stretch>
        </p:blipFill>
        <p:spPr bwMode="auto">
          <a:xfrm>
            <a:off x="4445000" y="1390650"/>
            <a:ext cx="4670425"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4" descr="Pearson_Bound_White">
            <a:extLst>
              <a:ext uri="{FF2B5EF4-FFF2-40B4-BE49-F238E27FC236}">
                <a16:creationId xmlns:a16="http://schemas.microsoft.com/office/drawing/2014/main" id="{060E26E0-5F3D-41AC-90CE-704D91B19A6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612063" y="6356350"/>
            <a:ext cx="1528762"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5" descr="Pearson_Strap_Bound_White">
            <a:extLst>
              <a:ext uri="{FF2B5EF4-FFF2-40B4-BE49-F238E27FC236}">
                <a16:creationId xmlns:a16="http://schemas.microsoft.com/office/drawing/2014/main" id="{256ECC60-035C-40EC-A468-A54798366AA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34">
            <a:extLst>
              <a:ext uri="{FF2B5EF4-FFF2-40B4-BE49-F238E27FC236}">
                <a16:creationId xmlns:a16="http://schemas.microsoft.com/office/drawing/2014/main" id="{0B20F97C-4607-47DC-AF93-CBF9AFD40697}"/>
              </a:ext>
            </a:extLst>
          </p:cNvPr>
          <p:cNvSpPr txBox="1">
            <a:spLocks noChangeArrowheads="1"/>
          </p:cNvSpPr>
          <p:nvPr userDrawn="1"/>
        </p:nvSpPr>
        <p:spPr bwMode="auto">
          <a:xfrm>
            <a:off x="6918325" y="6184900"/>
            <a:ext cx="2225675" cy="244475"/>
          </a:xfrm>
          <a:prstGeom prst="rect">
            <a:avLst/>
          </a:prstGeom>
          <a:noFill/>
          <a:ln w="9525">
            <a:noFill/>
            <a:miter lim="800000"/>
            <a:headEnd/>
            <a:tailEnd/>
          </a:ln>
          <a:effectLst/>
        </p:spPr>
        <p:txBody>
          <a:bodyP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r">
              <a:defRPr/>
            </a:pPr>
            <a:r>
              <a:rPr lang="en-US" sz="1000">
                <a:solidFill>
                  <a:schemeClr val="bg1"/>
                </a:solidFill>
                <a:latin typeface="Times New Roman" pitchFamily="18" charset="0"/>
              </a:rPr>
              <a:t>© 2013 Pearson Education, Inc.</a:t>
            </a:r>
          </a:p>
        </p:txBody>
      </p:sp>
      <p:sp>
        <p:nvSpPr>
          <p:cNvPr id="13" name="Rectangle 36">
            <a:extLst>
              <a:ext uri="{FF2B5EF4-FFF2-40B4-BE49-F238E27FC236}">
                <a16:creationId xmlns:a16="http://schemas.microsoft.com/office/drawing/2014/main" id="{2070F82C-65A9-46D9-B88D-6D903BF9BEF1}"/>
              </a:ext>
            </a:extLst>
          </p:cNvPr>
          <p:cNvSpPr>
            <a:spLocks noChangeArrowheads="1"/>
          </p:cNvSpPr>
          <p:nvPr userDrawn="1"/>
        </p:nvSpPr>
        <p:spPr bwMode="auto">
          <a:xfrm>
            <a:off x="92075" y="5997575"/>
            <a:ext cx="3689350" cy="412750"/>
          </a:xfrm>
          <a:prstGeom prst="rect">
            <a:avLst/>
          </a:prstGeom>
          <a:noFill/>
          <a:ln>
            <a:noFill/>
          </a:ln>
          <a:extLst>
            <a:ext uri="{909E8E84-426E-40DD-AFC4-6F175D3DCCD1}">
              <a14:hiddenFill xmlns:a14="http://schemas.microsoft.com/office/drawing/2010/main">
                <a:solidFill>
                  <a:srgbClr val="008B5D"/>
                </a:solidFill>
              </a14:hiddenFill>
            </a:ext>
            <a:ext uri="{91240B29-F687-4F45-9708-019B960494DF}">
              <a14:hiddenLine xmlns:a14="http://schemas.microsoft.com/office/drawing/2010/main" w="3492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defRPr/>
            </a:pPr>
            <a:r>
              <a:rPr kumimoji="1" lang="en-US" altLang="en-US" sz="2100" b="1">
                <a:solidFill>
                  <a:schemeClr val="bg1"/>
                </a:solidFill>
                <a:latin typeface="Times New Roman" pitchFamily="18" charset="0"/>
              </a:rPr>
              <a:t>Lectures by Edward J. Zalisko</a:t>
            </a:r>
          </a:p>
        </p:txBody>
      </p:sp>
      <p:sp>
        <p:nvSpPr>
          <p:cNvPr id="14" name="Text Box 39">
            <a:extLst>
              <a:ext uri="{FF2B5EF4-FFF2-40B4-BE49-F238E27FC236}">
                <a16:creationId xmlns:a16="http://schemas.microsoft.com/office/drawing/2014/main" id="{E782ABB2-5A9D-4527-84EC-CBFA21FB4642}"/>
              </a:ext>
            </a:extLst>
          </p:cNvPr>
          <p:cNvSpPr txBox="1">
            <a:spLocks noChangeArrowheads="1"/>
          </p:cNvSpPr>
          <p:nvPr userDrawn="1"/>
        </p:nvSpPr>
        <p:spPr bwMode="auto">
          <a:xfrm>
            <a:off x="84138" y="4643438"/>
            <a:ext cx="4919662" cy="1374775"/>
          </a:xfrm>
          <a:prstGeom prst="rect">
            <a:avLst/>
          </a:prstGeom>
          <a:noFill/>
          <a:ln w="9525">
            <a:noFill/>
            <a:miter lim="800000"/>
            <a:headEnd/>
            <a:tailEnd/>
          </a:ln>
          <a:effec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defRPr/>
            </a:pPr>
            <a:r>
              <a:rPr lang="en-US" altLang="en-US" sz="2000" b="1">
                <a:ea typeface="MS PGothic" panose="020B0600070205080204" pitchFamily="34" charset="-128"/>
              </a:rPr>
              <a:t>PowerPoint</a:t>
            </a:r>
            <a:r>
              <a:rPr lang="en-US" altLang="en-US" sz="2000" b="1" baseline="30000">
                <a:ea typeface="MS PGothic" panose="020B0600070205080204" pitchFamily="34" charset="-128"/>
              </a:rPr>
              <a:t>®</a:t>
            </a:r>
            <a:r>
              <a:rPr lang="en-US" altLang="en-US" sz="2000" b="1">
                <a:ea typeface="MS PGothic" panose="020B0600070205080204" pitchFamily="34" charset="-128"/>
              </a:rPr>
              <a:t> Lectures for</a:t>
            </a:r>
            <a:endParaRPr lang="en-US" altLang="en-US" sz="1600" b="1">
              <a:ea typeface="MS PGothic" panose="020B0600070205080204" pitchFamily="34" charset="-128"/>
            </a:endParaRPr>
          </a:p>
          <a:p>
            <a:pPr>
              <a:defRPr/>
            </a:pPr>
            <a:r>
              <a:rPr lang="en-US" altLang="en-US" sz="1600" b="1" i="1">
                <a:ea typeface="MS PGothic" panose="020B0600070205080204" pitchFamily="34" charset="-128"/>
              </a:rPr>
              <a:t>Campbell Essential Biology, </a:t>
            </a:r>
            <a:r>
              <a:rPr lang="en-US" altLang="en-US" sz="1600" b="1">
                <a:ea typeface="MS PGothic" panose="020B0600070205080204" pitchFamily="34" charset="-128"/>
              </a:rPr>
              <a:t>Fifth Edition,</a:t>
            </a:r>
            <a:r>
              <a:rPr lang="en-US" altLang="en-US" sz="1600" b="1" i="1">
                <a:ea typeface="MS PGothic" panose="020B0600070205080204" pitchFamily="34" charset="-128"/>
              </a:rPr>
              <a:t> </a:t>
            </a:r>
            <a:r>
              <a:rPr lang="en-US" altLang="en-US" sz="1600" b="1">
                <a:ea typeface="MS PGothic" panose="020B0600070205080204" pitchFamily="34" charset="-128"/>
              </a:rPr>
              <a:t>and</a:t>
            </a:r>
            <a:endParaRPr lang="en-US" altLang="en-US" sz="1600" b="1">
              <a:latin typeface="Times New Roman" panose="02020603050405020304" pitchFamily="18" charset="0"/>
              <a:ea typeface="MS PGothic" panose="020B0600070205080204" pitchFamily="34" charset="-128"/>
            </a:endParaRPr>
          </a:p>
          <a:p>
            <a:pPr>
              <a:defRPr/>
            </a:pPr>
            <a:r>
              <a:rPr lang="en-US" altLang="en-US" sz="1600" b="1" i="1">
                <a:ea typeface="MS PGothic" panose="020B0600070205080204" pitchFamily="34" charset="-128"/>
              </a:rPr>
              <a:t>Campbell Essential Biology with Physiology, </a:t>
            </a:r>
            <a:r>
              <a:rPr lang="en-US" altLang="en-US" sz="1600" b="1">
                <a:ea typeface="MS PGothic" panose="020B0600070205080204" pitchFamily="34" charset="-128"/>
              </a:rPr>
              <a:t>Fourth Edition</a:t>
            </a:r>
            <a:endParaRPr lang="en-US" altLang="en-US" sz="1600" b="1" i="1">
              <a:ea typeface="MS PGothic" panose="020B0600070205080204" pitchFamily="34" charset="-128"/>
            </a:endParaRPr>
          </a:p>
          <a:p>
            <a:pPr>
              <a:defRPr/>
            </a:pPr>
            <a:r>
              <a:rPr lang="en-US" altLang="en-US" sz="1600" b="1" i="1">
                <a:latin typeface="Times New Roman" panose="02020603050405020304" pitchFamily="18" charset="0"/>
                <a:ea typeface="MS PGothic" panose="020B0600070205080204" pitchFamily="34" charset="-128"/>
              </a:rPr>
              <a:t>   – </a:t>
            </a:r>
            <a:r>
              <a:rPr lang="en-US" altLang="en-US" sz="1600" b="1">
                <a:latin typeface="Times New Roman" panose="02020603050405020304" pitchFamily="18" charset="0"/>
                <a:ea typeface="MS PGothic" panose="020B0600070205080204" pitchFamily="34" charset="-128"/>
              </a:rPr>
              <a:t>Eric J. Simon, Jean L. Dickey, and Jane B. Reece</a:t>
            </a:r>
          </a:p>
        </p:txBody>
      </p:sp>
      <p:sp>
        <p:nvSpPr>
          <p:cNvPr id="577571" name="Rectangle 35"/>
          <p:cNvSpPr>
            <a:spLocks noGrp="1" noChangeArrowheads="1"/>
          </p:cNvSpPr>
          <p:nvPr>
            <p:ph type="ctrTitle"/>
          </p:nvPr>
        </p:nvSpPr>
        <p:spPr>
          <a:xfrm>
            <a:off x="206375" y="157163"/>
            <a:ext cx="8709025" cy="1143000"/>
          </a:xfrm>
          <a:effectLst>
            <a:outerShdw blurRad="63500" dist="38099" dir="2700000" algn="ctr" rotWithShape="0">
              <a:srgbClr val="000000">
                <a:alpha val="74998"/>
              </a:srgbClr>
            </a:outerShdw>
          </a:effectLst>
        </p:spPr>
        <p:txBody>
          <a:bodyPr anchor="ctr"/>
          <a:lstStyle>
            <a:lvl1pPr marL="0" indent="0">
              <a:defRPr sz="5000">
                <a:solidFill>
                  <a:schemeClr val="bg1"/>
                </a:solidFill>
                <a:latin typeface="Arial" charset="0"/>
              </a:defRPr>
            </a:lvl1pPr>
          </a:lstStyle>
          <a:p>
            <a:r>
              <a:rPr lang="en-US"/>
              <a:t>Click to edit Master title style</a:t>
            </a:r>
          </a:p>
        </p:txBody>
      </p:sp>
      <p:sp>
        <p:nvSpPr>
          <p:cNvPr id="577576" name="Rectangle 40"/>
          <p:cNvSpPr>
            <a:spLocks noGrp="1" noChangeArrowheads="1"/>
          </p:cNvSpPr>
          <p:nvPr>
            <p:ph type="subTitle" idx="1"/>
          </p:nvPr>
        </p:nvSpPr>
        <p:spPr>
          <a:xfrm>
            <a:off x="238125" y="1531938"/>
            <a:ext cx="8677275" cy="1752600"/>
          </a:xfrm>
        </p:spPr>
        <p:txBody>
          <a:bodyPr/>
          <a:lstStyle>
            <a:lvl1pPr>
              <a:buFont typeface="Wingdings" charset="2"/>
              <a:buNone/>
              <a:defRPr sz="4000" b="1">
                <a:latin typeface="Times New Roman" charset="0"/>
              </a:defRPr>
            </a:lvl1pPr>
          </a:lstStyle>
          <a:p>
            <a:r>
              <a:rPr lang="en-US"/>
              <a:t>Click to edit Master subtitle style</a:t>
            </a:r>
          </a:p>
        </p:txBody>
      </p:sp>
    </p:spTree>
    <p:extLst>
      <p:ext uri="{BB962C8B-B14F-4D97-AF65-F5344CB8AC3E}">
        <p14:creationId xmlns:p14="http://schemas.microsoft.com/office/powerpoint/2010/main" val="4018741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0536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47108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2536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2536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9266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706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17074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118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89390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97484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424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76200"/>
            <a:ext cx="2152650" cy="31464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76200"/>
            <a:ext cx="6305550" cy="3146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2075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4013140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31166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ltLang="zh-CN"/>
              <a:t>Click to edit Master title style</a:t>
            </a:r>
            <a:endParaRPr lang="zh-CN" alt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2207147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547571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ltLang="zh-CN"/>
              <a:t>Click to edit Master title style</a:t>
            </a:r>
            <a:endParaRPr lang="zh-CN" alt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ltLang="zh-CN"/>
              <a:t>Edit Master text styles</a:t>
            </a:r>
          </a:p>
        </p:txBody>
      </p:sp>
      <p:sp>
        <p:nvSpPr>
          <p:cNvPr id="4" name="Date Placeholder 3"/>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1696919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628650" y="1825625"/>
            <a:ext cx="38862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29150" y="1825625"/>
            <a:ext cx="38862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2811680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2322919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31519400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6303177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ltLang="zh-CN"/>
              <a:t>Click to edit Master title style</a:t>
            </a:r>
            <a:endParaRPr lang="zh-CN" alt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Edit Master text styles</a:t>
            </a:r>
          </a:p>
        </p:txBody>
      </p:sp>
      <p:sp>
        <p:nvSpPr>
          <p:cNvPr id="5" name="Date Placeholder 4"/>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3232870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Edit Master text styles</a:t>
            </a:r>
          </a:p>
        </p:txBody>
      </p:sp>
      <p:sp>
        <p:nvSpPr>
          <p:cNvPr id="5" name="Date Placeholder 4"/>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37487701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292063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9D1923C6-612A-48AE-97BB-DABDFC9CE203}" type="datetimeFigureOut">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174735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12">
            <a:extLst>
              <a:ext uri="{FF2B5EF4-FFF2-40B4-BE49-F238E27FC236}">
                <a16:creationId xmlns:a16="http://schemas.microsoft.com/office/drawing/2014/main" id="{477A45F6-8A75-4219-AC80-6DC74B6A7900}"/>
              </a:ext>
            </a:extLst>
          </p:cNvPr>
          <p:cNvSpPr>
            <a:spLocks noGrp="1" noChangeArrowheads="1"/>
          </p:cNvSpPr>
          <p:nvPr>
            <p:ph type="title"/>
          </p:nvPr>
        </p:nvSpPr>
        <p:spPr bwMode="auto">
          <a:xfrm>
            <a:off x="304800" y="50800"/>
            <a:ext cx="8534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US" altLang="en-US"/>
              <a:t>Click to edit Master title style</a:t>
            </a:r>
          </a:p>
        </p:txBody>
      </p:sp>
      <p:sp>
        <p:nvSpPr>
          <p:cNvPr id="1027" name="Rectangle 16">
            <a:extLst>
              <a:ext uri="{FF2B5EF4-FFF2-40B4-BE49-F238E27FC236}">
                <a16:creationId xmlns:a16="http://schemas.microsoft.com/office/drawing/2014/main" id="{D22CA950-334D-42D6-9C73-8E1F161EB538}"/>
              </a:ext>
            </a:extLst>
          </p:cNvPr>
          <p:cNvSpPr>
            <a:spLocks noGrp="1" noChangeArrowheads="1"/>
          </p:cNvSpPr>
          <p:nvPr>
            <p:ph type="body" idx="1"/>
          </p:nvPr>
        </p:nvSpPr>
        <p:spPr bwMode="auto">
          <a:xfrm>
            <a:off x="228600" y="685800"/>
            <a:ext cx="8610600"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473B8"/>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1"/>
            <a:r>
              <a:rPr lang="en-US" altLang="en-US"/>
              <a:t>Click to edit Master text styles</a:t>
            </a:r>
          </a:p>
          <a:p>
            <a:pPr lvl="2"/>
            <a:r>
              <a:rPr lang="en-US" altLang="en-US"/>
              <a:t>Second level</a:t>
            </a:r>
          </a:p>
          <a:p>
            <a:pPr lvl="3"/>
            <a:r>
              <a:rPr lang="en-US" altLang="en-US"/>
              <a:t>Third level</a:t>
            </a:r>
          </a:p>
          <a:p>
            <a:pPr lvl="4"/>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4141" r:id="rId1"/>
    <p:sldLayoutId id="2147484129" r:id="rId2"/>
    <p:sldLayoutId id="2147484130" r:id="rId3"/>
    <p:sldLayoutId id="2147484131" r:id="rId4"/>
    <p:sldLayoutId id="2147484132" r:id="rId5"/>
    <p:sldLayoutId id="2147484133" r:id="rId6"/>
    <p:sldLayoutId id="2147484134" r:id="rId7"/>
    <p:sldLayoutId id="2147484135" r:id="rId8"/>
    <p:sldLayoutId id="2147484136" r:id="rId9"/>
    <p:sldLayoutId id="2147484137" r:id="rId10"/>
    <p:sldLayoutId id="2147484138" r:id="rId11"/>
    <p:sldLayoutId id="2147484139" r:id="rId12"/>
  </p:sldLayoutIdLst>
  <p:txStyles>
    <p:titleStyle>
      <a:lvl1pPr marL="450850" indent="-450850" algn="l" rtl="0" eaLnBrk="0" fontAlgn="base" hangingPunct="0">
        <a:lnSpc>
          <a:spcPct val="90000"/>
        </a:lnSpc>
        <a:spcBef>
          <a:spcPct val="0"/>
        </a:spcBef>
        <a:spcAft>
          <a:spcPct val="0"/>
        </a:spcAft>
        <a:defRPr sz="3200" b="1">
          <a:solidFill>
            <a:schemeClr val="tx1"/>
          </a:solidFill>
          <a:latin typeface="+mj-lt"/>
          <a:ea typeface="+mj-ea"/>
          <a:cs typeface="+mj-cs"/>
        </a:defRPr>
      </a:lvl1pPr>
      <a:lvl2pPr marL="450850" indent="-450850" algn="l" rtl="0" eaLnBrk="0" fontAlgn="base" hangingPunct="0">
        <a:lnSpc>
          <a:spcPct val="90000"/>
        </a:lnSpc>
        <a:spcBef>
          <a:spcPct val="0"/>
        </a:spcBef>
        <a:spcAft>
          <a:spcPct val="0"/>
        </a:spcAft>
        <a:defRPr sz="3200" b="1">
          <a:solidFill>
            <a:schemeClr val="tx1"/>
          </a:solidFill>
          <a:latin typeface="Times New Roman" charset="0"/>
          <a:ea typeface="Arial" charset="0"/>
          <a:cs typeface="Arial" charset="0"/>
        </a:defRPr>
      </a:lvl2pPr>
      <a:lvl3pPr marL="450850" indent="-450850" algn="l" rtl="0" eaLnBrk="0" fontAlgn="base" hangingPunct="0">
        <a:lnSpc>
          <a:spcPct val="90000"/>
        </a:lnSpc>
        <a:spcBef>
          <a:spcPct val="0"/>
        </a:spcBef>
        <a:spcAft>
          <a:spcPct val="0"/>
        </a:spcAft>
        <a:defRPr sz="3200" b="1">
          <a:solidFill>
            <a:schemeClr val="tx1"/>
          </a:solidFill>
          <a:latin typeface="Times New Roman" charset="0"/>
          <a:ea typeface="Arial" charset="0"/>
          <a:cs typeface="Arial" charset="0"/>
        </a:defRPr>
      </a:lvl3pPr>
      <a:lvl4pPr marL="450850" indent="-450850" algn="l" rtl="0" eaLnBrk="0" fontAlgn="base" hangingPunct="0">
        <a:lnSpc>
          <a:spcPct val="90000"/>
        </a:lnSpc>
        <a:spcBef>
          <a:spcPct val="0"/>
        </a:spcBef>
        <a:spcAft>
          <a:spcPct val="0"/>
        </a:spcAft>
        <a:defRPr sz="3200" b="1">
          <a:solidFill>
            <a:schemeClr val="tx1"/>
          </a:solidFill>
          <a:latin typeface="Times New Roman" charset="0"/>
          <a:ea typeface="Arial" charset="0"/>
          <a:cs typeface="Arial" charset="0"/>
        </a:defRPr>
      </a:lvl4pPr>
      <a:lvl5pPr marL="450850" indent="-450850" algn="l" rtl="0" eaLnBrk="0" fontAlgn="base" hangingPunct="0">
        <a:lnSpc>
          <a:spcPct val="90000"/>
        </a:lnSpc>
        <a:spcBef>
          <a:spcPct val="0"/>
        </a:spcBef>
        <a:spcAft>
          <a:spcPct val="0"/>
        </a:spcAft>
        <a:defRPr sz="3200" b="1">
          <a:solidFill>
            <a:schemeClr val="tx1"/>
          </a:solidFill>
          <a:latin typeface="Times New Roman" charset="0"/>
          <a:ea typeface="Arial" charset="0"/>
          <a:cs typeface="Arial" charset="0"/>
        </a:defRPr>
      </a:lvl5pPr>
      <a:lvl6pPr marL="908050" indent="-450850" algn="l" rtl="0" fontAlgn="base">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fontAlgn="base">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fontAlgn="base">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fontAlgn="base">
        <a:lnSpc>
          <a:spcPct val="90000"/>
        </a:lnSpc>
        <a:spcBef>
          <a:spcPct val="0"/>
        </a:spcBef>
        <a:spcAft>
          <a:spcPct val="0"/>
        </a:spcAft>
        <a:defRPr sz="3000" b="1">
          <a:solidFill>
            <a:schemeClr val="tx2"/>
          </a:solidFill>
          <a:latin typeface="Times New Roman" charset="0"/>
          <a:ea typeface="Arial" charset="0"/>
          <a:cs typeface="Arial" charset="0"/>
        </a:defRPr>
      </a:lvl9pPr>
    </p:titleStyle>
    <p:bodyStyle>
      <a:lvl1pPr marL="342900" indent="-342900" algn="l" rtl="0" eaLnBrk="0" fontAlgn="base" hangingPunct="0">
        <a:spcBef>
          <a:spcPct val="45000"/>
        </a:spcBef>
        <a:spcAft>
          <a:spcPct val="20000"/>
        </a:spcAft>
        <a:buClr>
          <a:schemeClr val="tx2"/>
        </a:buClr>
        <a:buFont typeface="Wingdings" panose="05000000000000000000" pitchFamily="2" charset="2"/>
        <a:buChar char="§"/>
        <a:defRPr sz="2800">
          <a:solidFill>
            <a:schemeClr val="tx1"/>
          </a:solidFill>
          <a:latin typeface="+mn-lt"/>
          <a:ea typeface="+mn-ea"/>
          <a:cs typeface="+mn-cs"/>
        </a:defRPr>
      </a:lvl1pPr>
      <a:lvl2pPr marL="333375" indent="-331788" algn="l" rtl="0" eaLnBrk="0" fontAlgn="base" hangingPunct="0">
        <a:spcBef>
          <a:spcPct val="45000"/>
        </a:spcBef>
        <a:spcAft>
          <a:spcPct val="20000"/>
        </a:spcAft>
        <a:buClr>
          <a:srgbClr val="5D2F49"/>
        </a:buClr>
        <a:buFont typeface="Times" panose="02020603050405020304" pitchFamily="18" charset="0"/>
        <a:buChar char="•"/>
        <a:defRPr sz="2800">
          <a:solidFill>
            <a:schemeClr val="tx1"/>
          </a:solidFill>
          <a:latin typeface="Arial" charset="0"/>
          <a:ea typeface="+mn-ea"/>
          <a:cs typeface="+mn-cs"/>
        </a:defRPr>
      </a:lvl2pPr>
      <a:lvl3pPr marL="895350" indent="-365125" algn="l" rtl="0" eaLnBrk="0" fontAlgn="base" hangingPunct="0">
        <a:spcBef>
          <a:spcPct val="45000"/>
        </a:spcBef>
        <a:spcAft>
          <a:spcPct val="20000"/>
        </a:spcAft>
        <a:buClr>
          <a:srgbClr val="4B7278"/>
        </a:buClr>
        <a:buChar char="–"/>
        <a:defRPr sz="2600">
          <a:solidFill>
            <a:schemeClr val="tx1"/>
          </a:solidFill>
          <a:latin typeface="Arial" charset="0"/>
          <a:ea typeface="+mn-ea"/>
          <a:cs typeface="+mn-cs"/>
        </a:defRPr>
      </a:lvl3pPr>
      <a:lvl4pPr marL="1717675" indent="-395288" algn="l" rtl="0" eaLnBrk="0" fontAlgn="base" hangingPunct="0">
        <a:spcBef>
          <a:spcPct val="45000"/>
        </a:spcBef>
        <a:spcAft>
          <a:spcPct val="20000"/>
        </a:spcAft>
        <a:buClr>
          <a:srgbClr val="4B7278"/>
        </a:buClr>
        <a:buChar char="–"/>
        <a:defRPr sz="2400">
          <a:solidFill>
            <a:schemeClr val="tx1"/>
          </a:solidFill>
          <a:latin typeface="Arial" charset="0"/>
          <a:ea typeface="+mn-ea"/>
          <a:cs typeface="+mn-cs"/>
        </a:defRPr>
      </a:lvl4pPr>
      <a:lvl5pPr marL="2508250" indent="-363538" algn="l" rtl="0" eaLnBrk="0" fontAlgn="base" hangingPunct="0">
        <a:spcBef>
          <a:spcPct val="45000"/>
        </a:spcBef>
        <a:spcAft>
          <a:spcPct val="20000"/>
        </a:spcAft>
        <a:buClr>
          <a:srgbClr val="4B7278"/>
        </a:buClr>
        <a:buChar char="–"/>
        <a:defRPr sz="2200">
          <a:solidFill>
            <a:schemeClr val="tx1"/>
          </a:solidFill>
          <a:latin typeface="Arial" charset="0"/>
          <a:ea typeface="+mn-ea"/>
          <a:cs typeface="+mn-cs"/>
        </a:defRPr>
      </a:lvl5pPr>
      <a:lvl6pPr marL="2965450" indent="-363538" algn="l" rtl="0" fontAlgn="base">
        <a:spcBef>
          <a:spcPct val="45000"/>
        </a:spcBef>
        <a:spcAft>
          <a:spcPct val="20000"/>
        </a:spcAft>
        <a:buClr>
          <a:schemeClr val="tx1"/>
        </a:buClr>
        <a:buChar char="–"/>
        <a:defRPr sz="2000">
          <a:solidFill>
            <a:schemeClr val="tx1"/>
          </a:solidFill>
          <a:latin typeface="+mj-lt"/>
          <a:ea typeface="+mn-ea"/>
          <a:cs typeface="+mn-cs"/>
        </a:defRPr>
      </a:lvl6pPr>
      <a:lvl7pPr marL="3422650" indent="-363538" algn="l" rtl="0" fontAlgn="base">
        <a:spcBef>
          <a:spcPct val="45000"/>
        </a:spcBef>
        <a:spcAft>
          <a:spcPct val="20000"/>
        </a:spcAft>
        <a:buClr>
          <a:schemeClr val="tx1"/>
        </a:buClr>
        <a:buChar char="–"/>
        <a:defRPr sz="2000">
          <a:solidFill>
            <a:schemeClr val="tx1"/>
          </a:solidFill>
          <a:latin typeface="+mj-lt"/>
          <a:ea typeface="+mn-ea"/>
          <a:cs typeface="+mn-cs"/>
        </a:defRPr>
      </a:lvl7pPr>
      <a:lvl8pPr marL="3879850" indent="-363538" algn="l" rtl="0" fontAlgn="base">
        <a:spcBef>
          <a:spcPct val="45000"/>
        </a:spcBef>
        <a:spcAft>
          <a:spcPct val="20000"/>
        </a:spcAft>
        <a:buClr>
          <a:schemeClr val="tx1"/>
        </a:buClr>
        <a:buChar char="–"/>
        <a:defRPr sz="2000">
          <a:solidFill>
            <a:schemeClr val="tx1"/>
          </a:solidFill>
          <a:latin typeface="+mj-lt"/>
          <a:ea typeface="+mn-ea"/>
          <a:cs typeface="+mn-cs"/>
        </a:defRPr>
      </a:lvl8pPr>
      <a:lvl9pPr marL="4337050" indent="-363538" algn="l" rtl="0" fontAlgn="base">
        <a:spcBef>
          <a:spcPct val="45000"/>
        </a:spcBef>
        <a:spcAft>
          <a:spcPct val="20000"/>
        </a:spcAft>
        <a:buClr>
          <a:schemeClr val="tx1"/>
        </a:buClr>
        <a:buChar char="–"/>
        <a:defRPr sz="2000">
          <a:solidFill>
            <a:schemeClr val="tx1"/>
          </a:solidFill>
          <a:latin typeface="+mj-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3">
            <a:extLst>
              <a:ext uri="{FF2B5EF4-FFF2-40B4-BE49-F238E27FC236}">
                <a16:creationId xmlns:a16="http://schemas.microsoft.com/office/drawing/2014/main" id="{F818483D-FC95-4552-B4B0-85AD328BDDB5}"/>
              </a:ext>
            </a:extLst>
          </p:cNvPr>
          <p:cNvSpPr>
            <a:spLocks noChangeArrowheads="1"/>
          </p:cNvSpPr>
          <p:nvPr/>
        </p:nvSpPr>
        <p:spPr bwMode="auto">
          <a:xfrm>
            <a:off x="66675" y="6581775"/>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defRPr/>
            </a:pPr>
            <a:r>
              <a:rPr lang="en-US" altLang="en-US" sz="900">
                <a:solidFill>
                  <a:srgbClr val="000000"/>
                </a:solidFill>
                <a:ea typeface="ＭＳ Ｐゴシック" panose="020B0600070205080204" pitchFamily="34" charset="-128"/>
              </a:rPr>
              <a:t>© 2016 Pearson Education, Inc.</a:t>
            </a:r>
          </a:p>
        </p:txBody>
      </p:sp>
    </p:spTree>
  </p:cSld>
  <p:clrMap bg1="lt1" tx1="dk1" bg2="lt2" tx2="dk2" accent1="accent1" accent2="accent2" accent3="accent3" accent4="accent4" accent5="accent5" accent6="accent6" hlink="hlink" folHlink="folHlink"/>
  <p:sldLayoutIdLst>
    <p:sldLayoutId id="2147484140" r:id="rId1"/>
  </p:sldLayoutIdLst>
  <p:txStyles>
    <p:title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MS PGothic" panose="020B0600070205080204" pitchFamily="34" charset="-128"/>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cs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cs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cs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cs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628650" y="1825625"/>
            <a:ext cx="7886700" cy="4895850"/>
          </a:xfrm>
          <a:prstGeom prst="rect">
            <a:avLst/>
          </a:prstGeom>
        </p:spPr>
        <p:txBody>
          <a:bodyPr vert="horz" lIns="91440" tIns="45720" rIns="9144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D1923C6-612A-48AE-97BB-DABDFC9CE203}" type="datetimeFigureOut">
              <a:rPr lang="zh-CN" altLang="en-US" smtClean="0"/>
              <a:t>2025/12/10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39DD78C-8D98-425E-9366-016CAC0B5609}" type="slidenum">
              <a:rPr lang="zh-CN" altLang="en-US" smtClean="0"/>
              <a:t>‹#›</a:t>
            </a:fld>
            <a:endParaRPr lang="zh-CN" altLang="en-US"/>
          </a:p>
        </p:txBody>
      </p:sp>
    </p:spTree>
    <p:extLst>
      <p:ext uri="{BB962C8B-B14F-4D97-AF65-F5344CB8AC3E}">
        <p14:creationId xmlns:p14="http://schemas.microsoft.com/office/powerpoint/2010/main" val="2917039687"/>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21.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D5D5B0B1-26BE-4160-94A1-EEDC50EF52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4713" y="1250950"/>
            <a:ext cx="7431087"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ubtitle 2">
            <a:extLst>
              <a:ext uri="{FF2B5EF4-FFF2-40B4-BE49-F238E27FC236}">
                <a16:creationId xmlns:a16="http://schemas.microsoft.com/office/drawing/2014/main" id="{F625AAC3-BB6A-48C4-88F7-8D5AAC15F92A}"/>
              </a:ext>
            </a:extLst>
          </p:cNvPr>
          <p:cNvSpPr txBox="1">
            <a:spLocks/>
          </p:cNvSpPr>
          <p:nvPr/>
        </p:nvSpPr>
        <p:spPr bwMode="auto">
          <a:xfrm>
            <a:off x="631825" y="219075"/>
            <a:ext cx="8229600"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lvl1pPr marL="0" indent="0" algn="ctr" rtl="0" eaLnBrk="0" fontAlgn="base" hangingPunct="0">
              <a:lnSpc>
                <a:spcPct val="90000"/>
              </a:lnSpc>
              <a:spcBef>
                <a:spcPts val="1200"/>
              </a:spcBef>
              <a:spcAft>
                <a:spcPts val="1200"/>
              </a:spcAft>
              <a:buClr>
                <a:srgbClr val="0070C0"/>
              </a:buClr>
              <a:buFont typeface="Arial" panose="020B0604020202020204" pitchFamily="34" charset="0"/>
              <a:buNone/>
              <a:defRPr sz="4400" b="1" kern="1200">
                <a:solidFill>
                  <a:srgbClr val="0070C0"/>
                </a:solidFill>
                <a:latin typeface="+mn-lt"/>
                <a:ea typeface="+mn-ea"/>
                <a:cs typeface="+mn-cs"/>
              </a:defRPr>
            </a:lvl1pPr>
            <a:lvl2pPr marL="457200" indent="0" algn="ctr" rtl="0" eaLnBrk="0" fontAlgn="base" hangingPunct="0">
              <a:lnSpc>
                <a:spcPct val="90000"/>
              </a:lnSpc>
              <a:spcBef>
                <a:spcPct val="0"/>
              </a:spcBef>
              <a:spcAft>
                <a:spcPts val="1200"/>
              </a:spcAft>
              <a:buClr>
                <a:srgbClr val="0070C0"/>
              </a:buClr>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ct val="0"/>
              </a:spcBef>
              <a:spcAft>
                <a:spcPts val="1200"/>
              </a:spcAft>
              <a:buClr>
                <a:srgbClr val="0070C0"/>
              </a:buClr>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ct val="0"/>
              </a:spcBef>
              <a:spcAft>
                <a:spcPts val="1200"/>
              </a:spcAft>
              <a:buClr>
                <a:srgbClr val="0070C0"/>
              </a:buClr>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ct val="0"/>
              </a:spcBef>
              <a:spcAft>
                <a:spcPts val="1200"/>
              </a:spcAft>
              <a:buClr>
                <a:srgbClr val="0070C0"/>
              </a:buClr>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eaLnBrk="1" hangingPunct="1">
              <a:lnSpc>
                <a:spcPct val="110000"/>
              </a:lnSpc>
              <a:spcBef>
                <a:spcPts val="0"/>
              </a:spcBef>
              <a:spcAft>
                <a:spcPts val="300"/>
              </a:spcAft>
              <a:defRPr/>
            </a:pPr>
            <a:r>
              <a:rPr lang="en-US" altLang="en-US" sz="22200" kern="0" dirty="0">
                <a:solidFill>
                  <a:srgbClr val="FF0000"/>
                </a:solidFill>
                <a:effectLst>
                  <a:outerShdw blurRad="38100" dist="38100" dir="2700000" algn="tl">
                    <a:srgbClr val="000000">
                      <a:alpha val="43137"/>
                    </a:srgbClr>
                  </a:outerShdw>
                </a:effectLst>
                <a:latin typeface="Cambria" pitchFamily="18" charset="0"/>
                <a:cs typeface="Arial"/>
              </a:rPr>
              <a:t>Circulation and Respiration</a:t>
            </a:r>
          </a:p>
          <a:p>
            <a:pPr algn="r" eaLnBrk="1" hangingPunct="1">
              <a:lnSpc>
                <a:spcPct val="110000"/>
              </a:lnSpc>
              <a:spcBef>
                <a:spcPts val="0"/>
              </a:spcBef>
              <a:spcAft>
                <a:spcPts val="300"/>
              </a:spcAft>
              <a:defRPr/>
            </a:pPr>
            <a:r>
              <a:rPr lang="en-US" altLang="en-US" sz="9600" dirty="0">
                <a:solidFill>
                  <a:srgbClr val="FF0000"/>
                </a:solidFill>
                <a:latin typeface="Cambria" panose="02040503050406030204" pitchFamily="18" charset="0"/>
              </a:rPr>
              <a:t>Unit 5; Chapter 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442" y="0"/>
            <a:ext cx="8807116" cy="946316"/>
          </a:xfrm>
        </p:spPr>
        <p:txBody>
          <a:bodyPr/>
          <a:lstStyle/>
          <a:p>
            <a:r>
              <a:rPr lang="en-US" altLang="zh-CN" b="1" dirty="0">
                <a:solidFill>
                  <a:schemeClr val="accent1">
                    <a:lumMod val="75000"/>
                  </a:schemeClr>
                </a:solidFill>
              </a:rPr>
              <a:t>Learning Objectives</a:t>
            </a:r>
            <a:endParaRPr lang="zh-CN" altLang="en-US" b="1" dirty="0">
              <a:solidFill>
                <a:schemeClr val="accent1">
                  <a:lumMod val="75000"/>
                </a:schemeClr>
              </a:solidFill>
            </a:endParaRPr>
          </a:p>
        </p:txBody>
      </p:sp>
      <p:sp>
        <p:nvSpPr>
          <p:cNvPr id="3" name="Content Placeholder 2"/>
          <p:cNvSpPr>
            <a:spLocks noGrp="1"/>
          </p:cNvSpPr>
          <p:nvPr>
            <p:ph idx="1"/>
          </p:nvPr>
        </p:nvSpPr>
        <p:spPr>
          <a:xfrm>
            <a:off x="0" y="902368"/>
            <a:ext cx="9144000" cy="5955631"/>
          </a:xfrm>
        </p:spPr>
        <p:txBody>
          <a:bodyPr>
            <a:normAutofit/>
          </a:bodyPr>
          <a:lstStyle/>
          <a:p>
            <a:pPr>
              <a:lnSpc>
                <a:spcPct val="100000"/>
              </a:lnSpc>
              <a:spcBef>
                <a:spcPts val="600"/>
              </a:spcBef>
            </a:pPr>
            <a:r>
              <a:rPr lang="en-US" altLang="zh-CN" sz="2400" dirty="0"/>
              <a:t>Describe the function and main components of animal circulatory systems, and compare the structures of different types of circulatory systems.</a:t>
            </a:r>
          </a:p>
          <a:p>
            <a:pPr>
              <a:lnSpc>
                <a:spcPct val="100000"/>
              </a:lnSpc>
              <a:spcBef>
                <a:spcPts val="600"/>
              </a:spcBef>
            </a:pPr>
            <a:r>
              <a:rPr lang="en-US" altLang="zh-CN" sz="2400" dirty="0"/>
              <a:t>Describe the path of blood as it makes one full circuit through the human body, including the heart, and compare the function of each structure in enabling this circuit to be completed.</a:t>
            </a:r>
          </a:p>
          <a:p>
            <a:pPr>
              <a:lnSpc>
                <a:spcPct val="100000"/>
              </a:lnSpc>
              <a:spcBef>
                <a:spcPts val="600"/>
              </a:spcBef>
            </a:pPr>
            <a:r>
              <a:rPr lang="en-US" altLang="zh-CN" sz="2400" dirty="0"/>
              <a:t>Relate heart rate to blood pressure, explaining how they are controlled and how they are measured.</a:t>
            </a:r>
          </a:p>
          <a:p>
            <a:pPr>
              <a:lnSpc>
                <a:spcPct val="100000"/>
              </a:lnSpc>
              <a:spcBef>
                <a:spcPts val="600"/>
              </a:spcBef>
            </a:pPr>
            <a:r>
              <a:rPr lang="en-US" altLang="zh-CN" sz="2400" dirty="0"/>
              <a:t>Describe the components of blood, their functions, and how donation of these components works.	</a:t>
            </a:r>
          </a:p>
          <a:p>
            <a:pPr>
              <a:lnSpc>
                <a:spcPct val="100000"/>
              </a:lnSpc>
              <a:spcBef>
                <a:spcPts val="600"/>
              </a:spcBef>
            </a:pPr>
            <a:r>
              <a:rPr lang="en-US" altLang="zh-CN" sz="2400" dirty="0"/>
              <a:t>Describe the causes, frequency, treatment, and prevention of cardiovascular disease and blood disorders.</a:t>
            </a:r>
          </a:p>
          <a:p>
            <a:pPr>
              <a:lnSpc>
                <a:spcPct val="100000"/>
              </a:lnSpc>
              <a:spcBef>
                <a:spcPts val="600"/>
              </a:spcBef>
            </a:pPr>
            <a:endParaRPr lang="zh-CN" altLang="en-US" sz="2400" dirty="0"/>
          </a:p>
        </p:txBody>
      </p:sp>
    </p:spTree>
    <p:extLst>
      <p:ext uri="{BB962C8B-B14F-4D97-AF65-F5344CB8AC3E}">
        <p14:creationId xmlns:p14="http://schemas.microsoft.com/office/powerpoint/2010/main" val="3977256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6AF3630-F0F3-4317-992F-7FC04D70DEF6}"/>
              </a:ext>
            </a:extLst>
          </p:cNvPr>
          <p:cNvSpPr>
            <a:spLocks noGrp="1" noChangeArrowheads="1"/>
          </p:cNvSpPr>
          <p:nvPr>
            <p:ph type="title" idx="4294967295"/>
          </p:nvPr>
        </p:nvSpPr>
        <p:spPr>
          <a:xfrm>
            <a:off x="622300" y="433388"/>
            <a:ext cx="8521700" cy="1200150"/>
          </a:xfrm>
        </p:spPr>
        <p:txBody>
          <a:bodyPr/>
          <a:lstStyle/>
          <a:p>
            <a:pPr marL="0" indent="0" eaLnBrk="1" hangingPunct="1"/>
            <a:r>
              <a:rPr lang="en-US" altLang="en-US" sz="4000">
                <a:solidFill>
                  <a:srgbClr val="FF0000"/>
                </a:solidFill>
                <a:latin typeface="Cambria" panose="02040503050406030204" pitchFamily="18" charset="0"/>
              </a:rPr>
              <a:t>UNIFYING CONCEPTS OF ANIMAL CIRCULATION</a:t>
            </a:r>
          </a:p>
        </p:txBody>
      </p:sp>
      <p:sp>
        <p:nvSpPr>
          <p:cNvPr id="8195" name="Rectangle 3">
            <a:extLst>
              <a:ext uri="{FF2B5EF4-FFF2-40B4-BE49-F238E27FC236}">
                <a16:creationId xmlns:a16="http://schemas.microsoft.com/office/drawing/2014/main" id="{0B03E22E-939E-4152-9B0F-5FB305AD0B55}"/>
              </a:ext>
            </a:extLst>
          </p:cNvPr>
          <p:cNvSpPr>
            <a:spLocks noGrp="1" noChangeArrowheads="1"/>
          </p:cNvSpPr>
          <p:nvPr>
            <p:ph type="body" idx="4294967295"/>
          </p:nvPr>
        </p:nvSpPr>
        <p:spPr>
          <a:xfrm>
            <a:off x="304800" y="2325688"/>
            <a:ext cx="8394700" cy="3973512"/>
          </a:xfrm>
        </p:spPr>
        <p:txBody>
          <a:bodyPr/>
          <a:lstStyle/>
          <a:p>
            <a:pPr marL="446088" lvl="1" eaLnBrk="1" hangingPunct="1">
              <a:defRPr/>
            </a:pPr>
            <a:r>
              <a:rPr lang="en-US" sz="2400" b="1" dirty="0">
                <a:solidFill>
                  <a:srgbClr val="FF0000"/>
                </a:solidFill>
                <a:latin typeface="Cambria" pitchFamily="18" charset="0"/>
              </a:rPr>
              <a:t>Every organism must exchange materials with its environment</a:t>
            </a:r>
            <a:r>
              <a:rPr lang="en-US" sz="2400" b="1" dirty="0">
                <a:solidFill>
                  <a:schemeClr val="tx1">
                    <a:lumMod val="65000"/>
                    <a:lumOff val="35000"/>
                  </a:schemeClr>
                </a:solidFill>
                <a:latin typeface="Cambria" pitchFamily="18" charset="0"/>
              </a:rPr>
              <a:t>, relying on</a:t>
            </a:r>
          </a:p>
          <a:p>
            <a:pPr marL="1066800" lvl="2" indent="-368300" eaLnBrk="1" hangingPunct="1">
              <a:defRPr/>
            </a:pPr>
            <a:r>
              <a:rPr lang="en-US" sz="3200" b="1" dirty="0">
                <a:solidFill>
                  <a:srgbClr val="FF0000"/>
                </a:solidFill>
                <a:latin typeface="Cambria" pitchFamily="18" charset="0"/>
              </a:rPr>
              <a:t>diffusion</a:t>
            </a:r>
            <a:r>
              <a:rPr lang="en-US" sz="2400" b="1" dirty="0">
                <a:solidFill>
                  <a:schemeClr val="tx1">
                    <a:lumMod val="65000"/>
                    <a:lumOff val="35000"/>
                  </a:schemeClr>
                </a:solidFill>
                <a:latin typeface="Cambria" pitchFamily="18" charset="0"/>
              </a:rPr>
              <a:t>, the spontaneous movement of molecules from an area of higher concentration to an area of lower concentration </a:t>
            </a:r>
          </a:p>
          <a:p>
            <a:pPr marL="1066800" lvl="2" indent="-368300" eaLnBrk="1" hangingPunct="1">
              <a:defRPr/>
            </a:pPr>
            <a:r>
              <a:rPr lang="en-US" sz="2400" b="1" dirty="0">
                <a:solidFill>
                  <a:schemeClr val="tx1">
                    <a:lumMod val="65000"/>
                    <a:lumOff val="35000"/>
                  </a:schemeClr>
                </a:solidFill>
                <a:latin typeface="Cambria" pitchFamily="18" charset="0"/>
              </a:rPr>
              <a:t>a </a:t>
            </a:r>
            <a:r>
              <a:rPr lang="en-US" sz="3200" b="1" dirty="0">
                <a:solidFill>
                  <a:srgbClr val="FF0000"/>
                </a:solidFill>
                <a:latin typeface="Cambria" pitchFamily="18" charset="0"/>
              </a:rPr>
              <a:t>circulatory system</a:t>
            </a:r>
            <a:r>
              <a:rPr lang="en-US" sz="2400" b="1" dirty="0">
                <a:solidFill>
                  <a:schemeClr val="tx1">
                    <a:lumMod val="65000"/>
                    <a:lumOff val="35000"/>
                  </a:schemeClr>
                </a:solidFill>
                <a:latin typeface="Cambria" pitchFamily="18" charset="0"/>
              </a:rPr>
              <a:t>, which facilitates the exchange of materials for all but the simplest animals.</a:t>
            </a:r>
          </a:p>
        </p:txBody>
      </p:sp>
      <p:sp>
        <p:nvSpPr>
          <p:cNvPr id="8196" name="Line 6">
            <a:extLst>
              <a:ext uri="{FF2B5EF4-FFF2-40B4-BE49-F238E27FC236}">
                <a16:creationId xmlns:a16="http://schemas.microsoft.com/office/drawing/2014/main" id="{2FE4237C-26ED-41BC-98C8-351F77098505}"/>
              </a:ext>
            </a:extLst>
          </p:cNvPr>
          <p:cNvSpPr>
            <a:spLocks noChangeShapeType="1"/>
          </p:cNvSpPr>
          <p:nvPr/>
        </p:nvSpPr>
        <p:spPr bwMode="auto">
          <a:xfrm>
            <a:off x="393700" y="1897063"/>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B1647D7-8879-42A4-88C4-755650D4A6E4}"/>
              </a:ext>
            </a:extLst>
          </p:cNvPr>
          <p:cNvSpPr>
            <a:spLocks noGrp="1" noChangeArrowheads="1"/>
          </p:cNvSpPr>
          <p:nvPr>
            <p:ph type="title" idx="4294967295"/>
          </p:nvPr>
        </p:nvSpPr>
        <p:spPr>
          <a:xfrm>
            <a:off x="495300" y="552450"/>
            <a:ext cx="8534400" cy="584200"/>
          </a:xfrm>
        </p:spPr>
        <p:txBody>
          <a:bodyPr/>
          <a:lstStyle/>
          <a:p>
            <a:pPr eaLnBrk="1" hangingPunct="1">
              <a:lnSpc>
                <a:spcPct val="80000"/>
              </a:lnSpc>
            </a:pPr>
            <a:r>
              <a:rPr lang="en-US" altLang="en-US" sz="4000">
                <a:solidFill>
                  <a:srgbClr val="FF0000"/>
                </a:solidFill>
                <a:latin typeface="Cambria" panose="02040503050406030204" pitchFamily="18" charset="0"/>
              </a:rPr>
              <a:t>Circulatory System</a:t>
            </a:r>
          </a:p>
        </p:txBody>
      </p:sp>
      <p:sp>
        <p:nvSpPr>
          <p:cNvPr id="10243" name="Rectangle 3">
            <a:extLst>
              <a:ext uri="{FF2B5EF4-FFF2-40B4-BE49-F238E27FC236}">
                <a16:creationId xmlns:a16="http://schemas.microsoft.com/office/drawing/2014/main" id="{CD80B62A-31D8-4F2E-8C2C-762271D9248F}"/>
              </a:ext>
            </a:extLst>
          </p:cNvPr>
          <p:cNvSpPr>
            <a:spLocks noGrp="1" noChangeArrowheads="1"/>
          </p:cNvSpPr>
          <p:nvPr>
            <p:ph type="body" idx="4294967295"/>
          </p:nvPr>
        </p:nvSpPr>
        <p:spPr>
          <a:xfrm>
            <a:off x="482600" y="1836738"/>
            <a:ext cx="8356600" cy="2571750"/>
          </a:xfrm>
        </p:spPr>
        <p:txBody>
          <a:bodyPr/>
          <a:lstStyle/>
          <a:p>
            <a:pPr marL="446088" lvl="1" eaLnBrk="1" hangingPunct="1"/>
            <a:r>
              <a:rPr lang="en-US" altLang="en-US" b="1" dirty="0">
                <a:latin typeface="Cambria" panose="02040503050406030204" pitchFamily="18" charset="0"/>
              </a:rPr>
              <a:t>A circulatory system typically consists of a</a:t>
            </a:r>
          </a:p>
          <a:p>
            <a:pPr marL="1054100" lvl="2" indent="-355600" eaLnBrk="1" hangingPunct="1"/>
            <a:r>
              <a:rPr lang="en-US" altLang="en-US" b="1" dirty="0">
                <a:latin typeface="Cambria" panose="02040503050406030204" pitchFamily="18" charset="0"/>
              </a:rPr>
              <a:t>central pump</a:t>
            </a:r>
          </a:p>
          <a:p>
            <a:pPr marL="1054100" lvl="2" indent="-355600" eaLnBrk="1" hangingPunct="1"/>
            <a:r>
              <a:rPr lang="en-US" altLang="en-US" b="1" dirty="0">
                <a:latin typeface="Cambria" panose="02040503050406030204" pitchFamily="18" charset="0"/>
              </a:rPr>
              <a:t>vascular system</a:t>
            </a:r>
          </a:p>
          <a:p>
            <a:pPr marL="1054100" lvl="2" indent="-355600" eaLnBrk="1" hangingPunct="1"/>
            <a:r>
              <a:rPr lang="en-US" altLang="en-US" b="1" dirty="0">
                <a:latin typeface="Cambria" panose="02040503050406030204" pitchFamily="18" charset="0"/>
              </a:rPr>
              <a:t>circulating fluid</a:t>
            </a:r>
          </a:p>
        </p:txBody>
      </p:sp>
      <p:sp>
        <p:nvSpPr>
          <p:cNvPr id="10244" name="Line 6">
            <a:extLst>
              <a:ext uri="{FF2B5EF4-FFF2-40B4-BE49-F238E27FC236}">
                <a16:creationId xmlns:a16="http://schemas.microsoft.com/office/drawing/2014/main" id="{361D7D97-0F56-417E-AB3E-2D4345E441AD}"/>
              </a:ext>
            </a:extLst>
          </p:cNvPr>
          <p:cNvSpPr>
            <a:spLocks noChangeShapeType="1"/>
          </p:cNvSpPr>
          <p:nvPr/>
        </p:nvSpPr>
        <p:spPr bwMode="auto">
          <a:xfrm>
            <a:off x="304800" y="142875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23_01aOpenCirculatory-U">
            <a:extLst>
              <a:ext uri="{FF2B5EF4-FFF2-40B4-BE49-F238E27FC236}">
                <a16:creationId xmlns:a16="http://schemas.microsoft.com/office/drawing/2014/main" id="{08A5D50A-AE01-421A-8E75-2985AA431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25" y="244475"/>
            <a:ext cx="5103813"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Text Box 4">
            <a:extLst>
              <a:ext uri="{FF2B5EF4-FFF2-40B4-BE49-F238E27FC236}">
                <a16:creationId xmlns:a16="http://schemas.microsoft.com/office/drawing/2014/main" id="{326EC29E-9F07-43A5-AE3E-51CA19CE659D}"/>
              </a:ext>
            </a:extLst>
          </p:cNvPr>
          <p:cNvSpPr txBox="1">
            <a:spLocks noChangeArrowheads="1"/>
          </p:cNvSpPr>
          <p:nvPr/>
        </p:nvSpPr>
        <p:spPr bwMode="auto">
          <a:xfrm rot="-5400000">
            <a:off x="-1818481" y="2972594"/>
            <a:ext cx="5246688"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3600" b="1">
                <a:solidFill>
                  <a:srgbClr val="FF0000"/>
                </a:solidFill>
                <a:latin typeface="Cambria" panose="02040503050406030204" pitchFamily="18" charset="0"/>
                <a:sym typeface="Symbol" panose="05050102010706020507" pitchFamily="18" charset="2"/>
              </a:rPr>
              <a:t>Open Circulatory System</a:t>
            </a:r>
            <a:endParaRPr lang="en-US" altLang="en-US" sz="3600" b="1">
              <a:solidFill>
                <a:srgbClr val="FF0000"/>
              </a:solidFill>
              <a:latin typeface="Cambria" panose="02040503050406030204" pitchFamily="18" charset="0"/>
            </a:endParaRPr>
          </a:p>
        </p:txBody>
      </p:sp>
      <p:sp>
        <p:nvSpPr>
          <p:cNvPr id="14340" name="Text Box 5">
            <a:extLst>
              <a:ext uri="{FF2B5EF4-FFF2-40B4-BE49-F238E27FC236}">
                <a16:creationId xmlns:a16="http://schemas.microsoft.com/office/drawing/2014/main" id="{33BC6C46-0960-4DE8-AF73-8CD45DF016AC}"/>
              </a:ext>
            </a:extLst>
          </p:cNvPr>
          <p:cNvSpPr txBox="1">
            <a:spLocks noChangeArrowheads="1"/>
          </p:cNvSpPr>
          <p:nvPr/>
        </p:nvSpPr>
        <p:spPr bwMode="auto">
          <a:xfrm>
            <a:off x="6405563" y="3552825"/>
            <a:ext cx="1039812"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2100" b="1">
                <a:latin typeface="Cambria" panose="02040503050406030204" pitchFamily="18" charset="0"/>
                <a:sym typeface="Symbol" panose="05050102010706020507" pitchFamily="18" charset="2"/>
              </a:rPr>
              <a:t>Tubular</a:t>
            </a:r>
          </a:p>
          <a:p>
            <a:pPr>
              <a:lnSpc>
                <a:spcPct val="90000"/>
              </a:lnSpc>
              <a:spcBef>
                <a:spcPct val="0"/>
              </a:spcBef>
              <a:spcAft>
                <a:spcPct val="0"/>
              </a:spcAft>
              <a:buClrTx/>
              <a:buFontTx/>
              <a:buNone/>
            </a:pPr>
            <a:r>
              <a:rPr lang="en-US" altLang="en-US" sz="2100" b="1">
                <a:latin typeface="Cambria" panose="02040503050406030204" pitchFamily="18" charset="0"/>
                <a:sym typeface="Symbol" panose="05050102010706020507" pitchFamily="18" charset="2"/>
              </a:rPr>
              <a:t>heart</a:t>
            </a:r>
            <a:endParaRPr lang="en-US" altLang="en-US" sz="2100" b="1">
              <a:latin typeface="Cambria" panose="02040503050406030204" pitchFamily="18" charset="0"/>
            </a:endParaRPr>
          </a:p>
        </p:txBody>
      </p:sp>
      <p:sp>
        <p:nvSpPr>
          <p:cNvPr id="14341" name="Text Box 6">
            <a:extLst>
              <a:ext uri="{FF2B5EF4-FFF2-40B4-BE49-F238E27FC236}">
                <a16:creationId xmlns:a16="http://schemas.microsoft.com/office/drawing/2014/main" id="{DA908A20-1AE4-4510-B191-36139FA947BF}"/>
              </a:ext>
            </a:extLst>
          </p:cNvPr>
          <p:cNvSpPr txBox="1">
            <a:spLocks noChangeArrowheads="1"/>
          </p:cNvSpPr>
          <p:nvPr/>
        </p:nvSpPr>
        <p:spPr bwMode="auto">
          <a:xfrm>
            <a:off x="4857750" y="2270125"/>
            <a:ext cx="206692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2100" b="1">
                <a:latin typeface="Cambria" panose="02040503050406030204" pitchFamily="18" charset="0"/>
                <a:sym typeface="Symbol" panose="05050102010706020507" pitchFamily="18" charset="2"/>
              </a:rPr>
              <a:t>Circulating fluid</a:t>
            </a:r>
            <a:endParaRPr lang="en-US" altLang="en-US" sz="2100" b="1">
              <a:latin typeface="Cambria" panose="02040503050406030204" pitchFamily="18" charset="0"/>
            </a:endParaRPr>
          </a:p>
        </p:txBody>
      </p:sp>
      <p:sp>
        <p:nvSpPr>
          <p:cNvPr id="14342" name="Text Box 7">
            <a:extLst>
              <a:ext uri="{FF2B5EF4-FFF2-40B4-BE49-F238E27FC236}">
                <a16:creationId xmlns:a16="http://schemas.microsoft.com/office/drawing/2014/main" id="{5A386194-A070-4198-AB58-62D58927A183}"/>
              </a:ext>
            </a:extLst>
          </p:cNvPr>
          <p:cNvSpPr txBox="1">
            <a:spLocks noChangeArrowheads="1"/>
          </p:cNvSpPr>
          <p:nvPr/>
        </p:nvSpPr>
        <p:spPr bwMode="auto">
          <a:xfrm>
            <a:off x="4756150" y="1228725"/>
            <a:ext cx="647700" cy="23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2100" b="1">
                <a:latin typeface="Cambria" panose="02040503050406030204" pitchFamily="18" charset="0"/>
                <a:sym typeface="Symbol" panose="05050102010706020507" pitchFamily="18" charset="2"/>
              </a:rPr>
              <a:t>Heart</a:t>
            </a:r>
            <a:endParaRPr lang="en-US" altLang="en-US" sz="2100" b="1">
              <a:latin typeface="Cambria" panose="02040503050406030204" pitchFamily="18" charset="0"/>
            </a:endParaRPr>
          </a:p>
        </p:txBody>
      </p:sp>
      <p:sp>
        <p:nvSpPr>
          <p:cNvPr id="14343" name="Text Box 8">
            <a:extLst>
              <a:ext uri="{FF2B5EF4-FFF2-40B4-BE49-F238E27FC236}">
                <a16:creationId xmlns:a16="http://schemas.microsoft.com/office/drawing/2014/main" id="{0374FB5F-6AF7-4CA2-ABD2-72BD22F63361}"/>
              </a:ext>
            </a:extLst>
          </p:cNvPr>
          <p:cNvSpPr txBox="1">
            <a:spLocks noChangeArrowheads="1"/>
          </p:cNvSpPr>
          <p:nvPr/>
        </p:nvSpPr>
        <p:spPr bwMode="auto">
          <a:xfrm>
            <a:off x="4565650" y="682625"/>
            <a:ext cx="1039813"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2100" b="1">
                <a:latin typeface="Cambria" panose="02040503050406030204" pitchFamily="18" charset="0"/>
                <a:sym typeface="Symbol" panose="05050102010706020507" pitchFamily="18" charset="2"/>
              </a:rPr>
              <a:t>Vessels</a:t>
            </a:r>
            <a:endParaRPr lang="en-US" altLang="en-US" sz="2100" b="1">
              <a:latin typeface="Cambria" panose="02040503050406030204" pitchFamily="18" charset="0"/>
            </a:endParaRPr>
          </a:p>
        </p:txBody>
      </p:sp>
      <p:sp>
        <p:nvSpPr>
          <p:cNvPr id="14344" name="Line 9">
            <a:extLst>
              <a:ext uri="{FF2B5EF4-FFF2-40B4-BE49-F238E27FC236}">
                <a16:creationId xmlns:a16="http://schemas.microsoft.com/office/drawing/2014/main" id="{DBF6AC9E-8FC0-48FF-9715-25E4CE9C389B}"/>
              </a:ext>
            </a:extLst>
          </p:cNvPr>
          <p:cNvSpPr>
            <a:spLocks noChangeShapeType="1"/>
          </p:cNvSpPr>
          <p:nvPr/>
        </p:nvSpPr>
        <p:spPr bwMode="auto">
          <a:xfrm flipH="1">
            <a:off x="3794125" y="898525"/>
            <a:ext cx="723900" cy="368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5" name="Line 10">
            <a:extLst>
              <a:ext uri="{FF2B5EF4-FFF2-40B4-BE49-F238E27FC236}">
                <a16:creationId xmlns:a16="http://schemas.microsoft.com/office/drawing/2014/main" id="{D90F916C-B0C3-428B-B52C-57B2A2304E94}"/>
              </a:ext>
            </a:extLst>
          </p:cNvPr>
          <p:cNvSpPr>
            <a:spLocks noChangeShapeType="1"/>
          </p:cNvSpPr>
          <p:nvPr/>
        </p:nvSpPr>
        <p:spPr bwMode="auto">
          <a:xfrm>
            <a:off x="5610225" y="873125"/>
            <a:ext cx="6985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6" name="Line 11">
            <a:extLst>
              <a:ext uri="{FF2B5EF4-FFF2-40B4-BE49-F238E27FC236}">
                <a16:creationId xmlns:a16="http://schemas.microsoft.com/office/drawing/2014/main" id="{82A71D1A-5703-4D2C-8352-11368B976E06}"/>
              </a:ext>
            </a:extLst>
          </p:cNvPr>
          <p:cNvSpPr>
            <a:spLocks noChangeShapeType="1"/>
          </p:cNvSpPr>
          <p:nvPr/>
        </p:nvSpPr>
        <p:spPr bwMode="auto">
          <a:xfrm flipH="1">
            <a:off x="5610225" y="3730625"/>
            <a:ext cx="685800" cy="1054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A94EA41-3434-4FA0-8488-5F5A661B3AD1}"/>
              </a:ext>
            </a:extLst>
          </p:cNvPr>
          <p:cNvSpPr>
            <a:spLocks noGrp="1" noChangeArrowheads="1"/>
          </p:cNvSpPr>
          <p:nvPr>
            <p:ph type="body" idx="4294967295"/>
          </p:nvPr>
        </p:nvSpPr>
        <p:spPr>
          <a:xfrm>
            <a:off x="685800" y="1738313"/>
            <a:ext cx="8267700" cy="3816350"/>
          </a:xfrm>
        </p:spPr>
        <p:txBody>
          <a:bodyPr/>
          <a:lstStyle/>
          <a:p>
            <a:pPr marL="446088" lvl="1" eaLnBrk="1" hangingPunct="1">
              <a:defRPr/>
            </a:pPr>
            <a:r>
              <a:rPr lang="en-US" b="1" dirty="0">
                <a:solidFill>
                  <a:schemeClr val="tx1">
                    <a:lumMod val="65000"/>
                    <a:lumOff val="35000"/>
                  </a:schemeClr>
                </a:solidFill>
                <a:latin typeface="Cambria" pitchFamily="18" charset="0"/>
              </a:rPr>
              <a:t>In an </a:t>
            </a:r>
            <a:r>
              <a:rPr lang="en-US" b="1" dirty="0">
                <a:solidFill>
                  <a:srgbClr val="FF0000"/>
                </a:solidFill>
                <a:latin typeface="Cambria" pitchFamily="18" charset="0"/>
              </a:rPr>
              <a:t>open </a:t>
            </a:r>
            <a:r>
              <a:rPr lang="en-US" b="1" dirty="0">
                <a:solidFill>
                  <a:schemeClr val="tx1">
                    <a:lumMod val="65000"/>
                    <a:lumOff val="35000"/>
                  </a:schemeClr>
                </a:solidFill>
                <a:latin typeface="Cambria" pitchFamily="18" charset="0"/>
              </a:rPr>
              <a:t>circulatory system,</a:t>
            </a:r>
          </a:p>
          <a:p>
            <a:pPr marL="1054100" lvl="2" indent="-368300" eaLnBrk="1" hangingPunct="1">
              <a:defRPr/>
            </a:pPr>
            <a:r>
              <a:rPr lang="en-US" b="1" dirty="0">
                <a:solidFill>
                  <a:schemeClr val="tx1">
                    <a:lumMod val="65000"/>
                    <a:lumOff val="35000"/>
                  </a:schemeClr>
                </a:solidFill>
                <a:latin typeface="Cambria" pitchFamily="18" charset="0"/>
              </a:rPr>
              <a:t>the heart pumps blood into large open-ended vessels</a:t>
            </a:r>
          </a:p>
          <a:p>
            <a:pPr marL="1054100" lvl="2" indent="-368300" eaLnBrk="1" hangingPunct="1">
              <a:defRPr/>
            </a:pPr>
            <a:r>
              <a:rPr lang="en-US" b="1" dirty="0">
                <a:solidFill>
                  <a:schemeClr val="tx1">
                    <a:lumMod val="65000"/>
                    <a:lumOff val="35000"/>
                  </a:schemeClr>
                </a:solidFill>
                <a:latin typeface="Cambria" pitchFamily="18" charset="0"/>
              </a:rPr>
              <a:t>fluid circulates freely among cells</a:t>
            </a:r>
          </a:p>
          <a:p>
            <a:pPr marL="446088" lvl="1" eaLnBrk="1" hangingPunct="1">
              <a:defRPr/>
            </a:pPr>
            <a:r>
              <a:rPr lang="en-US" b="1" dirty="0">
                <a:solidFill>
                  <a:schemeClr val="tx1">
                    <a:lumMod val="65000"/>
                    <a:lumOff val="35000"/>
                  </a:schemeClr>
                </a:solidFill>
                <a:latin typeface="Cambria" pitchFamily="18" charset="0"/>
              </a:rPr>
              <a:t>Open circulatory systems are found in many invertebrates (</a:t>
            </a:r>
            <a:r>
              <a:rPr lang="en-US" b="1" i="1" dirty="0">
                <a:solidFill>
                  <a:schemeClr val="tx1">
                    <a:lumMod val="65000"/>
                    <a:lumOff val="35000"/>
                  </a:schemeClr>
                </a:solidFill>
                <a:latin typeface="Cambria" pitchFamily="18" charset="0"/>
              </a:rPr>
              <a:t>e.g.</a:t>
            </a:r>
            <a:r>
              <a:rPr lang="en-US" b="1" dirty="0">
                <a:solidFill>
                  <a:schemeClr val="tx1">
                    <a:lumMod val="65000"/>
                    <a:lumOff val="35000"/>
                  </a:schemeClr>
                </a:solidFill>
                <a:latin typeface="Cambria" pitchFamily="18" charset="0"/>
              </a:rPr>
              <a:t>, arthropods and most </a:t>
            </a:r>
            <a:r>
              <a:rPr lang="en-US" b="1" dirty="0" err="1">
                <a:solidFill>
                  <a:schemeClr val="tx1">
                    <a:lumMod val="65000"/>
                    <a:lumOff val="35000"/>
                  </a:schemeClr>
                </a:solidFill>
                <a:latin typeface="Cambria" pitchFamily="18" charset="0"/>
              </a:rPr>
              <a:t>molluscs</a:t>
            </a:r>
            <a:r>
              <a:rPr lang="en-US" b="1" dirty="0">
                <a:solidFill>
                  <a:schemeClr val="tx1">
                    <a:lumMod val="65000"/>
                    <a:lumOff val="35000"/>
                  </a:schemeClr>
                </a:solidFill>
                <a:latin typeface="Cambria" pitchFamily="18" charset="0"/>
              </a:rPr>
              <a:t>).</a:t>
            </a:r>
          </a:p>
        </p:txBody>
      </p:sp>
      <p:sp>
        <p:nvSpPr>
          <p:cNvPr id="12291" name="Rectangle 2">
            <a:extLst>
              <a:ext uri="{FF2B5EF4-FFF2-40B4-BE49-F238E27FC236}">
                <a16:creationId xmlns:a16="http://schemas.microsoft.com/office/drawing/2014/main" id="{3C5BD11C-A262-42BF-8183-956F6FE7F6A0}"/>
              </a:ext>
            </a:extLst>
          </p:cNvPr>
          <p:cNvSpPr>
            <a:spLocks noChangeArrowheads="1"/>
          </p:cNvSpPr>
          <p:nvPr/>
        </p:nvSpPr>
        <p:spPr bwMode="auto">
          <a:xfrm>
            <a:off x="419100" y="411163"/>
            <a:ext cx="853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Circulatory System</a:t>
            </a:r>
          </a:p>
        </p:txBody>
      </p:sp>
      <p:sp>
        <p:nvSpPr>
          <p:cNvPr id="12292" name="Line 6">
            <a:extLst>
              <a:ext uri="{FF2B5EF4-FFF2-40B4-BE49-F238E27FC236}">
                <a16:creationId xmlns:a16="http://schemas.microsoft.com/office/drawing/2014/main" id="{6BBB658D-3034-4BAA-8AD1-7F4E957B6B43}"/>
              </a:ext>
            </a:extLst>
          </p:cNvPr>
          <p:cNvSpPr>
            <a:spLocks noChangeShapeType="1"/>
          </p:cNvSpPr>
          <p:nvPr/>
        </p:nvSpPr>
        <p:spPr bwMode="auto">
          <a:xfrm>
            <a:off x="293688" y="131603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23_01bClosedCirculatory-U">
            <a:extLst>
              <a:ext uri="{FF2B5EF4-FFF2-40B4-BE49-F238E27FC236}">
                <a16:creationId xmlns:a16="http://schemas.microsoft.com/office/drawing/2014/main" id="{C32EA7E1-8DF6-4487-9F82-5CFCA5E12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9175" y="244475"/>
            <a:ext cx="5200650"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4">
            <a:extLst>
              <a:ext uri="{FF2B5EF4-FFF2-40B4-BE49-F238E27FC236}">
                <a16:creationId xmlns:a16="http://schemas.microsoft.com/office/drawing/2014/main" id="{089BA07C-9B93-412D-949B-B048AAA4DBFE}"/>
              </a:ext>
            </a:extLst>
          </p:cNvPr>
          <p:cNvSpPr txBox="1">
            <a:spLocks noChangeArrowheads="1"/>
          </p:cNvSpPr>
          <p:nvPr/>
        </p:nvSpPr>
        <p:spPr bwMode="auto">
          <a:xfrm rot="-5400000">
            <a:off x="-1230312" y="3224212"/>
            <a:ext cx="460375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3200" b="1">
                <a:solidFill>
                  <a:srgbClr val="FF0000"/>
                </a:solidFill>
                <a:latin typeface="Cambria" panose="02040503050406030204" pitchFamily="18" charset="0"/>
                <a:sym typeface="Symbol" panose="05050102010706020507" pitchFamily="18" charset="2"/>
              </a:rPr>
              <a:t>Closed Circulatory System</a:t>
            </a:r>
            <a:endParaRPr lang="en-US" altLang="en-US" sz="3200" b="1">
              <a:solidFill>
                <a:srgbClr val="FF0000"/>
              </a:solidFill>
              <a:latin typeface="Cambria" panose="02040503050406030204" pitchFamily="18" charset="0"/>
            </a:endParaRPr>
          </a:p>
        </p:txBody>
      </p:sp>
      <p:sp>
        <p:nvSpPr>
          <p:cNvPr id="18436" name="Text Box 5">
            <a:extLst>
              <a:ext uri="{FF2B5EF4-FFF2-40B4-BE49-F238E27FC236}">
                <a16:creationId xmlns:a16="http://schemas.microsoft.com/office/drawing/2014/main" id="{BF8398F7-B45A-4994-9C0B-AA10807BB59F}"/>
              </a:ext>
            </a:extLst>
          </p:cNvPr>
          <p:cNvSpPr txBox="1">
            <a:spLocks noChangeArrowheads="1"/>
          </p:cNvSpPr>
          <p:nvPr/>
        </p:nvSpPr>
        <p:spPr bwMode="auto">
          <a:xfrm>
            <a:off x="3951288" y="871538"/>
            <a:ext cx="19653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Interstitial fluid</a:t>
            </a:r>
            <a:endParaRPr lang="en-US" altLang="en-US" sz="1600" b="1">
              <a:latin typeface="Cambria" panose="02040503050406030204" pitchFamily="18" charset="0"/>
            </a:endParaRPr>
          </a:p>
        </p:txBody>
      </p:sp>
      <p:sp>
        <p:nvSpPr>
          <p:cNvPr id="18437" name="Text Box 6">
            <a:extLst>
              <a:ext uri="{FF2B5EF4-FFF2-40B4-BE49-F238E27FC236}">
                <a16:creationId xmlns:a16="http://schemas.microsoft.com/office/drawing/2014/main" id="{8FB7A2AF-EB95-41F5-A8E5-25AD4D0CCF9F}"/>
              </a:ext>
            </a:extLst>
          </p:cNvPr>
          <p:cNvSpPr txBox="1">
            <a:spLocks noChangeArrowheads="1"/>
          </p:cNvSpPr>
          <p:nvPr/>
        </p:nvSpPr>
        <p:spPr bwMode="auto">
          <a:xfrm>
            <a:off x="4530725" y="2000250"/>
            <a:ext cx="719138"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Heart</a:t>
            </a:r>
            <a:endParaRPr lang="en-US" altLang="en-US" sz="1600" b="1">
              <a:latin typeface="Cambria" panose="02040503050406030204" pitchFamily="18" charset="0"/>
            </a:endParaRPr>
          </a:p>
        </p:txBody>
      </p:sp>
      <p:sp>
        <p:nvSpPr>
          <p:cNvPr id="18438" name="Text Box 7">
            <a:extLst>
              <a:ext uri="{FF2B5EF4-FFF2-40B4-BE49-F238E27FC236}">
                <a16:creationId xmlns:a16="http://schemas.microsoft.com/office/drawing/2014/main" id="{EA4BCD42-DFDB-48A7-B4B8-4845AAB355CA}"/>
              </a:ext>
            </a:extLst>
          </p:cNvPr>
          <p:cNvSpPr txBox="1">
            <a:spLocks noChangeArrowheads="1"/>
          </p:cNvSpPr>
          <p:nvPr/>
        </p:nvSpPr>
        <p:spPr bwMode="auto">
          <a:xfrm>
            <a:off x="3883025" y="1212850"/>
            <a:ext cx="115252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Vessels</a:t>
            </a:r>
            <a:endParaRPr lang="en-US" altLang="en-US" sz="1600" b="1">
              <a:latin typeface="Cambria" panose="02040503050406030204" pitchFamily="18" charset="0"/>
            </a:endParaRPr>
          </a:p>
        </p:txBody>
      </p:sp>
      <p:sp>
        <p:nvSpPr>
          <p:cNvPr id="18439" name="Text Box 8">
            <a:extLst>
              <a:ext uri="{FF2B5EF4-FFF2-40B4-BE49-F238E27FC236}">
                <a16:creationId xmlns:a16="http://schemas.microsoft.com/office/drawing/2014/main" id="{47DB99A6-0BA1-4E49-9157-AA42B9ECDC97}"/>
              </a:ext>
            </a:extLst>
          </p:cNvPr>
          <p:cNvSpPr txBox="1">
            <a:spLocks noChangeArrowheads="1"/>
          </p:cNvSpPr>
          <p:nvPr/>
        </p:nvSpPr>
        <p:spPr bwMode="auto">
          <a:xfrm>
            <a:off x="4938713" y="1427163"/>
            <a:ext cx="156845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Capillaries</a:t>
            </a:r>
            <a:endParaRPr lang="en-US" altLang="en-US" sz="1600" b="1">
              <a:latin typeface="Cambria" panose="02040503050406030204" pitchFamily="18" charset="0"/>
            </a:endParaRPr>
          </a:p>
        </p:txBody>
      </p:sp>
      <p:sp>
        <p:nvSpPr>
          <p:cNvPr id="18440" name="Text Box 9">
            <a:extLst>
              <a:ext uri="{FF2B5EF4-FFF2-40B4-BE49-F238E27FC236}">
                <a16:creationId xmlns:a16="http://schemas.microsoft.com/office/drawing/2014/main" id="{B82ABD0E-69A0-4103-988D-037B9B8B126A}"/>
              </a:ext>
            </a:extLst>
          </p:cNvPr>
          <p:cNvSpPr txBox="1">
            <a:spLocks noChangeArrowheads="1"/>
          </p:cNvSpPr>
          <p:nvPr/>
        </p:nvSpPr>
        <p:spPr bwMode="auto">
          <a:xfrm>
            <a:off x="2333625" y="3206750"/>
            <a:ext cx="1169988"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Artery</a:t>
            </a:r>
            <a:br>
              <a:rPr lang="en-US" altLang="en-US" sz="1600" b="1">
                <a:latin typeface="Cambria" panose="02040503050406030204" pitchFamily="18" charset="0"/>
                <a:sym typeface="Symbol" panose="05050102010706020507" pitchFamily="18" charset="2"/>
              </a:rPr>
            </a:br>
            <a:r>
              <a:rPr lang="en-US" altLang="en-US" sz="1600" b="1">
                <a:latin typeface="Cambria" panose="02040503050406030204" pitchFamily="18" charset="0"/>
                <a:sym typeface="Symbol" panose="05050102010706020507" pitchFamily="18" charset="2"/>
              </a:rPr>
              <a:t>(O</a:t>
            </a:r>
            <a:r>
              <a:rPr lang="en-US" altLang="en-US" sz="1600" b="1" baseline="-25000">
                <a:latin typeface="Cambria" panose="02040503050406030204" pitchFamily="18" charset="0"/>
                <a:sym typeface="Symbol" panose="05050102010706020507" pitchFamily="18" charset="2"/>
              </a:rPr>
              <a:t>2</a:t>
            </a:r>
            <a:r>
              <a:rPr lang="en-US" altLang="en-US" sz="1600" b="1">
                <a:latin typeface="Cambria" panose="02040503050406030204" pitchFamily="18" charset="0"/>
                <a:sym typeface="Symbol" panose="05050102010706020507" pitchFamily="18" charset="2"/>
              </a:rPr>
              <a:t>-rich</a:t>
            </a:r>
            <a:br>
              <a:rPr lang="en-US" altLang="en-US" sz="1600" b="1">
                <a:latin typeface="Cambria" panose="02040503050406030204" pitchFamily="18" charset="0"/>
                <a:sym typeface="Symbol" panose="05050102010706020507" pitchFamily="18" charset="2"/>
              </a:rPr>
            </a:br>
            <a:r>
              <a:rPr lang="en-US" altLang="en-US" sz="1600" b="1">
                <a:latin typeface="Cambria" panose="02040503050406030204" pitchFamily="18" charset="0"/>
                <a:sym typeface="Symbol" panose="05050102010706020507" pitchFamily="18" charset="2"/>
              </a:rPr>
              <a:t>blood)</a:t>
            </a:r>
            <a:endParaRPr lang="en-US" altLang="en-US" sz="1600" b="1">
              <a:latin typeface="Cambria" panose="02040503050406030204" pitchFamily="18" charset="0"/>
            </a:endParaRPr>
          </a:p>
        </p:txBody>
      </p:sp>
      <p:sp>
        <p:nvSpPr>
          <p:cNvPr id="18441" name="Text Box 10">
            <a:extLst>
              <a:ext uri="{FF2B5EF4-FFF2-40B4-BE49-F238E27FC236}">
                <a16:creationId xmlns:a16="http://schemas.microsoft.com/office/drawing/2014/main" id="{C80927C1-3EEE-4D2D-8383-18B67B7A2AA6}"/>
              </a:ext>
            </a:extLst>
          </p:cNvPr>
          <p:cNvSpPr txBox="1">
            <a:spLocks noChangeArrowheads="1"/>
          </p:cNvSpPr>
          <p:nvPr/>
        </p:nvSpPr>
        <p:spPr bwMode="auto">
          <a:xfrm>
            <a:off x="3844925" y="5657850"/>
            <a:ext cx="2236788" cy="58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Artery</a:t>
            </a:r>
            <a:br>
              <a:rPr lang="en-US" altLang="en-US" sz="1600" b="1">
                <a:latin typeface="Cambria" panose="02040503050406030204" pitchFamily="18" charset="0"/>
                <a:sym typeface="Symbol" panose="05050102010706020507" pitchFamily="18" charset="2"/>
              </a:rPr>
            </a:br>
            <a:r>
              <a:rPr lang="en-US" altLang="en-US" sz="1600" b="1">
                <a:latin typeface="Cambria" panose="02040503050406030204" pitchFamily="18" charset="0"/>
                <a:sym typeface="Symbol" panose="05050102010706020507" pitchFamily="18" charset="2"/>
              </a:rPr>
              <a:t>(O</a:t>
            </a:r>
            <a:r>
              <a:rPr lang="en-US" altLang="en-US" sz="1600" b="1" baseline="-25000">
                <a:latin typeface="Cambria" panose="02040503050406030204" pitchFamily="18" charset="0"/>
                <a:sym typeface="Symbol" panose="05050102010706020507" pitchFamily="18" charset="2"/>
              </a:rPr>
              <a:t>2</a:t>
            </a:r>
            <a:r>
              <a:rPr lang="en-US" altLang="en-US" sz="1600" b="1">
                <a:latin typeface="Cambria" panose="02040503050406030204" pitchFamily="18" charset="0"/>
                <a:sym typeface="Symbol" panose="05050102010706020507" pitchFamily="18" charset="2"/>
              </a:rPr>
              <a:t>-poor blood)</a:t>
            </a:r>
            <a:endParaRPr lang="en-US" altLang="en-US" sz="1600" b="1">
              <a:latin typeface="Cambria" panose="02040503050406030204" pitchFamily="18" charset="0"/>
            </a:endParaRPr>
          </a:p>
        </p:txBody>
      </p:sp>
      <p:sp>
        <p:nvSpPr>
          <p:cNvPr id="18442" name="Text Box 11">
            <a:extLst>
              <a:ext uri="{FF2B5EF4-FFF2-40B4-BE49-F238E27FC236}">
                <a16:creationId xmlns:a16="http://schemas.microsoft.com/office/drawing/2014/main" id="{4F739F0E-6057-4DD5-ADE6-740E6D699890}"/>
              </a:ext>
            </a:extLst>
          </p:cNvPr>
          <p:cNvSpPr txBox="1">
            <a:spLocks noChangeArrowheads="1"/>
          </p:cNvSpPr>
          <p:nvPr/>
        </p:nvSpPr>
        <p:spPr bwMode="auto">
          <a:xfrm>
            <a:off x="2498725" y="5657850"/>
            <a:ext cx="115252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Vessels</a:t>
            </a:r>
            <a:endParaRPr lang="en-US" altLang="en-US" sz="1600" b="1">
              <a:latin typeface="Cambria" panose="02040503050406030204" pitchFamily="18" charset="0"/>
            </a:endParaRPr>
          </a:p>
        </p:txBody>
      </p:sp>
      <p:sp>
        <p:nvSpPr>
          <p:cNvPr id="18443" name="Text Box 12">
            <a:extLst>
              <a:ext uri="{FF2B5EF4-FFF2-40B4-BE49-F238E27FC236}">
                <a16:creationId xmlns:a16="http://schemas.microsoft.com/office/drawing/2014/main" id="{848F30BA-0DE0-43A2-B050-D815EEFA87AF}"/>
              </a:ext>
            </a:extLst>
          </p:cNvPr>
          <p:cNvSpPr txBox="1">
            <a:spLocks noChangeArrowheads="1"/>
          </p:cNvSpPr>
          <p:nvPr/>
        </p:nvSpPr>
        <p:spPr bwMode="auto">
          <a:xfrm>
            <a:off x="4149725" y="2571750"/>
            <a:ext cx="156845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Capillaries</a:t>
            </a:r>
            <a:endParaRPr lang="en-US" altLang="en-US" sz="1600" b="1">
              <a:latin typeface="Cambria" panose="02040503050406030204" pitchFamily="18" charset="0"/>
            </a:endParaRPr>
          </a:p>
        </p:txBody>
      </p:sp>
      <p:sp>
        <p:nvSpPr>
          <p:cNvPr id="18444" name="Text Box 13">
            <a:extLst>
              <a:ext uri="{FF2B5EF4-FFF2-40B4-BE49-F238E27FC236}">
                <a16:creationId xmlns:a16="http://schemas.microsoft.com/office/drawing/2014/main" id="{7D946CEA-6570-401F-8A17-A6AEA411C331}"/>
              </a:ext>
            </a:extLst>
          </p:cNvPr>
          <p:cNvSpPr txBox="1">
            <a:spLocks noChangeArrowheads="1"/>
          </p:cNvSpPr>
          <p:nvPr/>
        </p:nvSpPr>
        <p:spPr bwMode="auto">
          <a:xfrm>
            <a:off x="2854325" y="2686050"/>
            <a:ext cx="126047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Arteriole</a:t>
            </a:r>
            <a:endParaRPr lang="en-US" altLang="en-US" sz="1600" b="1">
              <a:latin typeface="Cambria" panose="02040503050406030204" pitchFamily="18" charset="0"/>
            </a:endParaRPr>
          </a:p>
        </p:txBody>
      </p:sp>
      <p:sp>
        <p:nvSpPr>
          <p:cNvPr id="18445" name="Text Box 14">
            <a:extLst>
              <a:ext uri="{FF2B5EF4-FFF2-40B4-BE49-F238E27FC236}">
                <a16:creationId xmlns:a16="http://schemas.microsoft.com/office/drawing/2014/main" id="{08B6311C-6B79-4B91-A9AA-E2A3F94E7342}"/>
              </a:ext>
            </a:extLst>
          </p:cNvPr>
          <p:cNvSpPr txBox="1">
            <a:spLocks noChangeArrowheads="1"/>
          </p:cNvSpPr>
          <p:nvPr/>
        </p:nvSpPr>
        <p:spPr bwMode="auto">
          <a:xfrm>
            <a:off x="6384925" y="4248150"/>
            <a:ext cx="95408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Venule</a:t>
            </a:r>
            <a:endParaRPr lang="en-US" altLang="en-US" sz="1600" b="1">
              <a:latin typeface="Cambria" panose="02040503050406030204" pitchFamily="18" charset="0"/>
            </a:endParaRPr>
          </a:p>
        </p:txBody>
      </p:sp>
      <p:sp>
        <p:nvSpPr>
          <p:cNvPr id="18446" name="Text Box 15">
            <a:extLst>
              <a:ext uri="{FF2B5EF4-FFF2-40B4-BE49-F238E27FC236}">
                <a16:creationId xmlns:a16="http://schemas.microsoft.com/office/drawing/2014/main" id="{69B0E6BD-DB32-439F-94D2-BE90BA21DDE0}"/>
              </a:ext>
            </a:extLst>
          </p:cNvPr>
          <p:cNvSpPr txBox="1">
            <a:spLocks noChangeArrowheads="1"/>
          </p:cNvSpPr>
          <p:nvPr/>
        </p:nvSpPr>
        <p:spPr bwMode="auto">
          <a:xfrm>
            <a:off x="6600825" y="4794250"/>
            <a:ext cx="7191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Vein</a:t>
            </a:r>
            <a:endParaRPr lang="en-US" altLang="en-US" sz="1600" b="1">
              <a:latin typeface="Cambria" panose="02040503050406030204" pitchFamily="18" charset="0"/>
            </a:endParaRPr>
          </a:p>
        </p:txBody>
      </p:sp>
      <p:sp>
        <p:nvSpPr>
          <p:cNvPr id="18447" name="Text Box 16">
            <a:extLst>
              <a:ext uri="{FF2B5EF4-FFF2-40B4-BE49-F238E27FC236}">
                <a16:creationId xmlns:a16="http://schemas.microsoft.com/office/drawing/2014/main" id="{35BC8607-8406-4B6E-A19D-B97FEF46EAA4}"/>
              </a:ext>
            </a:extLst>
          </p:cNvPr>
          <p:cNvSpPr txBox="1">
            <a:spLocks noChangeArrowheads="1"/>
          </p:cNvSpPr>
          <p:nvPr/>
        </p:nvSpPr>
        <p:spPr bwMode="auto">
          <a:xfrm>
            <a:off x="6664325" y="5403850"/>
            <a:ext cx="95408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Heart</a:t>
            </a:r>
            <a:endParaRPr lang="en-US" altLang="en-US" sz="1600" b="1">
              <a:latin typeface="Cambria" panose="02040503050406030204" pitchFamily="18" charset="0"/>
            </a:endParaRPr>
          </a:p>
        </p:txBody>
      </p:sp>
      <p:sp>
        <p:nvSpPr>
          <p:cNvPr id="18448" name="Text Box 17">
            <a:extLst>
              <a:ext uri="{FF2B5EF4-FFF2-40B4-BE49-F238E27FC236}">
                <a16:creationId xmlns:a16="http://schemas.microsoft.com/office/drawing/2014/main" id="{DBD7E575-421D-40E0-9117-A8E5C6BE84C3}"/>
              </a:ext>
            </a:extLst>
          </p:cNvPr>
          <p:cNvSpPr txBox="1">
            <a:spLocks noChangeArrowheads="1"/>
          </p:cNvSpPr>
          <p:nvPr/>
        </p:nvSpPr>
        <p:spPr bwMode="auto">
          <a:xfrm>
            <a:off x="5191125" y="5530850"/>
            <a:ext cx="12779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Ventricle</a:t>
            </a:r>
            <a:endParaRPr lang="en-US" altLang="en-US" sz="1600" b="1">
              <a:latin typeface="Cambria" panose="02040503050406030204" pitchFamily="18" charset="0"/>
            </a:endParaRPr>
          </a:p>
        </p:txBody>
      </p:sp>
      <p:sp>
        <p:nvSpPr>
          <p:cNvPr id="18449" name="Text Box 18">
            <a:extLst>
              <a:ext uri="{FF2B5EF4-FFF2-40B4-BE49-F238E27FC236}">
                <a16:creationId xmlns:a16="http://schemas.microsoft.com/office/drawing/2014/main" id="{44917779-56CE-41BF-8070-68A1E2AC6CCD}"/>
              </a:ext>
            </a:extLst>
          </p:cNvPr>
          <p:cNvSpPr txBox="1">
            <a:spLocks noChangeArrowheads="1"/>
          </p:cNvSpPr>
          <p:nvPr/>
        </p:nvSpPr>
        <p:spPr bwMode="auto">
          <a:xfrm>
            <a:off x="5445125" y="5238750"/>
            <a:ext cx="95408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Atrium</a:t>
            </a:r>
            <a:endParaRPr lang="en-US" altLang="en-US" sz="1600" b="1">
              <a:latin typeface="Cambria" panose="02040503050406030204" pitchFamily="18" charset="0"/>
            </a:endParaRPr>
          </a:p>
        </p:txBody>
      </p:sp>
      <p:sp>
        <p:nvSpPr>
          <p:cNvPr id="18450" name="Line 19">
            <a:extLst>
              <a:ext uri="{FF2B5EF4-FFF2-40B4-BE49-F238E27FC236}">
                <a16:creationId xmlns:a16="http://schemas.microsoft.com/office/drawing/2014/main" id="{E427814C-E40C-4C24-A6A4-A38851E78E0D}"/>
              </a:ext>
            </a:extLst>
          </p:cNvPr>
          <p:cNvSpPr>
            <a:spLocks noChangeShapeType="1"/>
          </p:cNvSpPr>
          <p:nvPr/>
        </p:nvSpPr>
        <p:spPr bwMode="auto">
          <a:xfrm flipH="1">
            <a:off x="3378200" y="1327150"/>
            <a:ext cx="4445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1" name="Line 20">
            <a:extLst>
              <a:ext uri="{FF2B5EF4-FFF2-40B4-BE49-F238E27FC236}">
                <a16:creationId xmlns:a16="http://schemas.microsoft.com/office/drawing/2014/main" id="{A29C6984-8B78-4CB9-B0D0-8535D0C99DA7}"/>
              </a:ext>
            </a:extLst>
          </p:cNvPr>
          <p:cNvSpPr>
            <a:spLocks noChangeShapeType="1"/>
          </p:cNvSpPr>
          <p:nvPr/>
        </p:nvSpPr>
        <p:spPr bwMode="auto">
          <a:xfrm flipV="1">
            <a:off x="5907088" y="1277938"/>
            <a:ext cx="431800" cy="177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2" name="Line 21">
            <a:extLst>
              <a:ext uri="{FF2B5EF4-FFF2-40B4-BE49-F238E27FC236}">
                <a16:creationId xmlns:a16="http://schemas.microsoft.com/office/drawing/2014/main" id="{F3309590-0E40-478B-8638-7C364077016C}"/>
              </a:ext>
            </a:extLst>
          </p:cNvPr>
          <p:cNvSpPr>
            <a:spLocks noChangeShapeType="1"/>
          </p:cNvSpPr>
          <p:nvPr/>
        </p:nvSpPr>
        <p:spPr bwMode="auto">
          <a:xfrm>
            <a:off x="3213100" y="3359150"/>
            <a:ext cx="609600" cy="406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3" name="Line 22">
            <a:extLst>
              <a:ext uri="{FF2B5EF4-FFF2-40B4-BE49-F238E27FC236}">
                <a16:creationId xmlns:a16="http://schemas.microsoft.com/office/drawing/2014/main" id="{CDDC13A2-9DA5-4DE7-9875-1C837886B30D}"/>
              </a:ext>
            </a:extLst>
          </p:cNvPr>
          <p:cNvSpPr>
            <a:spLocks noChangeShapeType="1"/>
          </p:cNvSpPr>
          <p:nvPr/>
        </p:nvSpPr>
        <p:spPr bwMode="auto">
          <a:xfrm>
            <a:off x="4000500" y="2901950"/>
            <a:ext cx="736600" cy="584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8454" name="Group 23">
            <a:extLst>
              <a:ext uri="{FF2B5EF4-FFF2-40B4-BE49-F238E27FC236}">
                <a16:creationId xmlns:a16="http://schemas.microsoft.com/office/drawing/2014/main" id="{844AA073-5498-4104-A036-D8734435A023}"/>
              </a:ext>
            </a:extLst>
          </p:cNvPr>
          <p:cNvGrpSpPr>
            <a:grpSpLocks/>
          </p:cNvGrpSpPr>
          <p:nvPr/>
        </p:nvGrpSpPr>
        <p:grpSpPr bwMode="auto">
          <a:xfrm>
            <a:off x="5168900" y="2876550"/>
            <a:ext cx="558800" cy="1270000"/>
            <a:chOff x="3056" y="1744"/>
            <a:chExt cx="352" cy="800"/>
          </a:xfrm>
        </p:grpSpPr>
        <p:sp>
          <p:nvSpPr>
            <p:cNvPr id="18466" name="Line 24">
              <a:extLst>
                <a:ext uri="{FF2B5EF4-FFF2-40B4-BE49-F238E27FC236}">
                  <a16:creationId xmlns:a16="http://schemas.microsoft.com/office/drawing/2014/main" id="{ABD7D49A-B989-4D4D-9841-B98DEF70D5E7}"/>
                </a:ext>
              </a:extLst>
            </p:cNvPr>
            <p:cNvSpPr>
              <a:spLocks noChangeShapeType="1"/>
            </p:cNvSpPr>
            <p:nvPr/>
          </p:nvSpPr>
          <p:spPr bwMode="auto">
            <a:xfrm>
              <a:off x="3056" y="1744"/>
              <a:ext cx="0" cy="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7" name="Line 25">
              <a:extLst>
                <a:ext uri="{FF2B5EF4-FFF2-40B4-BE49-F238E27FC236}">
                  <a16:creationId xmlns:a16="http://schemas.microsoft.com/office/drawing/2014/main" id="{BD3F84BE-2564-41D2-A93E-8FB7130D848B}"/>
                </a:ext>
              </a:extLst>
            </p:cNvPr>
            <p:cNvSpPr>
              <a:spLocks noChangeShapeType="1"/>
            </p:cNvSpPr>
            <p:nvPr/>
          </p:nvSpPr>
          <p:spPr bwMode="auto">
            <a:xfrm>
              <a:off x="3056" y="1744"/>
              <a:ext cx="352" cy="6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8455" name="Line 26">
            <a:extLst>
              <a:ext uri="{FF2B5EF4-FFF2-40B4-BE49-F238E27FC236}">
                <a16:creationId xmlns:a16="http://schemas.microsoft.com/office/drawing/2014/main" id="{314BBC00-0F60-4D9D-B8EA-EDA0571A2B26}"/>
              </a:ext>
            </a:extLst>
          </p:cNvPr>
          <p:cNvSpPr>
            <a:spLocks noChangeShapeType="1"/>
          </p:cNvSpPr>
          <p:nvPr/>
        </p:nvSpPr>
        <p:spPr bwMode="auto">
          <a:xfrm flipH="1" flipV="1">
            <a:off x="5816600" y="4159250"/>
            <a:ext cx="533400" cy="241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6" name="Line 27">
            <a:extLst>
              <a:ext uri="{FF2B5EF4-FFF2-40B4-BE49-F238E27FC236}">
                <a16:creationId xmlns:a16="http://schemas.microsoft.com/office/drawing/2014/main" id="{200900A6-F18E-4FDE-BBA0-6340987BE059}"/>
              </a:ext>
            </a:extLst>
          </p:cNvPr>
          <p:cNvSpPr>
            <a:spLocks noChangeShapeType="1"/>
          </p:cNvSpPr>
          <p:nvPr/>
        </p:nvSpPr>
        <p:spPr bwMode="auto">
          <a:xfrm flipH="1" flipV="1">
            <a:off x="5638800" y="4552950"/>
            <a:ext cx="914400" cy="368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7" name="Line 28">
            <a:extLst>
              <a:ext uri="{FF2B5EF4-FFF2-40B4-BE49-F238E27FC236}">
                <a16:creationId xmlns:a16="http://schemas.microsoft.com/office/drawing/2014/main" id="{0EA7E081-487B-4866-8E7E-E94C98D54551}"/>
              </a:ext>
            </a:extLst>
          </p:cNvPr>
          <p:cNvSpPr>
            <a:spLocks noChangeShapeType="1"/>
          </p:cNvSpPr>
          <p:nvPr/>
        </p:nvSpPr>
        <p:spPr bwMode="auto">
          <a:xfrm flipV="1">
            <a:off x="3441700" y="4768850"/>
            <a:ext cx="520700" cy="952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8" name="Line 29">
            <a:extLst>
              <a:ext uri="{FF2B5EF4-FFF2-40B4-BE49-F238E27FC236}">
                <a16:creationId xmlns:a16="http://schemas.microsoft.com/office/drawing/2014/main" id="{CF10527E-673C-4420-BFF6-944BE8EEC62D}"/>
              </a:ext>
            </a:extLst>
          </p:cNvPr>
          <p:cNvSpPr>
            <a:spLocks noChangeShapeType="1"/>
          </p:cNvSpPr>
          <p:nvPr/>
        </p:nvSpPr>
        <p:spPr bwMode="auto">
          <a:xfrm flipH="1" flipV="1">
            <a:off x="4064000" y="5226050"/>
            <a:ext cx="21590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9" name="Line 30">
            <a:extLst>
              <a:ext uri="{FF2B5EF4-FFF2-40B4-BE49-F238E27FC236}">
                <a16:creationId xmlns:a16="http://schemas.microsoft.com/office/drawing/2014/main" id="{216A6FBA-95D9-49E0-8AF1-63287B2E4255}"/>
              </a:ext>
            </a:extLst>
          </p:cNvPr>
          <p:cNvSpPr>
            <a:spLocks noChangeShapeType="1"/>
          </p:cNvSpPr>
          <p:nvPr/>
        </p:nvSpPr>
        <p:spPr bwMode="auto">
          <a:xfrm flipH="1" flipV="1">
            <a:off x="4826000" y="4883150"/>
            <a:ext cx="444500" cy="635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0" name="Line 31">
            <a:extLst>
              <a:ext uri="{FF2B5EF4-FFF2-40B4-BE49-F238E27FC236}">
                <a16:creationId xmlns:a16="http://schemas.microsoft.com/office/drawing/2014/main" id="{6AA414FB-F80B-4754-B7C5-EBA9B62EEBEA}"/>
              </a:ext>
            </a:extLst>
          </p:cNvPr>
          <p:cNvSpPr>
            <a:spLocks noChangeShapeType="1"/>
          </p:cNvSpPr>
          <p:nvPr/>
        </p:nvSpPr>
        <p:spPr bwMode="auto">
          <a:xfrm flipH="1" flipV="1">
            <a:off x="4838700" y="4679950"/>
            <a:ext cx="596900" cy="622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8461" name="Group 32">
            <a:extLst>
              <a:ext uri="{FF2B5EF4-FFF2-40B4-BE49-F238E27FC236}">
                <a16:creationId xmlns:a16="http://schemas.microsoft.com/office/drawing/2014/main" id="{CC25B49F-7E4C-4364-A345-3F3134E92C11}"/>
              </a:ext>
            </a:extLst>
          </p:cNvPr>
          <p:cNvGrpSpPr>
            <a:grpSpLocks/>
          </p:cNvGrpSpPr>
          <p:nvPr/>
        </p:nvGrpSpPr>
        <p:grpSpPr bwMode="auto">
          <a:xfrm>
            <a:off x="6267450" y="5276850"/>
            <a:ext cx="361950" cy="539750"/>
            <a:chOff x="3748" y="3256"/>
            <a:chExt cx="228" cy="340"/>
          </a:xfrm>
        </p:grpSpPr>
        <p:sp>
          <p:nvSpPr>
            <p:cNvPr id="18462" name="Line 33">
              <a:extLst>
                <a:ext uri="{FF2B5EF4-FFF2-40B4-BE49-F238E27FC236}">
                  <a16:creationId xmlns:a16="http://schemas.microsoft.com/office/drawing/2014/main" id="{6E06F7CA-4E28-4AFE-BAF1-D15AEC5BA294}"/>
                </a:ext>
              </a:extLst>
            </p:cNvPr>
            <p:cNvSpPr>
              <a:spLocks noChangeShapeType="1"/>
            </p:cNvSpPr>
            <p:nvPr/>
          </p:nvSpPr>
          <p:spPr bwMode="auto">
            <a:xfrm>
              <a:off x="3748" y="3260"/>
              <a:ext cx="1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3" name="Line 34">
              <a:extLst>
                <a:ext uri="{FF2B5EF4-FFF2-40B4-BE49-F238E27FC236}">
                  <a16:creationId xmlns:a16="http://schemas.microsoft.com/office/drawing/2014/main" id="{C41C5BCB-BBB8-4A4B-8721-47FC47097BD6}"/>
                </a:ext>
              </a:extLst>
            </p:cNvPr>
            <p:cNvSpPr>
              <a:spLocks noChangeShapeType="1"/>
            </p:cNvSpPr>
            <p:nvPr/>
          </p:nvSpPr>
          <p:spPr bwMode="auto">
            <a:xfrm>
              <a:off x="3864" y="3256"/>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4" name="Line 35">
              <a:extLst>
                <a:ext uri="{FF2B5EF4-FFF2-40B4-BE49-F238E27FC236}">
                  <a16:creationId xmlns:a16="http://schemas.microsoft.com/office/drawing/2014/main" id="{614047D9-585F-401B-A28F-D7611B84AC18}"/>
                </a:ext>
              </a:extLst>
            </p:cNvPr>
            <p:cNvSpPr>
              <a:spLocks noChangeShapeType="1"/>
            </p:cNvSpPr>
            <p:nvPr/>
          </p:nvSpPr>
          <p:spPr bwMode="auto">
            <a:xfrm flipH="1">
              <a:off x="3748" y="3596"/>
              <a:ext cx="1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5" name="Line 36">
              <a:extLst>
                <a:ext uri="{FF2B5EF4-FFF2-40B4-BE49-F238E27FC236}">
                  <a16:creationId xmlns:a16="http://schemas.microsoft.com/office/drawing/2014/main" id="{6793075E-1236-4781-88D6-6252507F6268}"/>
                </a:ext>
              </a:extLst>
            </p:cNvPr>
            <p:cNvSpPr>
              <a:spLocks noChangeShapeType="1"/>
            </p:cNvSpPr>
            <p:nvPr/>
          </p:nvSpPr>
          <p:spPr bwMode="auto">
            <a:xfrm>
              <a:off x="3864" y="3432"/>
              <a:ext cx="1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9C8616A-8C53-4923-9868-8C3147D768A3}"/>
              </a:ext>
            </a:extLst>
          </p:cNvPr>
          <p:cNvSpPr>
            <a:spLocks noChangeArrowheads="1"/>
          </p:cNvSpPr>
          <p:nvPr/>
        </p:nvSpPr>
        <p:spPr bwMode="auto">
          <a:xfrm>
            <a:off x="228600" y="1547813"/>
            <a:ext cx="8610600" cy="446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446088" indent="-331788">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054100" indent="-355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lvl="1" eaLnBrk="1" hangingPunct="1"/>
            <a:r>
              <a:rPr lang="en-US" altLang="en-US" sz="2400" b="1" dirty="0">
                <a:latin typeface="Cambria" panose="02040503050406030204" pitchFamily="18" charset="0"/>
              </a:rPr>
              <a:t>In a </a:t>
            </a:r>
            <a:r>
              <a:rPr lang="en-US" altLang="en-US" sz="3600" b="1" dirty="0">
                <a:solidFill>
                  <a:srgbClr val="FF0000"/>
                </a:solidFill>
                <a:latin typeface="Cambria" panose="02040503050406030204" pitchFamily="18" charset="0"/>
              </a:rPr>
              <a:t>closed </a:t>
            </a:r>
            <a:r>
              <a:rPr lang="en-US" altLang="en-US" sz="2400" b="1" dirty="0">
                <a:latin typeface="Cambria" panose="02040503050406030204" pitchFamily="18" charset="0"/>
              </a:rPr>
              <a:t>circulatory system, blood</a:t>
            </a:r>
          </a:p>
          <a:p>
            <a:pPr lvl="2" eaLnBrk="1" hangingPunct="1"/>
            <a:r>
              <a:rPr lang="en-US" altLang="en-US" sz="2400" b="1" dirty="0">
                <a:latin typeface="Cambria" panose="02040503050406030204" pitchFamily="18" charset="0"/>
              </a:rPr>
              <a:t>stays within a set of tubes</a:t>
            </a:r>
          </a:p>
          <a:p>
            <a:pPr lvl="2" eaLnBrk="1" hangingPunct="1"/>
            <a:r>
              <a:rPr lang="en-US" altLang="en-US" sz="2400" b="1" dirty="0">
                <a:latin typeface="Cambria" panose="02040503050406030204" pitchFamily="18" charset="0"/>
              </a:rPr>
              <a:t>distinct from the </a:t>
            </a:r>
            <a:r>
              <a:rPr lang="en-US" altLang="en-US" sz="2400" b="1" dirty="0">
                <a:solidFill>
                  <a:srgbClr val="FF0000"/>
                </a:solidFill>
                <a:latin typeface="Cambria" panose="02040503050406030204" pitchFamily="18" charset="0"/>
              </a:rPr>
              <a:t>interstitial fluid </a:t>
            </a:r>
            <a:r>
              <a:rPr lang="zh-CN" altLang="en-US" sz="2400" b="1" dirty="0">
                <a:solidFill>
                  <a:srgbClr val="FF0000"/>
                </a:solidFill>
                <a:latin typeface="KaiTi" panose="02010609060101010101" pitchFamily="49" charset="-122"/>
                <a:ea typeface="KaiTi" panose="02010609060101010101" pitchFamily="49" charset="-122"/>
              </a:rPr>
              <a:t>（细胞间质）</a:t>
            </a:r>
            <a:r>
              <a:rPr lang="en-US" altLang="en-US" sz="2400" b="1" dirty="0">
                <a:latin typeface="Cambria" panose="02040503050406030204" pitchFamily="18" charset="0"/>
              </a:rPr>
              <a:t>, the fluid that fills the spaces around cells.</a:t>
            </a:r>
          </a:p>
          <a:p>
            <a:pPr lvl="1" eaLnBrk="1" hangingPunct="1"/>
            <a:r>
              <a:rPr lang="en-US" altLang="en-US" sz="2400" b="1" dirty="0">
                <a:latin typeface="Cambria" panose="02040503050406030204" pitchFamily="18" charset="0"/>
              </a:rPr>
              <a:t>Closed circulatory systems are found in</a:t>
            </a:r>
          </a:p>
          <a:p>
            <a:pPr lvl="2" eaLnBrk="1" hangingPunct="1"/>
            <a:r>
              <a:rPr lang="en-US" altLang="en-US" sz="2400" b="1" dirty="0">
                <a:latin typeface="Cambria" panose="02040503050406030204" pitchFamily="18" charset="0"/>
              </a:rPr>
              <a:t>many invertebrates, including earthworms and octopuses </a:t>
            </a:r>
          </a:p>
          <a:p>
            <a:pPr lvl="2" eaLnBrk="1" hangingPunct="1"/>
            <a:r>
              <a:rPr lang="en-US" altLang="zh-CN" sz="2400" b="1" dirty="0">
                <a:latin typeface="Cambria" panose="02040503050406030204" pitchFamily="18" charset="0"/>
              </a:rPr>
              <a:t>v</a:t>
            </a:r>
            <a:r>
              <a:rPr lang="en-US" altLang="en-US" sz="2400" b="1" dirty="0">
                <a:latin typeface="Cambria" panose="02040503050406030204" pitchFamily="18" charset="0"/>
              </a:rPr>
              <a:t>ertebrates </a:t>
            </a:r>
          </a:p>
        </p:txBody>
      </p:sp>
      <p:sp>
        <p:nvSpPr>
          <p:cNvPr id="16387" name="Rectangle 2">
            <a:extLst>
              <a:ext uri="{FF2B5EF4-FFF2-40B4-BE49-F238E27FC236}">
                <a16:creationId xmlns:a16="http://schemas.microsoft.com/office/drawing/2014/main" id="{F2AD6DFD-2564-47C8-80F6-5AF8C72D5C3C}"/>
              </a:ext>
            </a:extLst>
          </p:cNvPr>
          <p:cNvSpPr>
            <a:spLocks noChangeArrowheads="1"/>
          </p:cNvSpPr>
          <p:nvPr/>
        </p:nvSpPr>
        <p:spPr bwMode="auto">
          <a:xfrm>
            <a:off x="573088" y="417513"/>
            <a:ext cx="74041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Circulatory System</a:t>
            </a:r>
          </a:p>
        </p:txBody>
      </p:sp>
      <p:sp>
        <p:nvSpPr>
          <p:cNvPr id="16388" name="Line 6">
            <a:extLst>
              <a:ext uri="{FF2B5EF4-FFF2-40B4-BE49-F238E27FC236}">
                <a16:creationId xmlns:a16="http://schemas.microsoft.com/office/drawing/2014/main" id="{C5152AF9-7CBC-4FFF-90C1-E5C310494BB6}"/>
              </a:ext>
            </a:extLst>
          </p:cNvPr>
          <p:cNvSpPr>
            <a:spLocks noChangeShapeType="1"/>
          </p:cNvSpPr>
          <p:nvPr/>
        </p:nvSpPr>
        <p:spPr bwMode="auto">
          <a:xfrm>
            <a:off x="304800" y="122078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FEA34A9-B5A4-4759-B079-A0C62B337BA7}"/>
              </a:ext>
            </a:extLst>
          </p:cNvPr>
          <p:cNvSpPr>
            <a:spLocks noGrp="1" noChangeArrowheads="1"/>
          </p:cNvSpPr>
          <p:nvPr>
            <p:ph type="body" idx="4294967295"/>
          </p:nvPr>
        </p:nvSpPr>
        <p:spPr>
          <a:xfrm>
            <a:off x="430213" y="1444625"/>
            <a:ext cx="8408987" cy="5372240"/>
          </a:xfrm>
        </p:spPr>
        <p:txBody>
          <a:bodyPr/>
          <a:lstStyle/>
          <a:p>
            <a:pPr marL="446088" lvl="1" eaLnBrk="1" hangingPunct="1"/>
            <a:r>
              <a:rPr lang="en-US" altLang="en-US" b="1" dirty="0">
                <a:latin typeface="Cambria" panose="02040503050406030204" pitchFamily="18" charset="0"/>
              </a:rPr>
              <a:t>The </a:t>
            </a:r>
            <a:r>
              <a:rPr lang="en-US" altLang="en-US" b="1" dirty="0">
                <a:solidFill>
                  <a:srgbClr val="FF0000"/>
                </a:solidFill>
                <a:latin typeface="Cambria" panose="02040503050406030204" pitchFamily="18" charset="0"/>
              </a:rPr>
              <a:t>cardiovascular system </a:t>
            </a:r>
            <a:r>
              <a:rPr lang="en-US" altLang="en-US" b="1" dirty="0">
                <a:latin typeface="Cambria" panose="02040503050406030204" pitchFamily="18" charset="0"/>
              </a:rPr>
              <a:t>of vertebrates consists of the</a:t>
            </a:r>
          </a:p>
          <a:p>
            <a:pPr marL="1054100" lvl="2" indent="-368300" eaLnBrk="1" hangingPunct="1"/>
            <a:r>
              <a:rPr lang="en-US" altLang="en-US" b="1" dirty="0">
                <a:latin typeface="Cambria" panose="02040503050406030204" pitchFamily="18" charset="0"/>
              </a:rPr>
              <a:t>heart</a:t>
            </a:r>
          </a:p>
          <a:p>
            <a:pPr marL="1054100" lvl="2" indent="-368300" eaLnBrk="1" hangingPunct="1"/>
            <a:r>
              <a:rPr lang="en-US" altLang="en-US" b="1" dirty="0">
                <a:latin typeface="Cambria" panose="02040503050406030204" pitchFamily="18" charset="0"/>
              </a:rPr>
              <a:t>blood vessels</a:t>
            </a:r>
          </a:p>
          <a:p>
            <a:pPr marL="446088" lvl="1" eaLnBrk="1" hangingPunct="1"/>
            <a:r>
              <a:rPr lang="en-US" altLang="en-US" b="1" dirty="0">
                <a:latin typeface="Cambria" panose="02040503050406030204" pitchFamily="18" charset="0"/>
              </a:rPr>
              <a:t>In the heart </a:t>
            </a:r>
          </a:p>
          <a:p>
            <a:pPr marL="1054100" lvl="2" indent="-368300" eaLnBrk="1" hangingPunct="1"/>
            <a:r>
              <a:rPr lang="en-US" altLang="en-US" b="1" dirty="0">
                <a:latin typeface="Cambria" panose="02040503050406030204" pitchFamily="18" charset="0"/>
              </a:rPr>
              <a:t>the </a:t>
            </a:r>
            <a:r>
              <a:rPr lang="en-US" altLang="en-US" b="1" dirty="0">
                <a:solidFill>
                  <a:srgbClr val="FF0000"/>
                </a:solidFill>
                <a:latin typeface="Cambria" panose="02040503050406030204" pitchFamily="18" charset="0"/>
              </a:rPr>
              <a:t>atrium</a:t>
            </a:r>
            <a:r>
              <a:rPr lang="en-US" altLang="en-US" b="1" dirty="0">
                <a:latin typeface="Cambria" panose="02040503050406030204" pitchFamily="18" charset="0"/>
              </a:rPr>
              <a:t> receives blood</a:t>
            </a:r>
          </a:p>
          <a:p>
            <a:pPr marL="1054100" lvl="2" indent="-368300" eaLnBrk="1" hangingPunct="1"/>
            <a:r>
              <a:rPr lang="en-US" altLang="en-US" b="1" dirty="0">
                <a:latin typeface="Cambria" panose="02040503050406030204" pitchFamily="18" charset="0"/>
              </a:rPr>
              <a:t>the </a:t>
            </a:r>
            <a:r>
              <a:rPr lang="en-US" altLang="en-US" b="1" dirty="0">
                <a:solidFill>
                  <a:srgbClr val="FF0000"/>
                </a:solidFill>
                <a:latin typeface="Cambria" panose="02040503050406030204" pitchFamily="18" charset="0"/>
              </a:rPr>
              <a:t>ventricle</a:t>
            </a:r>
            <a:r>
              <a:rPr lang="en-US" altLang="en-US" b="1" dirty="0">
                <a:latin typeface="Cambria" panose="02040503050406030204" pitchFamily="18" charset="0"/>
              </a:rPr>
              <a:t> pumps blood away from the heart.</a:t>
            </a:r>
          </a:p>
          <a:p>
            <a:pPr marL="1054100" lvl="2" indent="-368300" eaLnBrk="1" hangingPunct="1">
              <a:buFontTx/>
              <a:buNone/>
            </a:pPr>
            <a:endParaRPr lang="en-US" altLang="en-US" b="1" dirty="0">
              <a:latin typeface="Cambria" panose="02040503050406030204" pitchFamily="18" charset="0"/>
            </a:endParaRPr>
          </a:p>
        </p:txBody>
      </p:sp>
      <p:sp>
        <p:nvSpPr>
          <p:cNvPr id="20483" name="Rectangle 2">
            <a:extLst>
              <a:ext uri="{FF2B5EF4-FFF2-40B4-BE49-F238E27FC236}">
                <a16:creationId xmlns:a16="http://schemas.microsoft.com/office/drawing/2014/main" id="{6B265FEA-A8B2-47D5-AA6D-2F1C1302577B}"/>
              </a:ext>
            </a:extLst>
          </p:cNvPr>
          <p:cNvSpPr>
            <a:spLocks noChangeArrowheads="1"/>
          </p:cNvSpPr>
          <p:nvPr/>
        </p:nvSpPr>
        <p:spPr bwMode="auto">
          <a:xfrm>
            <a:off x="430213" y="477838"/>
            <a:ext cx="853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Circulatory System</a:t>
            </a:r>
          </a:p>
        </p:txBody>
      </p:sp>
      <p:sp>
        <p:nvSpPr>
          <p:cNvPr id="20484" name="Line 6">
            <a:extLst>
              <a:ext uri="{FF2B5EF4-FFF2-40B4-BE49-F238E27FC236}">
                <a16:creationId xmlns:a16="http://schemas.microsoft.com/office/drawing/2014/main" id="{430E36C4-B66C-4EAE-9CF4-73C2708E31C9}"/>
              </a:ext>
            </a:extLst>
          </p:cNvPr>
          <p:cNvSpPr>
            <a:spLocks noChangeShapeType="1"/>
          </p:cNvSpPr>
          <p:nvPr/>
        </p:nvSpPr>
        <p:spPr bwMode="auto">
          <a:xfrm>
            <a:off x="304800" y="124460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44EFC03-6DD3-411D-B8C7-34A8D6B99248}"/>
              </a:ext>
            </a:extLst>
          </p:cNvPr>
          <p:cNvSpPr>
            <a:spLocks noGrp="1" noChangeArrowheads="1"/>
          </p:cNvSpPr>
          <p:nvPr>
            <p:ph type="body" idx="4294967295"/>
          </p:nvPr>
        </p:nvSpPr>
        <p:spPr>
          <a:xfrm>
            <a:off x="228600" y="1474788"/>
            <a:ext cx="8610600" cy="4487382"/>
          </a:xfrm>
        </p:spPr>
        <p:txBody>
          <a:bodyPr/>
          <a:lstStyle/>
          <a:p>
            <a:pPr marL="446088" lvl="1" eaLnBrk="1" hangingPunct="1">
              <a:tabLst>
                <a:tab pos="1066800" algn="l"/>
              </a:tabLst>
            </a:pPr>
            <a:r>
              <a:rPr lang="en-US" altLang="en-US" sz="2400" b="1" dirty="0">
                <a:latin typeface="Cambria" panose="02040503050406030204" pitchFamily="18" charset="0"/>
              </a:rPr>
              <a:t>Blood is confined to three main types of blood vessels:</a:t>
            </a:r>
          </a:p>
          <a:p>
            <a:pPr marL="990600" lvl="2" indent="-304800" eaLnBrk="1" hangingPunct="1">
              <a:buFont typeface="Times New Roman" panose="02020603050405020304" pitchFamily="18" charset="0"/>
              <a:buAutoNum type="arabicPeriod"/>
              <a:tabLst>
                <a:tab pos="1066800" algn="l"/>
              </a:tabLst>
            </a:pPr>
            <a:r>
              <a:rPr lang="en-US" altLang="en-US" sz="2400" b="1" dirty="0">
                <a:latin typeface="Cambria" panose="02040503050406030204" pitchFamily="18" charset="0"/>
              </a:rPr>
              <a:t> </a:t>
            </a:r>
            <a:r>
              <a:rPr lang="en-US" altLang="en-US" sz="3600" b="1" dirty="0">
                <a:solidFill>
                  <a:srgbClr val="FF0000"/>
                </a:solidFill>
                <a:latin typeface="Cambria" panose="02040503050406030204" pitchFamily="18" charset="0"/>
              </a:rPr>
              <a:t>Arteries</a:t>
            </a:r>
            <a:r>
              <a:rPr lang="en-US" altLang="en-US" sz="2400" b="1" dirty="0">
                <a:latin typeface="Cambria" panose="02040503050406030204" pitchFamily="18" charset="0"/>
              </a:rPr>
              <a:t> carry blood </a:t>
            </a:r>
            <a:r>
              <a:rPr lang="en-US" altLang="en-US" sz="2400" b="1" dirty="0">
                <a:solidFill>
                  <a:srgbClr val="FF0000"/>
                </a:solidFill>
                <a:latin typeface="Cambria" panose="02040503050406030204" pitchFamily="18" charset="0"/>
              </a:rPr>
              <a:t>away</a:t>
            </a:r>
            <a:r>
              <a:rPr lang="en-US" altLang="en-US" sz="2400" b="1" dirty="0">
                <a:latin typeface="Cambria" panose="02040503050406030204" pitchFamily="18" charset="0"/>
              </a:rPr>
              <a:t> from the heart into   		smaller </a:t>
            </a:r>
            <a:r>
              <a:rPr lang="en-US" altLang="en-US" sz="2400" b="1" dirty="0">
                <a:solidFill>
                  <a:srgbClr val="FF0000"/>
                </a:solidFill>
                <a:latin typeface="Cambria" panose="02040503050406030204" pitchFamily="18" charset="0"/>
              </a:rPr>
              <a:t>arterioles</a:t>
            </a:r>
            <a:r>
              <a:rPr lang="en-US" altLang="en-US" sz="2400" b="1" dirty="0">
                <a:latin typeface="Cambria" panose="02040503050406030204" pitchFamily="18" charset="0"/>
              </a:rPr>
              <a:t> as they approach the organs.</a:t>
            </a:r>
          </a:p>
          <a:p>
            <a:pPr marL="990600" lvl="2" indent="-304800" eaLnBrk="1" hangingPunct="1">
              <a:buFont typeface="Times New Roman" panose="02020603050405020304" pitchFamily="18" charset="0"/>
              <a:buAutoNum type="arabicPeriod"/>
              <a:tabLst>
                <a:tab pos="1066800" algn="l"/>
              </a:tabLst>
            </a:pPr>
            <a:r>
              <a:rPr lang="en-US" altLang="en-US" sz="2400" b="1" dirty="0">
                <a:latin typeface="Cambria" panose="02040503050406030204" pitchFamily="18" charset="0"/>
              </a:rPr>
              <a:t> </a:t>
            </a:r>
            <a:r>
              <a:rPr lang="en-US" altLang="en-US" sz="2400" b="1" dirty="0">
                <a:solidFill>
                  <a:srgbClr val="FF0000"/>
                </a:solidFill>
                <a:latin typeface="Cambria" panose="02040503050406030204" pitchFamily="18" charset="0"/>
              </a:rPr>
              <a:t>Capillaries</a:t>
            </a:r>
            <a:r>
              <a:rPr lang="en-US" altLang="en-US" sz="3600" b="1" dirty="0">
                <a:solidFill>
                  <a:srgbClr val="FF0000"/>
                </a:solidFill>
                <a:latin typeface="Cambria" panose="02040503050406030204" pitchFamily="18" charset="0"/>
              </a:rPr>
              <a:t> </a:t>
            </a:r>
            <a:r>
              <a:rPr lang="en-US" altLang="en-US" sz="2400" b="1" dirty="0">
                <a:latin typeface="Cambria" panose="02040503050406030204" pitchFamily="18" charset="0"/>
              </a:rPr>
              <a:t>are the site of </a:t>
            </a:r>
            <a:r>
              <a:rPr lang="en-US" altLang="en-US" sz="2400" b="1" dirty="0">
                <a:solidFill>
                  <a:srgbClr val="FF0000"/>
                </a:solidFill>
                <a:latin typeface="Cambria" panose="02040503050406030204" pitchFamily="18" charset="0"/>
              </a:rPr>
              <a:t>exchange</a:t>
            </a:r>
            <a:r>
              <a:rPr lang="en-US" altLang="en-US" sz="2400" b="1" dirty="0">
                <a:latin typeface="Cambria" panose="02040503050406030204" pitchFamily="18" charset="0"/>
              </a:rPr>
              <a:t> between 		blood and interstitial fluid.</a:t>
            </a:r>
          </a:p>
          <a:p>
            <a:pPr marL="990600" lvl="2" indent="-304800" eaLnBrk="1" hangingPunct="1">
              <a:buFont typeface="Times New Roman" panose="02020603050405020304" pitchFamily="18" charset="0"/>
              <a:buAutoNum type="arabicPeriod"/>
              <a:tabLst>
                <a:tab pos="1066800" algn="l"/>
              </a:tabLst>
            </a:pPr>
            <a:r>
              <a:rPr lang="en-US" altLang="en-US" sz="2400" b="1" dirty="0">
                <a:latin typeface="Cambria" panose="02040503050406030204" pitchFamily="18" charset="0"/>
              </a:rPr>
              <a:t> </a:t>
            </a:r>
            <a:r>
              <a:rPr lang="en-US" altLang="en-US" sz="2400" b="1" dirty="0">
                <a:solidFill>
                  <a:srgbClr val="FF0000"/>
                </a:solidFill>
                <a:latin typeface="Cambria" panose="02040503050406030204" pitchFamily="18" charset="0"/>
              </a:rPr>
              <a:t>Venules (small veins) </a:t>
            </a:r>
            <a:r>
              <a:rPr lang="en-US" altLang="en-US" sz="2400" b="1" dirty="0">
                <a:latin typeface="Cambria" panose="02040503050406030204" pitchFamily="18" charset="0"/>
              </a:rPr>
              <a:t>collect blood from the capillaries and converge to form </a:t>
            </a:r>
            <a:r>
              <a:rPr lang="en-US" altLang="en-US" sz="3600" b="1" dirty="0">
                <a:solidFill>
                  <a:srgbClr val="FF0000"/>
                </a:solidFill>
                <a:latin typeface="Cambria" panose="02040503050406030204" pitchFamily="18" charset="0"/>
              </a:rPr>
              <a:t>veins</a:t>
            </a:r>
            <a:r>
              <a:rPr lang="en-US" altLang="en-US" sz="2400" b="1" dirty="0">
                <a:latin typeface="Cambria" panose="02040503050406030204" pitchFamily="18" charset="0"/>
              </a:rPr>
              <a:t>, which </a:t>
            </a:r>
            <a:r>
              <a:rPr lang="en-US" altLang="en-US" sz="2400" b="1" dirty="0">
                <a:solidFill>
                  <a:srgbClr val="FF0000"/>
                </a:solidFill>
                <a:latin typeface="Cambria" panose="02040503050406030204" pitchFamily="18" charset="0"/>
              </a:rPr>
              <a:t>return</a:t>
            </a:r>
            <a:r>
              <a:rPr lang="en-US" altLang="en-US" sz="2400" b="1" dirty="0">
                <a:latin typeface="Cambria" panose="02040503050406030204" pitchFamily="18" charset="0"/>
              </a:rPr>
              <a:t> blood back 	to the heart.</a:t>
            </a:r>
          </a:p>
        </p:txBody>
      </p:sp>
      <p:sp>
        <p:nvSpPr>
          <p:cNvPr id="22531" name="Rectangle 2">
            <a:extLst>
              <a:ext uri="{FF2B5EF4-FFF2-40B4-BE49-F238E27FC236}">
                <a16:creationId xmlns:a16="http://schemas.microsoft.com/office/drawing/2014/main" id="{5AD57AA1-8B70-49F3-98B4-4D532C2456F8}"/>
              </a:ext>
            </a:extLst>
          </p:cNvPr>
          <p:cNvSpPr>
            <a:spLocks noChangeArrowheads="1"/>
          </p:cNvSpPr>
          <p:nvPr/>
        </p:nvSpPr>
        <p:spPr bwMode="auto">
          <a:xfrm>
            <a:off x="495300" y="328613"/>
            <a:ext cx="7937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Circulatory System</a:t>
            </a:r>
          </a:p>
        </p:txBody>
      </p:sp>
      <p:sp>
        <p:nvSpPr>
          <p:cNvPr id="22532" name="Line 6">
            <a:extLst>
              <a:ext uri="{FF2B5EF4-FFF2-40B4-BE49-F238E27FC236}">
                <a16:creationId xmlns:a16="http://schemas.microsoft.com/office/drawing/2014/main" id="{33A2F843-5C4A-42C2-9B40-A849733AE9A1}"/>
              </a:ext>
            </a:extLst>
          </p:cNvPr>
          <p:cNvSpPr>
            <a:spLocks noChangeShapeType="1"/>
          </p:cNvSpPr>
          <p:nvPr/>
        </p:nvSpPr>
        <p:spPr bwMode="auto">
          <a:xfrm>
            <a:off x="304800" y="114458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AE038DE-8D3C-4872-AA21-1E4F57DFE4A2}"/>
              </a:ext>
            </a:extLst>
          </p:cNvPr>
          <p:cNvSpPr>
            <a:spLocks noGrp="1" noChangeArrowheads="1"/>
          </p:cNvSpPr>
          <p:nvPr>
            <p:ph type="title" idx="4294967295"/>
          </p:nvPr>
        </p:nvSpPr>
        <p:spPr>
          <a:xfrm>
            <a:off x="342900" y="593725"/>
            <a:ext cx="8801100" cy="549275"/>
          </a:xfrm>
        </p:spPr>
        <p:txBody>
          <a:bodyPr/>
          <a:lstStyle/>
          <a:p>
            <a:pPr eaLnBrk="1" hangingPunct="1">
              <a:lnSpc>
                <a:spcPct val="80000"/>
              </a:lnSpc>
            </a:pPr>
            <a:r>
              <a:rPr lang="en-US" altLang="en-US" sz="3600" dirty="0">
                <a:solidFill>
                  <a:srgbClr val="FF0000"/>
                </a:solidFill>
                <a:latin typeface="Cambria" panose="02040503050406030204" pitchFamily="18" charset="0"/>
              </a:rPr>
              <a:t>The Human Cardiovascular System</a:t>
            </a:r>
          </a:p>
        </p:txBody>
      </p:sp>
      <p:sp>
        <p:nvSpPr>
          <p:cNvPr id="24579" name="Rectangle 3">
            <a:extLst>
              <a:ext uri="{FF2B5EF4-FFF2-40B4-BE49-F238E27FC236}">
                <a16:creationId xmlns:a16="http://schemas.microsoft.com/office/drawing/2014/main" id="{91957992-38D7-445C-AB82-F60DF5680263}"/>
              </a:ext>
            </a:extLst>
          </p:cNvPr>
          <p:cNvSpPr>
            <a:spLocks noGrp="1" noChangeArrowheads="1"/>
          </p:cNvSpPr>
          <p:nvPr>
            <p:ph type="body" idx="4294967295"/>
          </p:nvPr>
        </p:nvSpPr>
        <p:spPr>
          <a:xfrm>
            <a:off x="469900" y="1931988"/>
            <a:ext cx="8331200" cy="2571750"/>
          </a:xfrm>
        </p:spPr>
        <p:txBody>
          <a:bodyPr/>
          <a:lstStyle/>
          <a:p>
            <a:pPr marL="446088" lvl="1" eaLnBrk="1" hangingPunct="1"/>
            <a:r>
              <a:rPr lang="en-US" altLang="en-US" b="1" dirty="0">
                <a:latin typeface="Cambria" panose="02040503050406030204" pitchFamily="18" charset="0"/>
              </a:rPr>
              <a:t>In the human cardiovascular system</a:t>
            </a:r>
          </a:p>
          <a:p>
            <a:pPr marL="1054100" lvl="2" indent="-368300" eaLnBrk="1" hangingPunct="1"/>
            <a:r>
              <a:rPr lang="en-US" altLang="en-US" b="1" dirty="0">
                <a:latin typeface="Cambria" panose="02040503050406030204" pitchFamily="18" charset="0"/>
              </a:rPr>
              <a:t>the central pump is the heart</a:t>
            </a:r>
          </a:p>
          <a:p>
            <a:pPr marL="1054100" lvl="2" indent="-368300" eaLnBrk="1" hangingPunct="1"/>
            <a:r>
              <a:rPr lang="en-US" altLang="en-US" b="1" dirty="0">
                <a:latin typeface="Cambria" panose="02040503050406030204" pitchFamily="18" charset="0"/>
              </a:rPr>
              <a:t>the vascular system is the blood vessels</a:t>
            </a:r>
          </a:p>
          <a:p>
            <a:pPr marL="1054100" lvl="2" indent="-368300" eaLnBrk="1" hangingPunct="1"/>
            <a:r>
              <a:rPr lang="en-US" altLang="en-US" b="1" dirty="0">
                <a:latin typeface="Cambria" panose="02040503050406030204" pitchFamily="18" charset="0"/>
              </a:rPr>
              <a:t>the circulating fluid is the blood</a:t>
            </a:r>
          </a:p>
        </p:txBody>
      </p:sp>
      <p:sp>
        <p:nvSpPr>
          <p:cNvPr id="24580" name="Line 6">
            <a:extLst>
              <a:ext uri="{FF2B5EF4-FFF2-40B4-BE49-F238E27FC236}">
                <a16:creationId xmlns:a16="http://schemas.microsoft.com/office/drawing/2014/main" id="{B47FF942-76DA-4919-BB25-2CADE273B975}"/>
              </a:ext>
            </a:extLst>
          </p:cNvPr>
          <p:cNvSpPr>
            <a:spLocks noChangeShapeType="1"/>
          </p:cNvSpPr>
          <p:nvPr/>
        </p:nvSpPr>
        <p:spPr bwMode="auto">
          <a:xfrm>
            <a:off x="368300" y="1457325"/>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182628E-B012-43C2-A087-AAAA266145C8}"/>
              </a:ext>
            </a:extLst>
          </p:cNvPr>
          <p:cNvSpPr>
            <a:spLocks noGrp="1" noChangeArrowheads="1"/>
          </p:cNvSpPr>
          <p:nvPr>
            <p:ph type="title" idx="4294967295"/>
          </p:nvPr>
        </p:nvSpPr>
        <p:spPr>
          <a:xfrm>
            <a:off x="482600" y="492125"/>
            <a:ext cx="8356600" cy="534988"/>
          </a:xfrm>
        </p:spPr>
        <p:txBody>
          <a:bodyPr/>
          <a:lstStyle/>
          <a:p>
            <a:pPr eaLnBrk="1" hangingPunct="1">
              <a:lnSpc>
                <a:spcPct val="80000"/>
              </a:lnSpc>
            </a:pPr>
            <a:r>
              <a:rPr lang="en-US" altLang="en-US" sz="3600">
                <a:solidFill>
                  <a:srgbClr val="FF0000"/>
                </a:solidFill>
                <a:latin typeface="Cambria" panose="02040503050406030204" pitchFamily="18" charset="0"/>
              </a:rPr>
              <a:t>The Path of Blood</a:t>
            </a:r>
          </a:p>
        </p:txBody>
      </p:sp>
      <p:sp>
        <p:nvSpPr>
          <p:cNvPr id="26627" name="Rectangle 3">
            <a:extLst>
              <a:ext uri="{FF2B5EF4-FFF2-40B4-BE49-F238E27FC236}">
                <a16:creationId xmlns:a16="http://schemas.microsoft.com/office/drawing/2014/main" id="{95EC3A92-7482-4831-97A4-2CE301AFCD3B}"/>
              </a:ext>
            </a:extLst>
          </p:cNvPr>
          <p:cNvSpPr>
            <a:spLocks noGrp="1" noChangeArrowheads="1"/>
          </p:cNvSpPr>
          <p:nvPr>
            <p:ph type="body" idx="4294967295"/>
          </p:nvPr>
        </p:nvSpPr>
        <p:spPr>
          <a:xfrm>
            <a:off x="482600" y="1677988"/>
            <a:ext cx="8178800" cy="3527425"/>
          </a:xfrm>
        </p:spPr>
        <p:txBody>
          <a:bodyPr/>
          <a:lstStyle/>
          <a:p>
            <a:pPr marL="446088" lvl="1" eaLnBrk="1" hangingPunct="1"/>
            <a:r>
              <a:rPr lang="en-US" altLang="en-US" b="1" dirty="0">
                <a:latin typeface="Cambria" panose="02040503050406030204" pitchFamily="18" charset="0"/>
              </a:rPr>
              <a:t>Humans and other terrestrial vertebrates have a </a:t>
            </a:r>
            <a:r>
              <a:rPr lang="en-US" altLang="en-US" b="1" dirty="0">
                <a:solidFill>
                  <a:srgbClr val="FF0000"/>
                </a:solidFill>
                <a:latin typeface="Cambria" panose="02040503050406030204" pitchFamily="18" charset="0"/>
              </a:rPr>
              <a:t>double circulation system </a:t>
            </a:r>
            <a:r>
              <a:rPr lang="en-US" altLang="en-US" b="1" dirty="0">
                <a:latin typeface="Cambria" panose="02040503050406030204" pitchFamily="18" charset="0"/>
              </a:rPr>
              <a:t>consisting of</a:t>
            </a:r>
          </a:p>
          <a:p>
            <a:pPr marL="1041400" lvl="2" indent="-342900" eaLnBrk="1" hangingPunct="1"/>
            <a:r>
              <a:rPr lang="en-US" altLang="en-US" b="1" dirty="0">
                <a:latin typeface="Cambria" panose="02040503050406030204" pitchFamily="18" charset="0"/>
              </a:rPr>
              <a:t>a </a:t>
            </a:r>
            <a:r>
              <a:rPr lang="en-US" altLang="en-US" sz="3600" b="1" dirty="0">
                <a:solidFill>
                  <a:srgbClr val="FF0000"/>
                </a:solidFill>
                <a:latin typeface="Cambria" panose="02040503050406030204" pitchFamily="18" charset="0"/>
              </a:rPr>
              <a:t>pulmonary circuit </a:t>
            </a:r>
            <a:r>
              <a:rPr lang="en-US" altLang="en-US" b="1" dirty="0">
                <a:latin typeface="Cambria" panose="02040503050406030204" pitchFamily="18" charset="0"/>
              </a:rPr>
              <a:t>between the heart and lungs</a:t>
            </a:r>
          </a:p>
          <a:p>
            <a:pPr marL="1041400" lvl="2" indent="-342900" eaLnBrk="1" hangingPunct="1"/>
            <a:r>
              <a:rPr lang="en-US" altLang="en-US" b="1" dirty="0">
                <a:latin typeface="Cambria" panose="02040503050406030204" pitchFamily="18" charset="0"/>
              </a:rPr>
              <a:t>a </a:t>
            </a:r>
            <a:r>
              <a:rPr lang="en-US" altLang="en-US" sz="3600" b="1" dirty="0">
                <a:solidFill>
                  <a:srgbClr val="FF0000"/>
                </a:solidFill>
                <a:latin typeface="Cambria" panose="02040503050406030204" pitchFamily="18" charset="0"/>
              </a:rPr>
              <a:t>systemic circuit </a:t>
            </a:r>
            <a:r>
              <a:rPr lang="en-US" altLang="en-US" b="1" dirty="0">
                <a:latin typeface="Cambria" panose="02040503050406030204" pitchFamily="18" charset="0"/>
              </a:rPr>
              <a:t>between the heart and the rest of the body</a:t>
            </a:r>
          </a:p>
        </p:txBody>
      </p:sp>
      <p:sp>
        <p:nvSpPr>
          <p:cNvPr id="26628" name="Line 6">
            <a:extLst>
              <a:ext uri="{FF2B5EF4-FFF2-40B4-BE49-F238E27FC236}">
                <a16:creationId xmlns:a16="http://schemas.microsoft.com/office/drawing/2014/main" id="{C37D78D6-F728-41CA-B879-35DD567188A6}"/>
              </a:ext>
            </a:extLst>
          </p:cNvPr>
          <p:cNvSpPr>
            <a:spLocks noChangeShapeType="1"/>
          </p:cNvSpPr>
          <p:nvPr/>
        </p:nvSpPr>
        <p:spPr bwMode="auto">
          <a:xfrm>
            <a:off x="304800" y="1312863"/>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23_02aPulmonaryCircuit-U">
            <a:extLst>
              <a:ext uri="{FF2B5EF4-FFF2-40B4-BE49-F238E27FC236}">
                <a16:creationId xmlns:a16="http://schemas.microsoft.com/office/drawing/2014/main" id="{17BC0070-1AB2-4BD5-978D-8AC0FC2DA4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9138" y="341313"/>
            <a:ext cx="5956300"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Text Box 4">
            <a:extLst>
              <a:ext uri="{FF2B5EF4-FFF2-40B4-BE49-F238E27FC236}">
                <a16:creationId xmlns:a16="http://schemas.microsoft.com/office/drawing/2014/main" id="{3252F0C5-45AE-46B8-AA87-BFD76C9EB25F}"/>
              </a:ext>
            </a:extLst>
          </p:cNvPr>
          <p:cNvSpPr txBox="1">
            <a:spLocks noChangeArrowheads="1"/>
          </p:cNvSpPr>
          <p:nvPr/>
        </p:nvSpPr>
        <p:spPr bwMode="auto">
          <a:xfrm>
            <a:off x="496888" y="130175"/>
            <a:ext cx="2554287" cy="131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3600" b="1">
                <a:solidFill>
                  <a:srgbClr val="FF0000"/>
                </a:solidFill>
                <a:latin typeface="Cambria" panose="02040503050406030204" pitchFamily="18" charset="0"/>
                <a:sym typeface="Symbol" panose="05050102010706020507" pitchFamily="18" charset="2"/>
              </a:rPr>
              <a:t>Pulmonary </a:t>
            </a:r>
          </a:p>
          <a:p>
            <a:pPr>
              <a:spcBef>
                <a:spcPct val="0"/>
              </a:spcBef>
              <a:spcAft>
                <a:spcPct val="0"/>
              </a:spcAft>
              <a:buClrTx/>
              <a:buFontTx/>
              <a:buNone/>
            </a:pPr>
            <a:r>
              <a:rPr lang="en-US" altLang="en-US" sz="3600" b="1">
                <a:solidFill>
                  <a:srgbClr val="FF0000"/>
                </a:solidFill>
                <a:latin typeface="Cambria" panose="02040503050406030204" pitchFamily="18" charset="0"/>
                <a:sym typeface="Symbol" panose="05050102010706020507" pitchFamily="18" charset="2"/>
              </a:rPr>
              <a:t>Circuit</a:t>
            </a:r>
            <a:endParaRPr lang="en-US" altLang="en-US" sz="3600" b="1">
              <a:solidFill>
                <a:srgbClr val="FF0000"/>
              </a:solidFill>
              <a:latin typeface="Cambria" panose="02040503050406030204" pitchFamily="18" charset="0"/>
            </a:endParaRPr>
          </a:p>
        </p:txBody>
      </p:sp>
      <p:sp>
        <p:nvSpPr>
          <p:cNvPr id="28676" name="Text Box 5">
            <a:extLst>
              <a:ext uri="{FF2B5EF4-FFF2-40B4-BE49-F238E27FC236}">
                <a16:creationId xmlns:a16="http://schemas.microsoft.com/office/drawing/2014/main" id="{FD94C43C-9C59-4F58-A1D1-772A8CB5391E}"/>
              </a:ext>
            </a:extLst>
          </p:cNvPr>
          <p:cNvSpPr txBox="1">
            <a:spLocks noChangeArrowheads="1"/>
          </p:cNvSpPr>
          <p:nvPr/>
        </p:nvSpPr>
        <p:spPr bwMode="auto">
          <a:xfrm>
            <a:off x="6386513" y="5276850"/>
            <a:ext cx="1660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15000">
                <a:latin typeface="Cambria" panose="02040503050406030204" pitchFamily="18" charset="0"/>
              </a:rPr>
              <a:t>2</a:t>
            </a:r>
            <a:r>
              <a:rPr lang="en-US" altLang="en-US" sz="1800" b="1">
                <a:latin typeface="Cambria" panose="02040503050406030204" pitchFamily="18" charset="0"/>
                <a:sym typeface="Symbol" panose="05050102010706020507" pitchFamily="18" charset="2"/>
              </a:rPr>
              <a:t>-poor blood</a:t>
            </a:r>
          </a:p>
        </p:txBody>
      </p:sp>
      <p:sp>
        <p:nvSpPr>
          <p:cNvPr id="28677" name="Text Box 6">
            <a:extLst>
              <a:ext uri="{FF2B5EF4-FFF2-40B4-BE49-F238E27FC236}">
                <a16:creationId xmlns:a16="http://schemas.microsoft.com/office/drawing/2014/main" id="{E268335B-9979-4BAE-8357-9E05492B4B70}"/>
              </a:ext>
            </a:extLst>
          </p:cNvPr>
          <p:cNvSpPr txBox="1">
            <a:spLocks noChangeArrowheads="1"/>
          </p:cNvSpPr>
          <p:nvPr/>
        </p:nvSpPr>
        <p:spPr bwMode="auto">
          <a:xfrm>
            <a:off x="6538913" y="2413000"/>
            <a:ext cx="619125"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Lung</a:t>
            </a:r>
            <a:endParaRPr lang="en-US" altLang="en-US" sz="1800" b="1">
              <a:latin typeface="Cambria" panose="02040503050406030204" pitchFamily="18" charset="0"/>
            </a:endParaRPr>
          </a:p>
        </p:txBody>
      </p:sp>
      <p:sp>
        <p:nvSpPr>
          <p:cNvPr id="28678" name="Text Box 7">
            <a:extLst>
              <a:ext uri="{FF2B5EF4-FFF2-40B4-BE49-F238E27FC236}">
                <a16:creationId xmlns:a16="http://schemas.microsoft.com/office/drawing/2014/main" id="{2E2257DA-5579-42CD-852B-BDA78F0D6854}"/>
              </a:ext>
            </a:extLst>
          </p:cNvPr>
          <p:cNvSpPr txBox="1">
            <a:spLocks noChangeArrowheads="1"/>
          </p:cNvSpPr>
          <p:nvPr/>
        </p:nvSpPr>
        <p:spPr bwMode="auto">
          <a:xfrm>
            <a:off x="2043113" y="2362200"/>
            <a:ext cx="619125"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Lung</a:t>
            </a:r>
            <a:endParaRPr lang="en-US" altLang="en-US" sz="1800" b="1">
              <a:latin typeface="Cambria" panose="02040503050406030204" pitchFamily="18" charset="0"/>
            </a:endParaRPr>
          </a:p>
        </p:txBody>
      </p:sp>
      <p:sp>
        <p:nvSpPr>
          <p:cNvPr id="28679" name="Text Box 8">
            <a:extLst>
              <a:ext uri="{FF2B5EF4-FFF2-40B4-BE49-F238E27FC236}">
                <a16:creationId xmlns:a16="http://schemas.microsoft.com/office/drawing/2014/main" id="{E667B79D-0958-4821-A525-5C88B5D17CB3}"/>
              </a:ext>
            </a:extLst>
          </p:cNvPr>
          <p:cNvSpPr txBox="1">
            <a:spLocks noChangeArrowheads="1"/>
          </p:cNvSpPr>
          <p:nvPr/>
        </p:nvSpPr>
        <p:spPr bwMode="auto">
          <a:xfrm>
            <a:off x="5827713" y="4292600"/>
            <a:ext cx="619125"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Heart</a:t>
            </a:r>
            <a:endParaRPr lang="en-US" altLang="en-US" sz="1800" b="1">
              <a:latin typeface="Cambria" panose="02040503050406030204" pitchFamily="18" charset="0"/>
            </a:endParaRPr>
          </a:p>
        </p:txBody>
      </p:sp>
      <p:sp>
        <p:nvSpPr>
          <p:cNvPr id="28680" name="Text Box 9">
            <a:extLst>
              <a:ext uri="{FF2B5EF4-FFF2-40B4-BE49-F238E27FC236}">
                <a16:creationId xmlns:a16="http://schemas.microsoft.com/office/drawing/2014/main" id="{06E2B9B2-4EEC-4402-BE12-33B8F0F6EBD8}"/>
              </a:ext>
            </a:extLst>
          </p:cNvPr>
          <p:cNvSpPr txBox="1">
            <a:spLocks noChangeArrowheads="1"/>
          </p:cNvSpPr>
          <p:nvPr/>
        </p:nvSpPr>
        <p:spPr bwMode="auto">
          <a:xfrm>
            <a:off x="3051175" y="1741488"/>
            <a:ext cx="5175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CO</a:t>
            </a:r>
            <a:r>
              <a:rPr lang="en-US" altLang="en-US" sz="1800" b="1" baseline="-15000">
                <a:latin typeface="Cambria" panose="02040503050406030204" pitchFamily="18" charset="0"/>
              </a:rPr>
              <a:t>2</a:t>
            </a:r>
          </a:p>
        </p:txBody>
      </p:sp>
      <p:sp>
        <p:nvSpPr>
          <p:cNvPr id="28681" name="Text Box 10">
            <a:extLst>
              <a:ext uri="{FF2B5EF4-FFF2-40B4-BE49-F238E27FC236}">
                <a16:creationId xmlns:a16="http://schemas.microsoft.com/office/drawing/2014/main" id="{57136E7B-4A20-4725-8C56-66A9E390CC6F}"/>
              </a:ext>
            </a:extLst>
          </p:cNvPr>
          <p:cNvSpPr txBox="1">
            <a:spLocks noChangeArrowheads="1"/>
          </p:cNvSpPr>
          <p:nvPr/>
        </p:nvSpPr>
        <p:spPr bwMode="auto">
          <a:xfrm>
            <a:off x="5565775" y="1754188"/>
            <a:ext cx="5175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CO</a:t>
            </a:r>
            <a:r>
              <a:rPr lang="en-US" altLang="en-US" sz="1800" b="1" baseline="-15000">
                <a:latin typeface="Cambria" panose="02040503050406030204" pitchFamily="18" charset="0"/>
              </a:rPr>
              <a:t>2</a:t>
            </a:r>
          </a:p>
        </p:txBody>
      </p:sp>
      <p:sp>
        <p:nvSpPr>
          <p:cNvPr id="28682" name="Text Box 11">
            <a:extLst>
              <a:ext uri="{FF2B5EF4-FFF2-40B4-BE49-F238E27FC236}">
                <a16:creationId xmlns:a16="http://schemas.microsoft.com/office/drawing/2014/main" id="{58E4F5CD-84BA-42C4-96E1-57CE767B96E8}"/>
              </a:ext>
            </a:extLst>
          </p:cNvPr>
          <p:cNvSpPr txBox="1">
            <a:spLocks noChangeArrowheads="1"/>
          </p:cNvSpPr>
          <p:nvPr/>
        </p:nvSpPr>
        <p:spPr bwMode="auto">
          <a:xfrm>
            <a:off x="2652713" y="3551238"/>
            <a:ext cx="3778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15000">
                <a:latin typeface="Cambria" panose="02040503050406030204" pitchFamily="18" charset="0"/>
              </a:rPr>
              <a:t>2</a:t>
            </a:r>
          </a:p>
        </p:txBody>
      </p:sp>
      <p:sp>
        <p:nvSpPr>
          <p:cNvPr id="28683" name="Text Box 12">
            <a:extLst>
              <a:ext uri="{FF2B5EF4-FFF2-40B4-BE49-F238E27FC236}">
                <a16:creationId xmlns:a16="http://schemas.microsoft.com/office/drawing/2014/main" id="{7114FA0B-318C-4C37-9FF7-8530612AE3E1}"/>
              </a:ext>
            </a:extLst>
          </p:cNvPr>
          <p:cNvSpPr txBox="1">
            <a:spLocks noChangeArrowheads="1"/>
          </p:cNvSpPr>
          <p:nvPr/>
        </p:nvSpPr>
        <p:spPr bwMode="auto">
          <a:xfrm>
            <a:off x="6284913" y="3589338"/>
            <a:ext cx="3778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15000">
                <a:latin typeface="Cambria" panose="02040503050406030204" pitchFamily="18" charset="0"/>
              </a:rPr>
              <a:t>2</a:t>
            </a:r>
          </a:p>
        </p:txBody>
      </p:sp>
      <p:sp>
        <p:nvSpPr>
          <p:cNvPr id="28684" name="Text Box 13">
            <a:extLst>
              <a:ext uri="{FF2B5EF4-FFF2-40B4-BE49-F238E27FC236}">
                <a16:creationId xmlns:a16="http://schemas.microsoft.com/office/drawing/2014/main" id="{E950A891-1F38-4782-95F2-8A7E04EE794F}"/>
              </a:ext>
            </a:extLst>
          </p:cNvPr>
          <p:cNvSpPr txBox="1">
            <a:spLocks noChangeArrowheads="1"/>
          </p:cNvSpPr>
          <p:nvPr/>
        </p:nvSpPr>
        <p:spPr bwMode="auto">
          <a:xfrm>
            <a:off x="6386513" y="4921250"/>
            <a:ext cx="1660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15000">
                <a:latin typeface="Cambria" panose="02040503050406030204" pitchFamily="18" charset="0"/>
              </a:rPr>
              <a:t>2</a:t>
            </a:r>
            <a:r>
              <a:rPr lang="en-US" altLang="en-US" sz="1800" b="1">
                <a:latin typeface="Cambria" panose="02040503050406030204" pitchFamily="18" charset="0"/>
                <a:sym typeface="Symbol" panose="05050102010706020507" pitchFamily="18" charset="2"/>
              </a:rPr>
              <a:t>-rich blood</a:t>
            </a:r>
          </a:p>
        </p:txBody>
      </p:sp>
      <p:sp>
        <p:nvSpPr>
          <p:cNvPr id="28685" name="Line 14">
            <a:extLst>
              <a:ext uri="{FF2B5EF4-FFF2-40B4-BE49-F238E27FC236}">
                <a16:creationId xmlns:a16="http://schemas.microsoft.com/office/drawing/2014/main" id="{1F60BFF5-85C9-4A27-8B70-4CB5A7D660A2}"/>
              </a:ext>
            </a:extLst>
          </p:cNvPr>
          <p:cNvSpPr>
            <a:spLocks noChangeShapeType="1"/>
          </p:cNvSpPr>
          <p:nvPr/>
        </p:nvSpPr>
        <p:spPr bwMode="auto">
          <a:xfrm>
            <a:off x="2262188" y="2616200"/>
            <a:ext cx="317500" cy="228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86" name="Line 15">
            <a:extLst>
              <a:ext uri="{FF2B5EF4-FFF2-40B4-BE49-F238E27FC236}">
                <a16:creationId xmlns:a16="http://schemas.microsoft.com/office/drawing/2014/main" id="{5E4E610B-F87F-4B77-8BC9-1F013EF3D719}"/>
              </a:ext>
            </a:extLst>
          </p:cNvPr>
          <p:cNvSpPr>
            <a:spLocks noChangeShapeType="1"/>
          </p:cNvSpPr>
          <p:nvPr/>
        </p:nvSpPr>
        <p:spPr bwMode="auto">
          <a:xfrm flipH="1">
            <a:off x="6478588" y="2667000"/>
            <a:ext cx="241300" cy="190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87" name="Line 16">
            <a:extLst>
              <a:ext uri="{FF2B5EF4-FFF2-40B4-BE49-F238E27FC236}">
                <a16:creationId xmlns:a16="http://schemas.microsoft.com/office/drawing/2014/main" id="{03E43EDD-C463-4014-AC6A-9EAB674FD53F}"/>
              </a:ext>
            </a:extLst>
          </p:cNvPr>
          <p:cNvSpPr>
            <a:spLocks noChangeShapeType="1"/>
          </p:cNvSpPr>
          <p:nvPr/>
        </p:nvSpPr>
        <p:spPr bwMode="auto">
          <a:xfrm flipH="1" flipV="1">
            <a:off x="5157788" y="4368800"/>
            <a:ext cx="622300" cy="63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23_02bSystemicCircuit-U">
            <a:extLst>
              <a:ext uri="{FF2B5EF4-FFF2-40B4-BE49-F238E27FC236}">
                <a16:creationId xmlns:a16="http://schemas.microsoft.com/office/drawing/2014/main" id="{CE603C1C-E75C-4036-8537-C51450458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2863" y="284163"/>
            <a:ext cx="5773737"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ext Box 4">
            <a:extLst>
              <a:ext uri="{FF2B5EF4-FFF2-40B4-BE49-F238E27FC236}">
                <a16:creationId xmlns:a16="http://schemas.microsoft.com/office/drawing/2014/main" id="{B92E008D-D315-4E8D-8AD5-4FEC96029859}"/>
              </a:ext>
            </a:extLst>
          </p:cNvPr>
          <p:cNvSpPr txBox="1">
            <a:spLocks noChangeArrowheads="1"/>
          </p:cNvSpPr>
          <p:nvPr/>
        </p:nvSpPr>
        <p:spPr bwMode="auto">
          <a:xfrm>
            <a:off x="549275" y="284163"/>
            <a:ext cx="2754313" cy="125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3600" b="1">
                <a:solidFill>
                  <a:srgbClr val="FF0000"/>
                </a:solidFill>
                <a:latin typeface="Cambria" panose="02040503050406030204" pitchFamily="18" charset="0"/>
                <a:sym typeface="Symbol" panose="05050102010706020507" pitchFamily="18" charset="2"/>
              </a:rPr>
              <a:t>Systemic </a:t>
            </a:r>
          </a:p>
          <a:p>
            <a:pPr>
              <a:spcBef>
                <a:spcPct val="0"/>
              </a:spcBef>
              <a:spcAft>
                <a:spcPct val="0"/>
              </a:spcAft>
              <a:buClrTx/>
              <a:buFontTx/>
              <a:buNone/>
            </a:pPr>
            <a:r>
              <a:rPr lang="en-US" altLang="en-US" sz="3600" b="1">
                <a:solidFill>
                  <a:srgbClr val="FF0000"/>
                </a:solidFill>
                <a:latin typeface="Cambria" panose="02040503050406030204" pitchFamily="18" charset="0"/>
                <a:sym typeface="Symbol" panose="05050102010706020507" pitchFamily="18" charset="2"/>
              </a:rPr>
              <a:t>Circuit</a:t>
            </a:r>
            <a:endParaRPr lang="en-US" altLang="en-US" sz="3600" b="1">
              <a:solidFill>
                <a:srgbClr val="FF0000"/>
              </a:solidFill>
              <a:latin typeface="Cambria" panose="02040503050406030204" pitchFamily="18" charset="0"/>
            </a:endParaRPr>
          </a:p>
        </p:txBody>
      </p:sp>
      <p:sp>
        <p:nvSpPr>
          <p:cNvPr id="30724" name="Text Box 5">
            <a:extLst>
              <a:ext uri="{FF2B5EF4-FFF2-40B4-BE49-F238E27FC236}">
                <a16:creationId xmlns:a16="http://schemas.microsoft.com/office/drawing/2014/main" id="{3E184B6E-BD6B-4136-9A46-88019039C174}"/>
              </a:ext>
            </a:extLst>
          </p:cNvPr>
          <p:cNvSpPr txBox="1">
            <a:spLocks noChangeArrowheads="1"/>
          </p:cNvSpPr>
          <p:nvPr/>
        </p:nvSpPr>
        <p:spPr bwMode="auto">
          <a:xfrm>
            <a:off x="6746875" y="4872038"/>
            <a:ext cx="1974850"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15000">
                <a:latin typeface="Cambria" panose="02040503050406030204" pitchFamily="18" charset="0"/>
              </a:rPr>
              <a:t>2</a:t>
            </a:r>
            <a:r>
              <a:rPr lang="en-US" altLang="en-US" sz="1800" b="1">
                <a:latin typeface="Cambria" panose="02040503050406030204" pitchFamily="18" charset="0"/>
                <a:sym typeface="Symbol" panose="05050102010706020507" pitchFamily="18" charset="2"/>
              </a:rPr>
              <a:t>-rich blood</a:t>
            </a:r>
          </a:p>
        </p:txBody>
      </p:sp>
      <p:sp>
        <p:nvSpPr>
          <p:cNvPr id="30725" name="Text Box 6">
            <a:extLst>
              <a:ext uri="{FF2B5EF4-FFF2-40B4-BE49-F238E27FC236}">
                <a16:creationId xmlns:a16="http://schemas.microsoft.com/office/drawing/2014/main" id="{62D5BF12-ED56-44CF-A9D2-83B567574B92}"/>
              </a:ext>
            </a:extLst>
          </p:cNvPr>
          <p:cNvSpPr txBox="1">
            <a:spLocks noChangeArrowheads="1"/>
          </p:cNvSpPr>
          <p:nvPr/>
        </p:nvSpPr>
        <p:spPr bwMode="auto">
          <a:xfrm>
            <a:off x="6746875" y="5230813"/>
            <a:ext cx="163512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15000">
                <a:latin typeface="Cambria" panose="02040503050406030204" pitchFamily="18" charset="0"/>
              </a:rPr>
              <a:t>2</a:t>
            </a:r>
            <a:r>
              <a:rPr lang="en-US" altLang="en-US" sz="1800" b="1">
                <a:latin typeface="Cambria" panose="02040503050406030204" pitchFamily="18" charset="0"/>
                <a:sym typeface="Symbol" panose="05050102010706020507" pitchFamily="18" charset="2"/>
              </a:rPr>
              <a:t>-poor blood</a:t>
            </a:r>
          </a:p>
        </p:txBody>
      </p:sp>
      <p:sp>
        <p:nvSpPr>
          <p:cNvPr id="30726" name="Text Box 7">
            <a:extLst>
              <a:ext uri="{FF2B5EF4-FFF2-40B4-BE49-F238E27FC236}">
                <a16:creationId xmlns:a16="http://schemas.microsoft.com/office/drawing/2014/main" id="{BE87B983-665A-46C7-A3CB-F14B25299B32}"/>
              </a:ext>
            </a:extLst>
          </p:cNvPr>
          <p:cNvSpPr txBox="1">
            <a:spLocks noChangeArrowheads="1"/>
          </p:cNvSpPr>
          <p:nvPr/>
        </p:nvSpPr>
        <p:spPr bwMode="auto">
          <a:xfrm>
            <a:off x="3643313" y="5524500"/>
            <a:ext cx="601662"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CO</a:t>
            </a:r>
            <a:r>
              <a:rPr lang="en-US" altLang="en-US" sz="1800" b="1" baseline="-15000">
                <a:latin typeface="Cambria" panose="02040503050406030204" pitchFamily="18" charset="0"/>
              </a:rPr>
              <a:t>2</a:t>
            </a:r>
          </a:p>
        </p:txBody>
      </p:sp>
      <p:sp>
        <p:nvSpPr>
          <p:cNvPr id="30727" name="Text Box 8">
            <a:extLst>
              <a:ext uri="{FF2B5EF4-FFF2-40B4-BE49-F238E27FC236}">
                <a16:creationId xmlns:a16="http://schemas.microsoft.com/office/drawing/2014/main" id="{117DE8A2-D052-43D7-A5EE-96F016DBBCEF}"/>
              </a:ext>
            </a:extLst>
          </p:cNvPr>
          <p:cNvSpPr txBox="1">
            <a:spLocks noChangeArrowheads="1"/>
          </p:cNvSpPr>
          <p:nvPr/>
        </p:nvSpPr>
        <p:spPr bwMode="auto">
          <a:xfrm>
            <a:off x="5759450" y="4829175"/>
            <a:ext cx="439738"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15000">
                <a:latin typeface="Cambria" panose="02040503050406030204" pitchFamily="18" charset="0"/>
              </a:rPr>
              <a:t>2</a:t>
            </a:r>
          </a:p>
        </p:txBody>
      </p:sp>
      <p:sp>
        <p:nvSpPr>
          <p:cNvPr id="30728" name="Text Box 9">
            <a:extLst>
              <a:ext uri="{FF2B5EF4-FFF2-40B4-BE49-F238E27FC236}">
                <a16:creationId xmlns:a16="http://schemas.microsoft.com/office/drawing/2014/main" id="{4963EEE6-6CCC-45AE-97B6-84F6FAC1ADD5}"/>
              </a:ext>
            </a:extLst>
          </p:cNvPr>
          <p:cNvSpPr txBox="1">
            <a:spLocks noChangeArrowheads="1"/>
          </p:cNvSpPr>
          <p:nvPr/>
        </p:nvSpPr>
        <p:spPr bwMode="auto">
          <a:xfrm>
            <a:off x="4024313" y="342900"/>
            <a:ext cx="601662"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CO</a:t>
            </a:r>
            <a:r>
              <a:rPr lang="en-US" altLang="en-US" sz="1800" b="1" baseline="-15000">
                <a:latin typeface="Cambria" panose="02040503050406030204" pitchFamily="18" charset="0"/>
              </a:rPr>
              <a:t>2</a:t>
            </a:r>
          </a:p>
        </p:txBody>
      </p:sp>
      <p:sp>
        <p:nvSpPr>
          <p:cNvPr id="30729" name="Text Box 10">
            <a:extLst>
              <a:ext uri="{FF2B5EF4-FFF2-40B4-BE49-F238E27FC236}">
                <a16:creationId xmlns:a16="http://schemas.microsoft.com/office/drawing/2014/main" id="{06B3C014-4E23-4262-83C8-991B9180B20A}"/>
              </a:ext>
            </a:extLst>
          </p:cNvPr>
          <p:cNvSpPr txBox="1">
            <a:spLocks noChangeArrowheads="1"/>
          </p:cNvSpPr>
          <p:nvPr/>
        </p:nvSpPr>
        <p:spPr bwMode="auto">
          <a:xfrm>
            <a:off x="5403850" y="600075"/>
            <a:ext cx="439738"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15000">
                <a:latin typeface="Cambria" panose="02040503050406030204" pitchFamily="18" charset="0"/>
              </a:rPr>
              <a:t>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23_02_DoubleCirculation-U">
            <a:extLst>
              <a:ext uri="{FF2B5EF4-FFF2-40B4-BE49-F238E27FC236}">
                <a16:creationId xmlns:a16="http://schemas.microsoft.com/office/drawing/2014/main" id="{F220EDA6-11F7-4545-AFC4-F533FC49C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63" y="692150"/>
            <a:ext cx="8548687" cy="584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 Box 4">
            <a:extLst>
              <a:ext uri="{FF2B5EF4-FFF2-40B4-BE49-F238E27FC236}">
                <a16:creationId xmlns:a16="http://schemas.microsoft.com/office/drawing/2014/main" id="{0D418209-2188-4888-AE53-C540DEBB62A9}"/>
              </a:ext>
            </a:extLst>
          </p:cNvPr>
          <p:cNvSpPr txBox="1">
            <a:spLocks noChangeArrowheads="1"/>
          </p:cNvSpPr>
          <p:nvPr/>
        </p:nvSpPr>
        <p:spPr bwMode="auto">
          <a:xfrm>
            <a:off x="1114425" y="6002338"/>
            <a:ext cx="26257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2400" b="1">
                <a:solidFill>
                  <a:srgbClr val="FF0000"/>
                </a:solidFill>
                <a:latin typeface="Cambria" panose="02040503050406030204" pitchFamily="18" charset="0"/>
                <a:sym typeface="Symbol" panose="05050102010706020507" pitchFamily="18" charset="2"/>
              </a:rPr>
              <a:t>Pulmonary circuit</a:t>
            </a:r>
            <a:endParaRPr lang="en-US" altLang="en-US" sz="2400" b="1">
              <a:solidFill>
                <a:srgbClr val="FF0000"/>
              </a:solidFill>
              <a:latin typeface="Cambria" panose="02040503050406030204" pitchFamily="18" charset="0"/>
            </a:endParaRPr>
          </a:p>
        </p:txBody>
      </p:sp>
      <p:sp>
        <p:nvSpPr>
          <p:cNvPr id="32772" name="Text Box 5">
            <a:extLst>
              <a:ext uri="{FF2B5EF4-FFF2-40B4-BE49-F238E27FC236}">
                <a16:creationId xmlns:a16="http://schemas.microsoft.com/office/drawing/2014/main" id="{B1092EBF-329A-4131-B474-5DE521758940}"/>
              </a:ext>
            </a:extLst>
          </p:cNvPr>
          <p:cNvSpPr txBox="1">
            <a:spLocks noChangeArrowheads="1"/>
          </p:cNvSpPr>
          <p:nvPr/>
        </p:nvSpPr>
        <p:spPr bwMode="auto">
          <a:xfrm>
            <a:off x="5713413" y="6092825"/>
            <a:ext cx="24606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2400" b="1">
                <a:solidFill>
                  <a:srgbClr val="FF0000"/>
                </a:solidFill>
                <a:latin typeface="Cambria" panose="02040503050406030204" pitchFamily="18" charset="0"/>
                <a:sym typeface="Symbol" panose="05050102010706020507" pitchFamily="18" charset="2"/>
              </a:rPr>
              <a:t>Systemic circuit</a:t>
            </a:r>
            <a:endParaRPr lang="en-US" altLang="en-US" sz="2400" b="1">
              <a:solidFill>
                <a:srgbClr val="FF0000"/>
              </a:solidFill>
              <a:latin typeface="Cambria" panose="02040503050406030204" pitchFamily="18" charset="0"/>
            </a:endParaRPr>
          </a:p>
        </p:txBody>
      </p:sp>
      <p:sp>
        <p:nvSpPr>
          <p:cNvPr id="32773" name="Text Box 6">
            <a:extLst>
              <a:ext uri="{FF2B5EF4-FFF2-40B4-BE49-F238E27FC236}">
                <a16:creationId xmlns:a16="http://schemas.microsoft.com/office/drawing/2014/main" id="{BCFD14D9-E813-4A77-9F52-817EE17D7692}"/>
              </a:ext>
            </a:extLst>
          </p:cNvPr>
          <p:cNvSpPr txBox="1">
            <a:spLocks noChangeArrowheads="1"/>
          </p:cNvSpPr>
          <p:nvPr/>
        </p:nvSpPr>
        <p:spPr bwMode="auto">
          <a:xfrm>
            <a:off x="4171950" y="4721225"/>
            <a:ext cx="169862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O</a:t>
            </a:r>
            <a:r>
              <a:rPr lang="en-US" altLang="en-US" sz="1600" b="1" baseline="-15000">
                <a:latin typeface="Cambria" panose="02040503050406030204" pitchFamily="18" charset="0"/>
              </a:rPr>
              <a:t>2</a:t>
            </a:r>
            <a:r>
              <a:rPr lang="en-US" altLang="en-US" sz="1600" b="1">
                <a:latin typeface="Cambria" panose="02040503050406030204" pitchFamily="18" charset="0"/>
                <a:sym typeface="Symbol" panose="05050102010706020507" pitchFamily="18" charset="2"/>
              </a:rPr>
              <a:t>-rich blood</a:t>
            </a:r>
          </a:p>
        </p:txBody>
      </p:sp>
      <p:sp>
        <p:nvSpPr>
          <p:cNvPr id="32774" name="Text Box 7">
            <a:extLst>
              <a:ext uri="{FF2B5EF4-FFF2-40B4-BE49-F238E27FC236}">
                <a16:creationId xmlns:a16="http://schemas.microsoft.com/office/drawing/2014/main" id="{84485E94-AB57-483A-8218-894D3A57F692}"/>
              </a:ext>
            </a:extLst>
          </p:cNvPr>
          <p:cNvSpPr txBox="1">
            <a:spLocks noChangeArrowheads="1"/>
          </p:cNvSpPr>
          <p:nvPr/>
        </p:nvSpPr>
        <p:spPr bwMode="auto">
          <a:xfrm>
            <a:off x="4171950" y="5041900"/>
            <a:ext cx="14065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O</a:t>
            </a:r>
            <a:r>
              <a:rPr lang="en-US" altLang="en-US" sz="1600" b="1" baseline="-15000">
                <a:latin typeface="Cambria" panose="02040503050406030204" pitchFamily="18" charset="0"/>
              </a:rPr>
              <a:t>2</a:t>
            </a:r>
            <a:r>
              <a:rPr lang="en-US" altLang="en-US" sz="1600" b="1">
                <a:latin typeface="Cambria" panose="02040503050406030204" pitchFamily="18" charset="0"/>
                <a:sym typeface="Symbol" panose="05050102010706020507" pitchFamily="18" charset="2"/>
              </a:rPr>
              <a:t>-poor blood</a:t>
            </a:r>
          </a:p>
        </p:txBody>
      </p:sp>
      <p:sp>
        <p:nvSpPr>
          <p:cNvPr id="32775" name="Text Box 8">
            <a:extLst>
              <a:ext uri="{FF2B5EF4-FFF2-40B4-BE49-F238E27FC236}">
                <a16:creationId xmlns:a16="http://schemas.microsoft.com/office/drawing/2014/main" id="{2B1EB811-EBA1-4CB5-8BA5-A5AB69B8F068}"/>
              </a:ext>
            </a:extLst>
          </p:cNvPr>
          <p:cNvSpPr txBox="1">
            <a:spLocks noChangeArrowheads="1"/>
          </p:cNvSpPr>
          <p:nvPr/>
        </p:nvSpPr>
        <p:spPr bwMode="auto">
          <a:xfrm>
            <a:off x="4340225" y="2409825"/>
            <a:ext cx="619125"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Lung</a:t>
            </a:r>
            <a:endParaRPr lang="en-US" altLang="en-US" sz="1600" b="1">
              <a:latin typeface="Cambria" panose="02040503050406030204" pitchFamily="18" charset="0"/>
            </a:endParaRPr>
          </a:p>
        </p:txBody>
      </p:sp>
      <p:sp>
        <p:nvSpPr>
          <p:cNvPr id="32776" name="Text Box 9">
            <a:extLst>
              <a:ext uri="{FF2B5EF4-FFF2-40B4-BE49-F238E27FC236}">
                <a16:creationId xmlns:a16="http://schemas.microsoft.com/office/drawing/2014/main" id="{D6B0287B-303F-4F48-9E36-B5148C02318D}"/>
              </a:ext>
            </a:extLst>
          </p:cNvPr>
          <p:cNvSpPr txBox="1">
            <a:spLocks noChangeArrowheads="1"/>
          </p:cNvSpPr>
          <p:nvPr/>
        </p:nvSpPr>
        <p:spPr bwMode="auto">
          <a:xfrm>
            <a:off x="365125" y="2359025"/>
            <a:ext cx="619125"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Lung</a:t>
            </a:r>
            <a:endParaRPr lang="en-US" altLang="en-US" sz="1600" b="1">
              <a:latin typeface="Cambria" panose="02040503050406030204" pitchFamily="18" charset="0"/>
            </a:endParaRPr>
          </a:p>
        </p:txBody>
      </p:sp>
      <p:sp>
        <p:nvSpPr>
          <p:cNvPr id="32777" name="Text Box 10">
            <a:extLst>
              <a:ext uri="{FF2B5EF4-FFF2-40B4-BE49-F238E27FC236}">
                <a16:creationId xmlns:a16="http://schemas.microsoft.com/office/drawing/2014/main" id="{C37C84AB-6B86-4FBF-93D1-F415A35C5626}"/>
              </a:ext>
            </a:extLst>
          </p:cNvPr>
          <p:cNvSpPr txBox="1">
            <a:spLocks noChangeArrowheads="1"/>
          </p:cNvSpPr>
          <p:nvPr/>
        </p:nvSpPr>
        <p:spPr bwMode="auto">
          <a:xfrm>
            <a:off x="3705225" y="4060825"/>
            <a:ext cx="619125"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Heart</a:t>
            </a:r>
            <a:endParaRPr lang="en-US" altLang="en-US" sz="1600" b="1">
              <a:latin typeface="Cambria" panose="02040503050406030204" pitchFamily="18" charset="0"/>
            </a:endParaRPr>
          </a:p>
        </p:txBody>
      </p:sp>
      <p:sp>
        <p:nvSpPr>
          <p:cNvPr id="32778" name="Text Box 11">
            <a:extLst>
              <a:ext uri="{FF2B5EF4-FFF2-40B4-BE49-F238E27FC236}">
                <a16:creationId xmlns:a16="http://schemas.microsoft.com/office/drawing/2014/main" id="{0FCD0471-F705-4E4E-A1E4-4984867EC4FD}"/>
              </a:ext>
            </a:extLst>
          </p:cNvPr>
          <p:cNvSpPr txBox="1">
            <a:spLocks noChangeArrowheads="1"/>
          </p:cNvSpPr>
          <p:nvPr/>
        </p:nvSpPr>
        <p:spPr bwMode="auto">
          <a:xfrm>
            <a:off x="6021388" y="5335588"/>
            <a:ext cx="5175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CO</a:t>
            </a:r>
            <a:r>
              <a:rPr lang="en-US" altLang="en-US" sz="1600" b="1" baseline="-15000">
                <a:latin typeface="Cambria" panose="02040503050406030204" pitchFamily="18" charset="0"/>
              </a:rPr>
              <a:t>2</a:t>
            </a:r>
          </a:p>
        </p:txBody>
      </p:sp>
      <p:sp>
        <p:nvSpPr>
          <p:cNvPr id="32779" name="Text Box 12">
            <a:extLst>
              <a:ext uri="{FF2B5EF4-FFF2-40B4-BE49-F238E27FC236}">
                <a16:creationId xmlns:a16="http://schemas.microsoft.com/office/drawing/2014/main" id="{145288AF-EBBF-495F-9DA8-4EC2020234A4}"/>
              </a:ext>
            </a:extLst>
          </p:cNvPr>
          <p:cNvSpPr txBox="1">
            <a:spLocks noChangeArrowheads="1"/>
          </p:cNvSpPr>
          <p:nvPr/>
        </p:nvSpPr>
        <p:spPr bwMode="auto">
          <a:xfrm>
            <a:off x="7883525" y="4741863"/>
            <a:ext cx="3778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O</a:t>
            </a:r>
            <a:r>
              <a:rPr lang="en-US" altLang="en-US" sz="1600" b="1" baseline="-15000">
                <a:latin typeface="Cambria" panose="02040503050406030204" pitchFamily="18" charset="0"/>
              </a:rPr>
              <a:t>2</a:t>
            </a:r>
          </a:p>
        </p:txBody>
      </p:sp>
      <p:sp>
        <p:nvSpPr>
          <p:cNvPr id="32780" name="Text Box 13">
            <a:extLst>
              <a:ext uri="{FF2B5EF4-FFF2-40B4-BE49-F238E27FC236}">
                <a16:creationId xmlns:a16="http://schemas.microsoft.com/office/drawing/2014/main" id="{AFCEB531-12B1-4379-96B3-053603CC82AA}"/>
              </a:ext>
            </a:extLst>
          </p:cNvPr>
          <p:cNvSpPr txBox="1">
            <a:spLocks noChangeArrowheads="1"/>
          </p:cNvSpPr>
          <p:nvPr/>
        </p:nvSpPr>
        <p:spPr bwMode="auto">
          <a:xfrm>
            <a:off x="6351588" y="776288"/>
            <a:ext cx="5175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CO</a:t>
            </a:r>
            <a:r>
              <a:rPr lang="en-US" altLang="en-US" sz="1600" b="1" baseline="-15000">
                <a:latin typeface="Cambria" panose="02040503050406030204" pitchFamily="18" charset="0"/>
              </a:rPr>
              <a:t>2</a:t>
            </a:r>
          </a:p>
        </p:txBody>
      </p:sp>
      <p:sp>
        <p:nvSpPr>
          <p:cNvPr id="32781" name="Text Box 14">
            <a:extLst>
              <a:ext uri="{FF2B5EF4-FFF2-40B4-BE49-F238E27FC236}">
                <a16:creationId xmlns:a16="http://schemas.microsoft.com/office/drawing/2014/main" id="{EE7A4930-2AE4-4552-A2E6-B16344E28EB2}"/>
              </a:ext>
            </a:extLst>
          </p:cNvPr>
          <p:cNvSpPr txBox="1">
            <a:spLocks noChangeArrowheads="1"/>
          </p:cNvSpPr>
          <p:nvPr/>
        </p:nvSpPr>
        <p:spPr bwMode="auto">
          <a:xfrm>
            <a:off x="1258888" y="1843088"/>
            <a:ext cx="5175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CO</a:t>
            </a:r>
            <a:r>
              <a:rPr lang="en-US" altLang="en-US" sz="1600" b="1" baseline="-15000">
                <a:latin typeface="Cambria" panose="02040503050406030204" pitchFamily="18" charset="0"/>
              </a:rPr>
              <a:t>2</a:t>
            </a:r>
          </a:p>
        </p:txBody>
      </p:sp>
      <p:sp>
        <p:nvSpPr>
          <p:cNvPr id="32782" name="Text Box 15">
            <a:extLst>
              <a:ext uri="{FF2B5EF4-FFF2-40B4-BE49-F238E27FC236}">
                <a16:creationId xmlns:a16="http://schemas.microsoft.com/office/drawing/2014/main" id="{22A54C6F-5A74-4DC8-A39E-D5574242341A}"/>
              </a:ext>
            </a:extLst>
          </p:cNvPr>
          <p:cNvSpPr txBox="1">
            <a:spLocks noChangeArrowheads="1"/>
          </p:cNvSpPr>
          <p:nvPr/>
        </p:nvSpPr>
        <p:spPr bwMode="auto">
          <a:xfrm>
            <a:off x="3481388" y="1843088"/>
            <a:ext cx="5175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CO</a:t>
            </a:r>
            <a:r>
              <a:rPr lang="en-US" altLang="en-US" sz="1600" b="1" baseline="-15000">
                <a:latin typeface="Cambria" panose="02040503050406030204" pitchFamily="18" charset="0"/>
              </a:rPr>
              <a:t>2</a:t>
            </a:r>
          </a:p>
        </p:txBody>
      </p:sp>
      <p:sp>
        <p:nvSpPr>
          <p:cNvPr id="32783" name="Text Box 16">
            <a:extLst>
              <a:ext uri="{FF2B5EF4-FFF2-40B4-BE49-F238E27FC236}">
                <a16:creationId xmlns:a16="http://schemas.microsoft.com/office/drawing/2014/main" id="{F5939FCF-FCAE-4D29-8AE0-40030E94941A}"/>
              </a:ext>
            </a:extLst>
          </p:cNvPr>
          <p:cNvSpPr txBox="1">
            <a:spLocks noChangeArrowheads="1"/>
          </p:cNvSpPr>
          <p:nvPr/>
        </p:nvSpPr>
        <p:spPr bwMode="auto">
          <a:xfrm>
            <a:off x="7578725" y="1008063"/>
            <a:ext cx="3778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O</a:t>
            </a:r>
            <a:r>
              <a:rPr lang="en-US" altLang="en-US" sz="1600" b="1" baseline="-15000">
                <a:latin typeface="Cambria" panose="02040503050406030204" pitchFamily="18" charset="0"/>
              </a:rPr>
              <a:t>2</a:t>
            </a:r>
          </a:p>
        </p:txBody>
      </p:sp>
      <p:sp>
        <p:nvSpPr>
          <p:cNvPr id="32784" name="Text Box 17">
            <a:extLst>
              <a:ext uri="{FF2B5EF4-FFF2-40B4-BE49-F238E27FC236}">
                <a16:creationId xmlns:a16="http://schemas.microsoft.com/office/drawing/2014/main" id="{6DBFD0F5-2774-4F16-81A7-3615963B41A3}"/>
              </a:ext>
            </a:extLst>
          </p:cNvPr>
          <p:cNvSpPr txBox="1">
            <a:spLocks noChangeArrowheads="1"/>
          </p:cNvSpPr>
          <p:nvPr/>
        </p:nvSpPr>
        <p:spPr bwMode="auto">
          <a:xfrm>
            <a:off x="911225" y="3408363"/>
            <a:ext cx="3778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O</a:t>
            </a:r>
            <a:r>
              <a:rPr lang="en-US" altLang="en-US" sz="1600" b="1" baseline="-15000">
                <a:latin typeface="Cambria" panose="02040503050406030204" pitchFamily="18" charset="0"/>
              </a:rPr>
              <a:t>2</a:t>
            </a:r>
          </a:p>
        </p:txBody>
      </p:sp>
      <p:sp>
        <p:nvSpPr>
          <p:cNvPr id="32785" name="Text Box 18">
            <a:extLst>
              <a:ext uri="{FF2B5EF4-FFF2-40B4-BE49-F238E27FC236}">
                <a16:creationId xmlns:a16="http://schemas.microsoft.com/office/drawing/2014/main" id="{FF052F32-3338-4932-91E6-2E6001724F95}"/>
              </a:ext>
            </a:extLst>
          </p:cNvPr>
          <p:cNvSpPr txBox="1">
            <a:spLocks noChangeArrowheads="1"/>
          </p:cNvSpPr>
          <p:nvPr/>
        </p:nvSpPr>
        <p:spPr bwMode="auto">
          <a:xfrm>
            <a:off x="4111625" y="3433763"/>
            <a:ext cx="3778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O</a:t>
            </a:r>
            <a:r>
              <a:rPr lang="en-US" altLang="en-US" sz="1600" b="1" baseline="-15000">
                <a:latin typeface="Cambria" panose="02040503050406030204" pitchFamily="18" charset="0"/>
              </a:rPr>
              <a:t>2</a:t>
            </a:r>
          </a:p>
        </p:txBody>
      </p:sp>
      <p:sp>
        <p:nvSpPr>
          <p:cNvPr id="32786" name="Line 19">
            <a:extLst>
              <a:ext uri="{FF2B5EF4-FFF2-40B4-BE49-F238E27FC236}">
                <a16:creationId xmlns:a16="http://schemas.microsoft.com/office/drawing/2014/main" id="{2E0F0134-553C-4EE7-8165-10C1A36A9CFA}"/>
              </a:ext>
            </a:extLst>
          </p:cNvPr>
          <p:cNvSpPr>
            <a:spLocks noChangeShapeType="1"/>
          </p:cNvSpPr>
          <p:nvPr/>
        </p:nvSpPr>
        <p:spPr bwMode="auto">
          <a:xfrm>
            <a:off x="558800" y="2587625"/>
            <a:ext cx="292100" cy="190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7" name="Line 20">
            <a:extLst>
              <a:ext uri="{FF2B5EF4-FFF2-40B4-BE49-F238E27FC236}">
                <a16:creationId xmlns:a16="http://schemas.microsoft.com/office/drawing/2014/main" id="{B6FACBDF-B54C-47DA-ABA6-821CD6057A02}"/>
              </a:ext>
            </a:extLst>
          </p:cNvPr>
          <p:cNvSpPr>
            <a:spLocks noChangeShapeType="1"/>
          </p:cNvSpPr>
          <p:nvPr/>
        </p:nvSpPr>
        <p:spPr bwMode="auto">
          <a:xfrm flipH="1">
            <a:off x="4292600" y="2625725"/>
            <a:ext cx="203200" cy="177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8" name="Line 21">
            <a:extLst>
              <a:ext uri="{FF2B5EF4-FFF2-40B4-BE49-F238E27FC236}">
                <a16:creationId xmlns:a16="http://schemas.microsoft.com/office/drawing/2014/main" id="{A1B58A4B-547B-4810-B5D8-4A6E71FD1C1A}"/>
              </a:ext>
            </a:extLst>
          </p:cNvPr>
          <p:cNvSpPr>
            <a:spLocks noChangeShapeType="1"/>
          </p:cNvSpPr>
          <p:nvPr/>
        </p:nvSpPr>
        <p:spPr bwMode="auto">
          <a:xfrm flipH="1" flipV="1">
            <a:off x="3124200" y="4124325"/>
            <a:ext cx="533400" cy="50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9" name="Rectangle 2">
            <a:extLst>
              <a:ext uri="{FF2B5EF4-FFF2-40B4-BE49-F238E27FC236}">
                <a16:creationId xmlns:a16="http://schemas.microsoft.com/office/drawing/2014/main" id="{B8C7DF86-0433-4C7E-AA0D-8A940F168453}"/>
              </a:ext>
            </a:extLst>
          </p:cNvPr>
          <p:cNvSpPr>
            <a:spLocks noChangeArrowheads="1"/>
          </p:cNvSpPr>
          <p:nvPr/>
        </p:nvSpPr>
        <p:spPr bwMode="auto">
          <a:xfrm>
            <a:off x="2427288" y="-39688"/>
            <a:ext cx="4605337" cy="708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r>
              <a:rPr lang="en-US" altLang="en-US" sz="4000" b="1">
                <a:solidFill>
                  <a:srgbClr val="FF0000"/>
                </a:solidFill>
                <a:latin typeface="Cambria" panose="02040503050406030204" pitchFamily="18" charset="0"/>
              </a:rPr>
              <a:t>Double Circulation</a:t>
            </a:r>
          </a:p>
        </p:txBody>
      </p:sp>
      <p:sp>
        <p:nvSpPr>
          <p:cNvPr id="22" name="文本框 1">
            <a:extLst>
              <a:ext uri="{FF2B5EF4-FFF2-40B4-BE49-F238E27FC236}">
                <a16:creationId xmlns:a16="http://schemas.microsoft.com/office/drawing/2014/main" id="{B2A69E44-D5AC-4148-804D-BE9AE3968F58}"/>
              </a:ext>
            </a:extLst>
          </p:cNvPr>
          <p:cNvSpPr txBox="1">
            <a:spLocks noChangeArrowheads="1"/>
          </p:cNvSpPr>
          <p:nvPr/>
        </p:nvSpPr>
        <p:spPr bwMode="auto">
          <a:xfrm>
            <a:off x="0" y="128925"/>
            <a:ext cx="2482850" cy="1015663"/>
          </a:xfrm>
          <a:prstGeom prst="rect">
            <a:avLst/>
          </a:prstGeom>
          <a:noFill/>
          <a:ln w="9525">
            <a:solidFill>
              <a:schemeClr val="tx2">
                <a:lumMod val="40000"/>
                <a:lumOff val="60000"/>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defRPr/>
            </a:pPr>
            <a:r>
              <a:rPr lang="en-US" altLang="zh-CN" sz="2000" b="1" dirty="0">
                <a:solidFill>
                  <a:srgbClr val="FF0000"/>
                </a:solidFill>
                <a:ea typeface="宋体" panose="02010600030101010101" pitchFamily="2" charset="-122"/>
              </a:rPr>
              <a:t>RIGHT </a:t>
            </a:r>
            <a:r>
              <a:rPr lang="en-US" altLang="zh-CN" sz="2000" dirty="0">
                <a:ea typeface="宋体" panose="02010600030101010101" pitchFamily="2" charset="-122"/>
              </a:rPr>
              <a:t>chamber </a:t>
            </a:r>
            <a:r>
              <a:rPr lang="en-US" altLang="zh-CN" sz="2000" dirty="0">
                <a:solidFill>
                  <a:srgbClr val="FF0000"/>
                </a:solidFill>
                <a:ea typeface="宋体" panose="02010600030101010101" pitchFamily="2" charset="-122"/>
              </a:rPr>
              <a:t>pumps </a:t>
            </a:r>
            <a:r>
              <a:rPr lang="en-US" altLang="zh-CN" sz="2000" dirty="0">
                <a:ea typeface="宋体" panose="02010600030101010101" pitchFamily="2" charset="-122"/>
              </a:rPr>
              <a:t>blood</a:t>
            </a:r>
            <a:r>
              <a:rPr lang="en-US" altLang="zh-CN" sz="2000" dirty="0">
                <a:solidFill>
                  <a:srgbClr val="FF0000"/>
                </a:solidFill>
                <a:ea typeface="宋体" panose="02010600030101010101" pitchFamily="2" charset="-122"/>
              </a:rPr>
              <a:t> </a:t>
            </a:r>
            <a:r>
              <a:rPr lang="en-US" altLang="zh-CN" sz="2000" b="1" dirty="0">
                <a:solidFill>
                  <a:srgbClr val="FF0000"/>
                </a:solidFill>
                <a:ea typeface="宋体" panose="02010600030101010101" pitchFamily="2" charset="-122"/>
              </a:rPr>
              <a:t>RIGHT</a:t>
            </a:r>
            <a:r>
              <a:rPr lang="en-US" altLang="zh-CN" sz="2000" dirty="0">
                <a:ea typeface="宋体" panose="02010600030101010101" pitchFamily="2" charset="-122"/>
              </a:rPr>
              <a:t> to the lungs</a:t>
            </a:r>
            <a:endParaRPr lang="zh-CN" altLang="en-US" sz="2000" dirty="0">
              <a:ea typeface="宋体" panose="02010600030101010101" pitchFamily="2" charset="-122"/>
            </a:endParaRPr>
          </a:p>
        </p:txBody>
      </p:sp>
      <p:sp>
        <p:nvSpPr>
          <p:cNvPr id="32791" name="文本框 16">
            <a:extLst>
              <a:ext uri="{FF2B5EF4-FFF2-40B4-BE49-F238E27FC236}">
                <a16:creationId xmlns:a16="http://schemas.microsoft.com/office/drawing/2014/main" id="{F6FF4C5F-371F-494C-94E9-4D3E05B91856}"/>
              </a:ext>
            </a:extLst>
          </p:cNvPr>
          <p:cNvSpPr txBox="1">
            <a:spLocks noChangeArrowheads="1"/>
          </p:cNvSpPr>
          <p:nvPr/>
        </p:nvSpPr>
        <p:spPr bwMode="auto">
          <a:xfrm>
            <a:off x="4111624" y="561975"/>
            <a:ext cx="1965325" cy="1362075"/>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zh-CN" sz="2000" b="1" dirty="0">
                <a:solidFill>
                  <a:srgbClr val="FF0000"/>
                </a:solidFill>
                <a:ea typeface="宋体" panose="02010600030101010101" pitchFamily="2" charset="-122"/>
              </a:rPr>
              <a:t>LEFT </a:t>
            </a:r>
            <a:r>
              <a:rPr lang="en-US" altLang="zh-CN" sz="2000" dirty="0">
                <a:ea typeface="宋体" panose="02010600030101010101" pitchFamily="2" charset="-122"/>
              </a:rPr>
              <a:t>chamber </a:t>
            </a:r>
            <a:r>
              <a:rPr lang="en-US" altLang="zh-CN" sz="2000" dirty="0">
                <a:solidFill>
                  <a:srgbClr val="FF0000"/>
                </a:solidFill>
                <a:ea typeface="宋体" panose="02010600030101010101" pitchFamily="2" charset="-122"/>
              </a:rPr>
              <a:t>receives </a:t>
            </a:r>
            <a:r>
              <a:rPr lang="en-US" altLang="zh-CN" sz="2000" dirty="0">
                <a:ea typeface="宋体" panose="02010600030101010101" pitchFamily="2" charset="-122"/>
              </a:rPr>
              <a:t>blood</a:t>
            </a:r>
            <a:r>
              <a:rPr lang="en-US" altLang="zh-CN" sz="2000" dirty="0">
                <a:solidFill>
                  <a:srgbClr val="FF0000"/>
                </a:solidFill>
                <a:ea typeface="宋体" panose="02010600030101010101" pitchFamily="2" charset="-122"/>
              </a:rPr>
              <a:t> </a:t>
            </a:r>
            <a:r>
              <a:rPr lang="en-US" altLang="zh-CN" sz="2000" b="1" dirty="0">
                <a:solidFill>
                  <a:srgbClr val="FF0000"/>
                </a:solidFill>
                <a:ea typeface="宋体" panose="02010600030101010101" pitchFamily="2" charset="-122"/>
              </a:rPr>
              <a:t>LEFT</a:t>
            </a:r>
            <a:r>
              <a:rPr lang="en-US" altLang="zh-CN" sz="2000" dirty="0">
                <a:ea typeface="宋体" panose="02010600030101010101" pitchFamily="2" charset="-122"/>
              </a:rPr>
              <a:t> from the lungs</a:t>
            </a:r>
            <a:endParaRPr lang="zh-CN" altLang="en-US" sz="2000" dirty="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7DC2803-207C-411F-BA9C-9E2DC14C5E18}"/>
              </a:ext>
            </a:extLst>
          </p:cNvPr>
          <p:cNvSpPr>
            <a:spLocks noGrp="1" noChangeArrowheads="1"/>
          </p:cNvSpPr>
          <p:nvPr>
            <p:ph type="body" idx="4294967295"/>
          </p:nvPr>
        </p:nvSpPr>
        <p:spPr>
          <a:xfrm>
            <a:off x="533400" y="1617663"/>
            <a:ext cx="8305800" cy="2343150"/>
          </a:xfrm>
        </p:spPr>
        <p:txBody>
          <a:bodyPr/>
          <a:lstStyle/>
          <a:p>
            <a:pPr marL="446088" lvl="1" eaLnBrk="1" hangingPunct="1"/>
            <a:r>
              <a:rPr lang="en-US" altLang="en-US" b="1" dirty="0">
                <a:latin typeface="Cambria" panose="02040503050406030204" pitchFamily="18" charset="0"/>
              </a:rPr>
              <a:t>One complete trip through the human cardiovascular system</a:t>
            </a:r>
          </a:p>
          <a:p>
            <a:pPr marL="1066800" lvl="2" indent="-355600" eaLnBrk="1" hangingPunct="1"/>
            <a:r>
              <a:rPr lang="en-US" altLang="en-US" b="1" dirty="0">
                <a:latin typeface="Cambria" panose="02040503050406030204" pitchFamily="18" charset="0"/>
              </a:rPr>
              <a:t>takes about one minute</a:t>
            </a:r>
          </a:p>
          <a:p>
            <a:pPr marL="1066800" lvl="2" indent="-355600" eaLnBrk="1" hangingPunct="1"/>
            <a:r>
              <a:rPr lang="en-US" altLang="en-US" b="1" dirty="0">
                <a:latin typeface="Cambria" panose="02040503050406030204" pitchFamily="18" charset="0"/>
              </a:rPr>
              <a:t>requires </a:t>
            </a:r>
            <a:r>
              <a:rPr lang="en-US" altLang="en-US" b="1" dirty="0">
                <a:highlight>
                  <a:srgbClr val="FFFF00"/>
                </a:highlight>
                <a:latin typeface="Cambria" panose="02040503050406030204" pitchFamily="18" charset="0"/>
              </a:rPr>
              <a:t>two passes</a:t>
            </a:r>
            <a:r>
              <a:rPr lang="en-US" altLang="en-US" b="1" dirty="0">
                <a:latin typeface="Cambria" panose="02040503050406030204" pitchFamily="18" charset="0"/>
              </a:rPr>
              <a:t> through the heart</a:t>
            </a:r>
          </a:p>
        </p:txBody>
      </p:sp>
      <p:sp>
        <p:nvSpPr>
          <p:cNvPr id="34819" name="Rectangle 2">
            <a:extLst>
              <a:ext uri="{FF2B5EF4-FFF2-40B4-BE49-F238E27FC236}">
                <a16:creationId xmlns:a16="http://schemas.microsoft.com/office/drawing/2014/main" id="{23A741CA-9F16-49EF-8963-7F1FD6BE3146}"/>
              </a:ext>
            </a:extLst>
          </p:cNvPr>
          <p:cNvSpPr>
            <a:spLocks noChangeArrowheads="1"/>
          </p:cNvSpPr>
          <p:nvPr/>
        </p:nvSpPr>
        <p:spPr bwMode="auto">
          <a:xfrm>
            <a:off x="444500" y="349250"/>
            <a:ext cx="8394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The Path of Blood</a:t>
            </a:r>
          </a:p>
        </p:txBody>
      </p:sp>
      <p:sp>
        <p:nvSpPr>
          <p:cNvPr id="34820" name="Line 6">
            <a:extLst>
              <a:ext uri="{FF2B5EF4-FFF2-40B4-BE49-F238E27FC236}">
                <a16:creationId xmlns:a16="http://schemas.microsoft.com/office/drawing/2014/main" id="{10EAF186-A5B1-491A-8440-854E08CCA259}"/>
              </a:ext>
            </a:extLst>
          </p:cNvPr>
          <p:cNvSpPr>
            <a:spLocks noChangeShapeType="1"/>
          </p:cNvSpPr>
          <p:nvPr/>
        </p:nvSpPr>
        <p:spPr bwMode="auto">
          <a:xfrm>
            <a:off x="304800" y="115728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23_03Cardiovascular_11-U">
            <a:extLst>
              <a:ext uri="{FF2B5EF4-FFF2-40B4-BE49-F238E27FC236}">
                <a16:creationId xmlns:a16="http://schemas.microsoft.com/office/drawing/2014/main" id="{69F1F635-3BAD-4E57-986F-4CBBA7CE44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2263" y="136525"/>
            <a:ext cx="6859587"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 Box 4">
            <a:extLst>
              <a:ext uri="{FF2B5EF4-FFF2-40B4-BE49-F238E27FC236}">
                <a16:creationId xmlns:a16="http://schemas.microsoft.com/office/drawing/2014/main" id="{9B00034B-CC10-49CF-B053-F5824ADC3E81}"/>
              </a:ext>
            </a:extLst>
          </p:cNvPr>
          <p:cNvSpPr txBox="1">
            <a:spLocks noChangeArrowheads="1"/>
          </p:cNvSpPr>
          <p:nvPr/>
        </p:nvSpPr>
        <p:spPr bwMode="auto">
          <a:xfrm>
            <a:off x="2162175" y="5930900"/>
            <a:ext cx="15398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2000" b="1" baseline="-25000">
                <a:latin typeface="Cambria" panose="02040503050406030204" pitchFamily="18" charset="0"/>
                <a:sym typeface="Symbol" panose="05050102010706020507" pitchFamily="18" charset="2"/>
              </a:rPr>
              <a:t>2</a:t>
            </a:r>
            <a:r>
              <a:rPr lang="en-US" altLang="en-US" sz="1800" b="1">
                <a:latin typeface="Cambria" panose="02040503050406030204" pitchFamily="18" charset="0"/>
                <a:sym typeface="Symbol" panose="05050102010706020507" pitchFamily="18" charset="2"/>
              </a:rPr>
              <a:t>-rich blood</a:t>
            </a:r>
            <a:endParaRPr lang="en-US" altLang="en-US" sz="1800" b="1">
              <a:latin typeface="Cambria" panose="02040503050406030204" pitchFamily="18" charset="0"/>
            </a:endParaRPr>
          </a:p>
        </p:txBody>
      </p:sp>
      <p:sp>
        <p:nvSpPr>
          <p:cNvPr id="36868" name="Text Box 5">
            <a:extLst>
              <a:ext uri="{FF2B5EF4-FFF2-40B4-BE49-F238E27FC236}">
                <a16:creationId xmlns:a16="http://schemas.microsoft.com/office/drawing/2014/main" id="{5C0392BE-99D3-4C16-AC6D-5BC464974746}"/>
              </a:ext>
            </a:extLst>
          </p:cNvPr>
          <p:cNvSpPr txBox="1">
            <a:spLocks noChangeArrowheads="1"/>
          </p:cNvSpPr>
          <p:nvPr/>
        </p:nvSpPr>
        <p:spPr bwMode="auto">
          <a:xfrm>
            <a:off x="2162175" y="6223000"/>
            <a:ext cx="16097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2000" b="1" baseline="-25000">
                <a:latin typeface="Cambria" panose="02040503050406030204" pitchFamily="18" charset="0"/>
                <a:sym typeface="Symbol" panose="05050102010706020507" pitchFamily="18" charset="2"/>
              </a:rPr>
              <a:t>2</a:t>
            </a:r>
            <a:r>
              <a:rPr lang="en-US" altLang="en-US" sz="1800" b="1">
                <a:latin typeface="Cambria" panose="02040503050406030204" pitchFamily="18" charset="0"/>
                <a:sym typeface="Symbol" panose="05050102010706020507" pitchFamily="18" charset="2"/>
              </a:rPr>
              <a:t>-poor blood</a:t>
            </a:r>
            <a:endParaRPr lang="en-US" altLang="en-US" sz="1800" b="1">
              <a:latin typeface="Cambria" panose="02040503050406030204" pitchFamily="18" charset="0"/>
            </a:endParaRPr>
          </a:p>
        </p:txBody>
      </p:sp>
      <p:sp>
        <p:nvSpPr>
          <p:cNvPr id="36869" name="Text Box 6">
            <a:extLst>
              <a:ext uri="{FF2B5EF4-FFF2-40B4-BE49-F238E27FC236}">
                <a16:creationId xmlns:a16="http://schemas.microsoft.com/office/drawing/2014/main" id="{C03181C5-2D84-4A15-BEE3-C8692DD6A49D}"/>
              </a:ext>
            </a:extLst>
          </p:cNvPr>
          <p:cNvSpPr txBox="1">
            <a:spLocks noChangeArrowheads="1"/>
          </p:cNvSpPr>
          <p:nvPr/>
        </p:nvSpPr>
        <p:spPr bwMode="auto">
          <a:xfrm>
            <a:off x="6188075" y="177800"/>
            <a:ext cx="1508125"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Capillaries of</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head, chest,</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and arms</a:t>
            </a:r>
            <a:endParaRPr lang="en-US" altLang="en-US" sz="1800" b="1">
              <a:latin typeface="Cambria" panose="02040503050406030204" pitchFamily="18" charset="0"/>
            </a:endParaRPr>
          </a:p>
        </p:txBody>
      </p:sp>
      <p:sp>
        <p:nvSpPr>
          <p:cNvPr id="36870" name="Text Box 7">
            <a:extLst>
              <a:ext uri="{FF2B5EF4-FFF2-40B4-BE49-F238E27FC236}">
                <a16:creationId xmlns:a16="http://schemas.microsoft.com/office/drawing/2014/main" id="{70CF75D0-073C-4E30-A589-614E37ECABCB}"/>
              </a:ext>
            </a:extLst>
          </p:cNvPr>
          <p:cNvSpPr txBox="1">
            <a:spLocks noChangeArrowheads="1"/>
          </p:cNvSpPr>
          <p:nvPr/>
        </p:nvSpPr>
        <p:spPr bwMode="auto">
          <a:xfrm>
            <a:off x="6315075" y="5765800"/>
            <a:ext cx="19399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Capillaries of</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abdominal region</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and legs</a:t>
            </a:r>
            <a:endParaRPr lang="en-US" altLang="en-US" sz="1800" b="1">
              <a:latin typeface="Cambria" panose="02040503050406030204" pitchFamily="18" charset="0"/>
            </a:endParaRPr>
          </a:p>
        </p:txBody>
      </p:sp>
      <p:sp>
        <p:nvSpPr>
          <p:cNvPr id="36871" name="Text Box 8">
            <a:extLst>
              <a:ext uri="{FF2B5EF4-FFF2-40B4-BE49-F238E27FC236}">
                <a16:creationId xmlns:a16="http://schemas.microsoft.com/office/drawing/2014/main" id="{2EE924F2-04EC-4614-AFD4-450BFCE71825}"/>
              </a:ext>
            </a:extLst>
          </p:cNvPr>
          <p:cNvSpPr txBox="1">
            <a:spLocks noChangeArrowheads="1"/>
          </p:cNvSpPr>
          <p:nvPr/>
        </p:nvSpPr>
        <p:spPr bwMode="auto">
          <a:xfrm>
            <a:off x="7089775" y="1828800"/>
            <a:ext cx="12033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Capillaries</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of left lung</a:t>
            </a:r>
            <a:endParaRPr lang="en-US" altLang="en-US" sz="1800" b="1">
              <a:latin typeface="Cambria" panose="02040503050406030204" pitchFamily="18" charset="0"/>
            </a:endParaRPr>
          </a:p>
        </p:txBody>
      </p:sp>
      <p:sp>
        <p:nvSpPr>
          <p:cNvPr id="36872" name="Text Box 9">
            <a:extLst>
              <a:ext uri="{FF2B5EF4-FFF2-40B4-BE49-F238E27FC236}">
                <a16:creationId xmlns:a16="http://schemas.microsoft.com/office/drawing/2014/main" id="{3A32C950-9568-4FDA-91E4-067E7070770D}"/>
              </a:ext>
            </a:extLst>
          </p:cNvPr>
          <p:cNvSpPr txBox="1">
            <a:spLocks noChangeArrowheads="1"/>
          </p:cNvSpPr>
          <p:nvPr/>
        </p:nvSpPr>
        <p:spPr bwMode="auto">
          <a:xfrm>
            <a:off x="1628775" y="1828800"/>
            <a:ext cx="1431925"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Capillaries</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of right lung</a:t>
            </a:r>
            <a:endParaRPr lang="en-US" altLang="en-US" sz="1800" b="1">
              <a:latin typeface="Cambria" panose="02040503050406030204" pitchFamily="18" charset="0"/>
            </a:endParaRPr>
          </a:p>
        </p:txBody>
      </p:sp>
      <p:sp>
        <p:nvSpPr>
          <p:cNvPr id="36873" name="Text Box 10">
            <a:extLst>
              <a:ext uri="{FF2B5EF4-FFF2-40B4-BE49-F238E27FC236}">
                <a16:creationId xmlns:a16="http://schemas.microsoft.com/office/drawing/2014/main" id="{BACA8BD4-E56A-42B8-BC2D-4218B2595F14}"/>
              </a:ext>
            </a:extLst>
          </p:cNvPr>
          <p:cNvSpPr txBox="1">
            <a:spLocks noChangeArrowheads="1"/>
          </p:cNvSpPr>
          <p:nvPr/>
        </p:nvSpPr>
        <p:spPr bwMode="auto">
          <a:xfrm>
            <a:off x="2009775" y="1181100"/>
            <a:ext cx="12033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Pulmonary</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artery</a:t>
            </a:r>
            <a:endParaRPr lang="en-US" altLang="en-US" sz="1800" b="1">
              <a:latin typeface="Cambria" panose="02040503050406030204" pitchFamily="18" charset="0"/>
            </a:endParaRPr>
          </a:p>
        </p:txBody>
      </p:sp>
      <p:sp>
        <p:nvSpPr>
          <p:cNvPr id="36874" name="Text Box 11">
            <a:extLst>
              <a:ext uri="{FF2B5EF4-FFF2-40B4-BE49-F238E27FC236}">
                <a16:creationId xmlns:a16="http://schemas.microsoft.com/office/drawing/2014/main" id="{4B7E88BF-43F8-4CE2-A69D-088FCAF9B6DC}"/>
              </a:ext>
            </a:extLst>
          </p:cNvPr>
          <p:cNvSpPr txBox="1">
            <a:spLocks noChangeArrowheads="1"/>
          </p:cNvSpPr>
          <p:nvPr/>
        </p:nvSpPr>
        <p:spPr bwMode="auto">
          <a:xfrm>
            <a:off x="6823075" y="1181100"/>
            <a:ext cx="12033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Pulmonary</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artery</a:t>
            </a:r>
            <a:endParaRPr lang="en-US" altLang="en-US" sz="1800" b="1">
              <a:latin typeface="Cambria" panose="02040503050406030204" pitchFamily="18" charset="0"/>
            </a:endParaRPr>
          </a:p>
        </p:txBody>
      </p:sp>
      <p:sp>
        <p:nvSpPr>
          <p:cNvPr id="36875" name="Text Box 12">
            <a:extLst>
              <a:ext uri="{FF2B5EF4-FFF2-40B4-BE49-F238E27FC236}">
                <a16:creationId xmlns:a16="http://schemas.microsoft.com/office/drawing/2014/main" id="{FC365128-DEC2-47A1-8BBC-6C89062B1EF1}"/>
              </a:ext>
            </a:extLst>
          </p:cNvPr>
          <p:cNvSpPr txBox="1">
            <a:spLocks noChangeArrowheads="1"/>
          </p:cNvSpPr>
          <p:nvPr/>
        </p:nvSpPr>
        <p:spPr bwMode="auto">
          <a:xfrm>
            <a:off x="2212975" y="342900"/>
            <a:ext cx="12033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Superior</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vena cava</a:t>
            </a:r>
            <a:endParaRPr lang="en-US" altLang="en-US" sz="1800" b="1">
              <a:latin typeface="Cambria" panose="02040503050406030204" pitchFamily="18" charset="0"/>
            </a:endParaRPr>
          </a:p>
        </p:txBody>
      </p:sp>
      <p:sp>
        <p:nvSpPr>
          <p:cNvPr id="36876" name="Text Box 13">
            <a:extLst>
              <a:ext uri="{FF2B5EF4-FFF2-40B4-BE49-F238E27FC236}">
                <a16:creationId xmlns:a16="http://schemas.microsoft.com/office/drawing/2014/main" id="{6DC07568-AF46-4532-809D-841A80EF6798}"/>
              </a:ext>
            </a:extLst>
          </p:cNvPr>
          <p:cNvSpPr txBox="1">
            <a:spLocks noChangeArrowheads="1"/>
          </p:cNvSpPr>
          <p:nvPr/>
        </p:nvSpPr>
        <p:spPr bwMode="auto">
          <a:xfrm>
            <a:off x="1628775" y="3784600"/>
            <a:ext cx="17875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Pulmonary vein</a:t>
            </a:r>
            <a:endParaRPr lang="en-US" altLang="en-US" sz="1800" b="1">
              <a:latin typeface="Cambria" panose="02040503050406030204" pitchFamily="18" charset="0"/>
            </a:endParaRPr>
          </a:p>
        </p:txBody>
      </p:sp>
      <p:sp>
        <p:nvSpPr>
          <p:cNvPr id="36877" name="Text Box 14">
            <a:extLst>
              <a:ext uri="{FF2B5EF4-FFF2-40B4-BE49-F238E27FC236}">
                <a16:creationId xmlns:a16="http://schemas.microsoft.com/office/drawing/2014/main" id="{34A9CC62-0038-419C-B616-070031ABFA7A}"/>
              </a:ext>
            </a:extLst>
          </p:cNvPr>
          <p:cNvSpPr txBox="1">
            <a:spLocks noChangeArrowheads="1"/>
          </p:cNvSpPr>
          <p:nvPr/>
        </p:nvSpPr>
        <p:spPr bwMode="auto">
          <a:xfrm>
            <a:off x="2657475" y="5003800"/>
            <a:ext cx="12033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dirty="0">
                <a:latin typeface="Cambria" panose="02040503050406030204" pitchFamily="18" charset="0"/>
                <a:sym typeface="Symbol" panose="05050102010706020507" pitchFamily="18" charset="2"/>
              </a:rPr>
              <a:t>Inferior</a:t>
            </a:r>
          </a:p>
          <a:p>
            <a:pPr>
              <a:lnSpc>
                <a:spcPct val="90000"/>
              </a:lnSpc>
              <a:spcBef>
                <a:spcPct val="0"/>
              </a:spcBef>
              <a:spcAft>
                <a:spcPct val="0"/>
              </a:spcAft>
              <a:buClrTx/>
              <a:buFontTx/>
              <a:buNone/>
            </a:pPr>
            <a:r>
              <a:rPr lang="en-US" altLang="en-US" sz="1800" b="1" dirty="0">
                <a:latin typeface="Cambria" panose="02040503050406030204" pitchFamily="18" charset="0"/>
                <a:sym typeface="Symbol" panose="05050102010706020507" pitchFamily="18" charset="2"/>
              </a:rPr>
              <a:t>vena cava</a:t>
            </a:r>
            <a:endParaRPr lang="en-US" altLang="en-US" sz="1800" b="1" dirty="0">
              <a:latin typeface="Cambria" panose="02040503050406030204" pitchFamily="18" charset="0"/>
            </a:endParaRPr>
          </a:p>
        </p:txBody>
      </p:sp>
      <p:sp>
        <p:nvSpPr>
          <p:cNvPr id="36878" name="Text Box 15">
            <a:extLst>
              <a:ext uri="{FF2B5EF4-FFF2-40B4-BE49-F238E27FC236}">
                <a16:creationId xmlns:a16="http://schemas.microsoft.com/office/drawing/2014/main" id="{A8EF9598-EE93-4009-AB06-9DDFF17F5868}"/>
              </a:ext>
            </a:extLst>
          </p:cNvPr>
          <p:cNvSpPr txBox="1">
            <a:spLocks noChangeArrowheads="1"/>
          </p:cNvSpPr>
          <p:nvPr/>
        </p:nvSpPr>
        <p:spPr bwMode="auto">
          <a:xfrm>
            <a:off x="6721475" y="3771900"/>
            <a:ext cx="17494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Pulmonary vein</a:t>
            </a:r>
            <a:endParaRPr lang="en-US" altLang="en-US" sz="1800" b="1">
              <a:latin typeface="Cambria" panose="02040503050406030204" pitchFamily="18" charset="0"/>
            </a:endParaRPr>
          </a:p>
        </p:txBody>
      </p:sp>
      <p:sp>
        <p:nvSpPr>
          <p:cNvPr id="36879" name="Text Box 16">
            <a:extLst>
              <a:ext uri="{FF2B5EF4-FFF2-40B4-BE49-F238E27FC236}">
                <a16:creationId xmlns:a16="http://schemas.microsoft.com/office/drawing/2014/main" id="{AA99E8A1-D129-4226-B806-62718F8728EF}"/>
              </a:ext>
            </a:extLst>
          </p:cNvPr>
          <p:cNvSpPr txBox="1">
            <a:spLocks noChangeArrowheads="1"/>
          </p:cNvSpPr>
          <p:nvPr/>
        </p:nvSpPr>
        <p:spPr bwMode="auto">
          <a:xfrm>
            <a:off x="6391275" y="4648200"/>
            <a:ext cx="15716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Left ventricle</a:t>
            </a:r>
            <a:endParaRPr lang="en-US" altLang="en-US" sz="1800" b="1">
              <a:latin typeface="Cambria" panose="02040503050406030204" pitchFamily="18" charset="0"/>
            </a:endParaRPr>
          </a:p>
        </p:txBody>
      </p:sp>
      <p:sp>
        <p:nvSpPr>
          <p:cNvPr id="36880" name="Text Box 17">
            <a:extLst>
              <a:ext uri="{FF2B5EF4-FFF2-40B4-BE49-F238E27FC236}">
                <a16:creationId xmlns:a16="http://schemas.microsoft.com/office/drawing/2014/main" id="{A4C95808-8E90-428E-85CB-A53C77E7C53D}"/>
              </a:ext>
            </a:extLst>
          </p:cNvPr>
          <p:cNvSpPr txBox="1">
            <a:spLocks noChangeArrowheads="1"/>
          </p:cNvSpPr>
          <p:nvPr/>
        </p:nvSpPr>
        <p:spPr bwMode="auto">
          <a:xfrm>
            <a:off x="6734175" y="4254500"/>
            <a:ext cx="12668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Left atrium</a:t>
            </a:r>
            <a:endParaRPr lang="en-US" altLang="en-US" sz="1800" b="1">
              <a:latin typeface="Cambria" panose="02040503050406030204" pitchFamily="18" charset="0"/>
            </a:endParaRPr>
          </a:p>
        </p:txBody>
      </p:sp>
      <p:sp>
        <p:nvSpPr>
          <p:cNvPr id="36881" name="Text Box 18">
            <a:extLst>
              <a:ext uri="{FF2B5EF4-FFF2-40B4-BE49-F238E27FC236}">
                <a16:creationId xmlns:a16="http://schemas.microsoft.com/office/drawing/2014/main" id="{50FCD9AC-77B7-41A3-AAA5-91D3C1794B37}"/>
              </a:ext>
            </a:extLst>
          </p:cNvPr>
          <p:cNvSpPr txBox="1">
            <a:spLocks noChangeArrowheads="1"/>
          </p:cNvSpPr>
          <p:nvPr/>
        </p:nvSpPr>
        <p:spPr bwMode="auto">
          <a:xfrm>
            <a:off x="1997075" y="4267200"/>
            <a:ext cx="14065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Right atrium</a:t>
            </a:r>
            <a:endParaRPr lang="en-US" altLang="en-US" sz="1800" b="1">
              <a:latin typeface="Cambria" panose="02040503050406030204" pitchFamily="18" charset="0"/>
            </a:endParaRPr>
          </a:p>
        </p:txBody>
      </p:sp>
      <p:sp>
        <p:nvSpPr>
          <p:cNvPr id="36882" name="Text Box 19">
            <a:extLst>
              <a:ext uri="{FF2B5EF4-FFF2-40B4-BE49-F238E27FC236}">
                <a16:creationId xmlns:a16="http://schemas.microsoft.com/office/drawing/2014/main" id="{F8B448C9-7E29-4107-87B1-0920C973686B}"/>
              </a:ext>
            </a:extLst>
          </p:cNvPr>
          <p:cNvSpPr txBox="1">
            <a:spLocks noChangeArrowheads="1"/>
          </p:cNvSpPr>
          <p:nvPr/>
        </p:nvSpPr>
        <p:spPr bwMode="auto">
          <a:xfrm>
            <a:off x="2047875" y="4622800"/>
            <a:ext cx="15716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Right ventricle</a:t>
            </a:r>
            <a:endParaRPr lang="en-US" altLang="en-US" sz="1800" b="1">
              <a:latin typeface="Cambria" panose="02040503050406030204" pitchFamily="18" charset="0"/>
            </a:endParaRPr>
          </a:p>
        </p:txBody>
      </p:sp>
      <p:sp>
        <p:nvSpPr>
          <p:cNvPr id="36883" name="Text Box 20">
            <a:extLst>
              <a:ext uri="{FF2B5EF4-FFF2-40B4-BE49-F238E27FC236}">
                <a16:creationId xmlns:a16="http://schemas.microsoft.com/office/drawing/2014/main" id="{DA81EF16-853B-420A-9CD1-90047DA158D5}"/>
              </a:ext>
            </a:extLst>
          </p:cNvPr>
          <p:cNvSpPr txBox="1">
            <a:spLocks noChangeArrowheads="1"/>
          </p:cNvSpPr>
          <p:nvPr/>
        </p:nvSpPr>
        <p:spPr bwMode="auto">
          <a:xfrm>
            <a:off x="4867275" y="1701800"/>
            <a:ext cx="6318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Aorta</a:t>
            </a:r>
            <a:endParaRPr lang="en-US" altLang="en-US" sz="1800" b="1">
              <a:latin typeface="Cambria" panose="02040503050406030204" pitchFamily="18" charset="0"/>
            </a:endParaRPr>
          </a:p>
        </p:txBody>
      </p:sp>
      <p:sp>
        <p:nvSpPr>
          <p:cNvPr id="36884" name="Line 21">
            <a:extLst>
              <a:ext uri="{FF2B5EF4-FFF2-40B4-BE49-F238E27FC236}">
                <a16:creationId xmlns:a16="http://schemas.microsoft.com/office/drawing/2014/main" id="{B9BA4BE1-04B3-4BCB-967F-249243FBF489}"/>
              </a:ext>
            </a:extLst>
          </p:cNvPr>
          <p:cNvSpPr>
            <a:spLocks noChangeShapeType="1"/>
          </p:cNvSpPr>
          <p:nvPr/>
        </p:nvSpPr>
        <p:spPr bwMode="auto">
          <a:xfrm>
            <a:off x="3321050" y="812800"/>
            <a:ext cx="723900" cy="469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85" name="Line 22">
            <a:extLst>
              <a:ext uri="{FF2B5EF4-FFF2-40B4-BE49-F238E27FC236}">
                <a16:creationId xmlns:a16="http://schemas.microsoft.com/office/drawing/2014/main" id="{37A14A6B-69F0-402F-B949-01FCB9B1CAC4}"/>
              </a:ext>
            </a:extLst>
          </p:cNvPr>
          <p:cNvSpPr>
            <a:spLocks noChangeShapeType="1"/>
          </p:cNvSpPr>
          <p:nvPr/>
        </p:nvSpPr>
        <p:spPr bwMode="auto">
          <a:xfrm>
            <a:off x="3219450" y="1371600"/>
            <a:ext cx="469900" cy="596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86" name="Line 23">
            <a:extLst>
              <a:ext uri="{FF2B5EF4-FFF2-40B4-BE49-F238E27FC236}">
                <a16:creationId xmlns:a16="http://schemas.microsoft.com/office/drawing/2014/main" id="{7D7B3C6C-915F-46F0-870E-8592F0C49353}"/>
              </a:ext>
            </a:extLst>
          </p:cNvPr>
          <p:cNvSpPr>
            <a:spLocks noChangeShapeType="1"/>
          </p:cNvSpPr>
          <p:nvPr/>
        </p:nvSpPr>
        <p:spPr bwMode="auto">
          <a:xfrm>
            <a:off x="3016250" y="2209800"/>
            <a:ext cx="571500" cy="495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87" name="Line 24">
            <a:extLst>
              <a:ext uri="{FF2B5EF4-FFF2-40B4-BE49-F238E27FC236}">
                <a16:creationId xmlns:a16="http://schemas.microsoft.com/office/drawing/2014/main" id="{12EE09A5-99AF-453E-82CF-86ADDED234FF}"/>
              </a:ext>
            </a:extLst>
          </p:cNvPr>
          <p:cNvSpPr>
            <a:spLocks noChangeShapeType="1"/>
          </p:cNvSpPr>
          <p:nvPr/>
        </p:nvSpPr>
        <p:spPr bwMode="auto">
          <a:xfrm flipV="1">
            <a:off x="3359150" y="3581400"/>
            <a:ext cx="279400" cy="317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88" name="Line 25">
            <a:extLst>
              <a:ext uri="{FF2B5EF4-FFF2-40B4-BE49-F238E27FC236}">
                <a16:creationId xmlns:a16="http://schemas.microsoft.com/office/drawing/2014/main" id="{5ED5E124-DABC-4BB8-95E6-F20E6473CCCB}"/>
              </a:ext>
            </a:extLst>
          </p:cNvPr>
          <p:cNvSpPr>
            <a:spLocks noChangeShapeType="1"/>
          </p:cNvSpPr>
          <p:nvPr/>
        </p:nvSpPr>
        <p:spPr bwMode="auto">
          <a:xfrm flipV="1">
            <a:off x="3371850" y="3505200"/>
            <a:ext cx="965200" cy="863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89" name="Line 26">
            <a:extLst>
              <a:ext uri="{FF2B5EF4-FFF2-40B4-BE49-F238E27FC236}">
                <a16:creationId xmlns:a16="http://schemas.microsoft.com/office/drawing/2014/main" id="{66654F85-CBD3-4A56-BF23-FD4477C0217F}"/>
              </a:ext>
            </a:extLst>
          </p:cNvPr>
          <p:cNvSpPr>
            <a:spLocks noChangeShapeType="1"/>
          </p:cNvSpPr>
          <p:nvPr/>
        </p:nvSpPr>
        <p:spPr bwMode="auto">
          <a:xfrm flipV="1">
            <a:off x="3651250" y="4229100"/>
            <a:ext cx="1346200" cy="520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0" name="Line 27">
            <a:extLst>
              <a:ext uri="{FF2B5EF4-FFF2-40B4-BE49-F238E27FC236}">
                <a16:creationId xmlns:a16="http://schemas.microsoft.com/office/drawing/2014/main" id="{E44C6E22-CE72-4772-8787-8DB7E9D7103F}"/>
              </a:ext>
            </a:extLst>
          </p:cNvPr>
          <p:cNvSpPr>
            <a:spLocks noChangeShapeType="1"/>
          </p:cNvSpPr>
          <p:nvPr/>
        </p:nvSpPr>
        <p:spPr bwMode="auto">
          <a:xfrm>
            <a:off x="3511550" y="5105400"/>
            <a:ext cx="508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1" name="Line 28">
            <a:extLst>
              <a:ext uri="{FF2B5EF4-FFF2-40B4-BE49-F238E27FC236}">
                <a16:creationId xmlns:a16="http://schemas.microsoft.com/office/drawing/2014/main" id="{EABE08BC-D8A5-4FE1-9779-8AE48F640C56}"/>
              </a:ext>
            </a:extLst>
          </p:cNvPr>
          <p:cNvSpPr>
            <a:spLocks noChangeShapeType="1"/>
          </p:cNvSpPr>
          <p:nvPr/>
        </p:nvSpPr>
        <p:spPr bwMode="auto">
          <a:xfrm flipH="1" flipV="1">
            <a:off x="5111750" y="5803900"/>
            <a:ext cx="1143000" cy="76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2" name="Line 29">
            <a:extLst>
              <a:ext uri="{FF2B5EF4-FFF2-40B4-BE49-F238E27FC236}">
                <a16:creationId xmlns:a16="http://schemas.microsoft.com/office/drawing/2014/main" id="{6E6EBC33-C9F4-4091-9166-B0BD9E1D7B6B}"/>
              </a:ext>
            </a:extLst>
          </p:cNvPr>
          <p:cNvSpPr>
            <a:spLocks noChangeShapeType="1"/>
          </p:cNvSpPr>
          <p:nvPr/>
        </p:nvSpPr>
        <p:spPr bwMode="auto">
          <a:xfrm flipH="1" flipV="1">
            <a:off x="5403850" y="4140200"/>
            <a:ext cx="9525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3" name="Line 30">
            <a:extLst>
              <a:ext uri="{FF2B5EF4-FFF2-40B4-BE49-F238E27FC236}">
                <a16:creationId xmlns:a16="http://schemas.microsoft.com/office/drawing/2014/main" id="{36FC82D8-1B9C-472C-8ED7-6AFC1F3CBC4E}"/>
              </a:ext>
            </a:extLst>
          </p:cNvPr>
          <p:cNvSpPr>
            <a:spLocks noChangeShapeType="1"/>
          </p:cNvSpPr>
          <p:nvPr/>
        </p:nvSpPr>
        <p:spPr bwMode="auto">
          <a:xfrm flipH="1" flipV="1">
            <a:off x="5416550" y="3263900"/>
            <a:ext cx="1282700" cy="1104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4" name="Line 31">
            <a:extLst>
              <a:ext uri="{FF2B5EF4-FFF2-40B4-BE49-F238E27FC236}">
                <a16:creationId xmlns:a16="http://schemas.microsoft.com/office/drawing/2014/main" id="{C1C8A7C8-E5FE-4A01-B417-39FA34500E7A}"/>
              </a:ext>
            </a:extLst>
          </p:cNvPr>
          <p:cNvSpPr>
            <a:spLocks noChangeShapeType="1"/>
          </p:cNvSpPr>
          <p:nvPr/>
        </p:nvSpPr>
        <p:spPr bwMode="auto">
          <a:xfrm flipH="1" flipV="1">
            <a:off x="6534150" y="3670300"/>
            <a:ext cx="152400" cy="190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5" name="Line 32">
            <a:extLst>
              <a:ext uri="{FF2B5EF4-FFF2-40B4-BE49-F238E27FC236}">
                <a16:creationId xmlns:a16="http://schemas.microsoft.com/office/drawing/2014/main" id="{4C87CC11-6660-47BE-A290-B4107285793C}"/>
              </a:ext>
            </a:extLst>
          </p:cNvPr>
          <p:cNvSpPr>
            <a:spLocks noChangeShapeType="1"/>
          </p:cNvSpPr>
          <p:nvPr/>
        </p:nvSpPr>
        <p:spPr bwMode="auto">
          <a:xfrm flipH="1">
            <a:off x="6496050" y="2006600"/>
            <a:ext cx="571500" cy="736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6" name="Line 33">
            <a:extLst>
              <a:ext uri="{FF2B5EF4-FFF2-40B4-BE49-F238E27FC236}">
                <a16:creationId xmlns:a16="http://schemas.microsoft.com/office/drawing/2014/main" id="{388823E8-1110-4D6D-9034-9F1EE73ABEDE}"/>
              </a:ext>
            </a:extLst>
          </p:cNvPr>
          <p:cNvSpPr>
            <a:spLocks noChangeShapeType="1"/>
          </p:cNvSpPr>
          <p:nvPr/>
        </p:nvSpPr>
        <p:spPr bwMode="auto">
          <a:xfrm flipH="1">
            <a:off x="6419850" y="1358900"/>
            <a:ext cx="368300" cy="685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7" name="Line 34">
            <a:extLst>
              <a:ext uri="{FF2B5EF4-FFF2-40B4-BE49-F238E27FC236}">
                <a16:creationId xmlns:a16="http://schemas.microsoft.com/office/drawing/2014/main" id="{2F8C9F17-8284-452B-A27E-12A926ECAB54}"/>
              </a:ext>
            </a:extLst>
          </p:cNvPr>
          <p:cNvSpPr>
            <a:spLocks noChangeShapeType="1"/>
          </p:cNvSpPr>
          <p:nvPr/>
        </p:nvSpPr>
        <p:spPr bwMode="auto">
          <a:xfrm flipH="1">
            <a:off x="5226050" y="317500"/>
            <a:ext cx="914400" cy="304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8" name="Line 35">
            <a:extLst>
              <a:ext uri="{FF2B5EF4-FFF2-40B4-BE49-F238E27FC236}">
                <a16:creationId xmlns:a16="http://schemas.microsoft.com/office/drawing/2014/main" id="{196BDC00-4ED7-4B26-A415-73EA92680C9A}"/>
              </a:ext>
            </a:extLst>
          </p:cNvPr>
          <p:cNvSpPr>
            <a:spLocks noChangeShapeType="1"/>
          </p:cNvSpPr>
          <p:nvPr/>
        </p:nvSpPr>
        <p:spPr bwMode="auto">
          <a:xfrm>
            <a:off x="5200650" y="1930400"/>
            <a:ext cx="165100" cy="203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6899" name="Group 36">
            <a:extLst>
              <a:ext uri="{FF2B5EF4-FFF2-40B4-BE49-F238E27FC236}">
                <a16:creationId xmlns:a16="http://schemas.microsoft.com/office/drawing/2014/main" id="{AEBB1CFB-8532-45AD-A623-D75CCACCBDA5}"/>
              </a:ext>
            </a:extLst>
          </p:cNvPr>
          <p:cNvGrpSpPr>
            <a:grpSpLocks/>
          </p:cNvGrpSpPr>
          <p:nvPr/>
        </p:nvGrpSpPr>
        <p:grpSpPr bwMode="auto">
          <a:xfrm>
            <a:off x="4946650" y="6184900"/>
            <a:ext cx="317500" cy="292100"/>
            <a:chOff x="2832" y="3896"/>
            <a:chExt cx="200" cy="184"/>
          </a:xfrm>
        </p:grpSpPr>
        <p:sp>
          <p:nvSpPr>
            <p:cNvPr id="36943" name="Oval 37">
              <a:extLst>
                <a:ext uri="{FF2B5EF4-FFF2-40B4-BE49-F238E27FC236}">
                  <a16:creationId xmlns:a16="http://schemas.microsoft.com/office/drawing/2014/main" id="{59BFE227-D77C-4E53-BE5A-97DE4C515737}"/>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44" name="Text Box 38">
              <a:extLst>
                <a:ext uri="{FF2B5EF4-FFF2-40B4-BE49-F238E27FC236}">
                  <a16:creationId xmlns:a16="http://schemas.microsoft.com/office/drawing/2014/main" id="{C6898090-4E12-425D-8295-A8C10B38F85E}"/>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9</a:t>
              </a:r>
              <a:endParaRPr lang="en-US" altLang="en-US" sz="1800" b="1">
                <a:solidFill>
                  <a:schemeClr val="bg1"/>
                </a:solidFill>
                <a:latin typeface="Cambria" panose="02040503050406030204" pitchFamily="18" charset="0"/>
              </a:endParaRPr>
            </a:p>
          </p:txBody>
        </p:sp>
      </p:grpSp>
      <p:grpSp>
        <p:nvGrpSpPr>
          <p:cNvPr id="36900" name="Group 39">
            <a:extLst>
              <a:ext uri="{FF2B5EF4-FFF2-40B4-BE49-F238E27FC236}">
                <a16:creationId xmlns:a16="http://schemas.microsoft.com/office/drawing/2014/main" id="{A6F43250-25FF-413B-8717-7C2B7DBEB1D7}"/>
              </a:ext>
            </a:extLst>
          </p:cNvPr>
          <p:cNvGrpSpPr>
            <a:grpSpLocks/>
          </p:cNvGrpSpPr>
          <p:nvPr/>
        </p:nvGrpSpPr>
        <p:grpSpPr bwMode="auto">
          <a:xfrm>
            <a:off x="3956050" y="4165600"/>
            <a:ext cx="317500" cy="292100"/>
            <a:chOff x="336" y="2864"/>
            <a:chExt cx="200" cy="184"/>
          </a:xfrm>
        </p:grpSpPr>
        <p:sp>
          <p:nvSpPr>
            <p:cNvPr id="36941" name="Oval 40">
              <a:extLst>
                <a:ext uri="{FF2B5EF4-FFF2-40B4-BE49-F238E27FC236}">
                  <a16:creationId xmlns:a16="http://schemas.microsoft.com/office/drawing/2014/main" id="{5F5B8DCC-589A-4BCB-A5C1-F59257B7831E}"/>
                </a:ext>
              </a:extLst>
            </p:cNvPr>
            <p:cNvSpPr>
              <a:spLocks noChangeArrowheads="1"/>
            </p:cNvSpPr>
            <p:nvPr/>
          </p:nvSpPr>
          <p:spPr bwMode="auto">
            <a:xfrm>
              <a:off x="336" y="2864"/>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42" name="Text Box 41">
              <a:extLst>
                <a:ext uri="{FF2B5EF4-FFF2-40B4-BE49-F238E27FC236}">
                  <a16:creationId xmlns:a16="http://schemas.microsoft.com/office/drawing/2014/main" id="{6141DE99-7491-487C-A04F-DCAFD2B88435}"/>
                </a:ext>
              </a:extLst>
            </p:cNvPr>
            <p:cNvSpPr txBox="1">
              <a:spLocks noChangeArrowheads="1"/>
            </p:cNvSpPr>
            <p:nvPr/>
          </p:nvSpPr>
          <p:spPr bwMode="auto">
            <a:xfrm>
              <a:off x="358" y="2888"/>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11</a:t>
              </a:r>
              <a:endParaRPr lang="en-US" altLang="en-US" sz="1800" b="1">
                <a:solidFill>
                  <a:schemeClr val="bg1"/>
                </a:solidFill>
                <a:latin typeface="Cambria" panose="02040503050406030204" pitchFamily="18" charset="0"/>
              </a:endParaRPr>
            </a:p>
          </p:txBody>
        </p:sp>
      </p:grpSp>
      <p:grpSp>
        <p:nvGrpSpPr>
          <p:cNvPr id="36901" name="Group 42">
            <a:extLst>
              <a:ext uri="{FF2B5EF4-FFF2-40B4-BE49-F238E27FC236}">
                <a16:creationId xmlns:a16="http://schemas.microsoft.com/office/drawing/2014/main" id="{97C5476D-BC46-462C-980E-8B91E116ED21}"/>
              </a:ext>
            </a:extLst>
          </p:cNvPr>
          <p:cNvGrpSpPr>
            <a:grpSpLocks/>
          </p:cNvGrpSpPr>
          <p:nvPr/>
        </p:nvGrpSpPr>
        <p:grpSpPr bwMode="auto">
          <a:xfrm>
            <a:off x="3956050" y="1625600"/>
            <a:ext cx="317500" cy="292100"/>
            <a:chOff x="336" y="2864"/>
            <a:chExt cx="200" cy="184"/>
          </a:xfrm>
        </p:grpSpPr>
        <p:sp>
          <p:nvSpPr>
            <p:cNvPr id="36939" name="Oval 43">
              <a:extLst>
                <a:ext uri="{FF2B5EF4-FFF2-40B4-BE49-F238E27FC236}">
                  <a16:creationId xmlns:a16="http://schemas.microsoft.com/office/drawing/2014/main" id="{297A302F-6618-4F79-A096-7191FF831C9A}"/>
                </a:ext>
              </a:extLst>
            </p:cNvPr>
            <p:cNvSpPr>
              <a:spLocks noChangeArrowheads="1"/>
            </p:cNvSpPr>
            <p:nvPr/>
          </p:nvSpPr>
          <p:spPr bwMode="auto">
            <a:xfrm>
              <a:off x="336" y="2864"/>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40" name="Text Box 44">
              <a:extLst>
                <a:ext uri="{FF2B5EF4-FFF2-40B4-BE49-F238E27FC236}">
                  <a16:creationId xmlns:a16="http://schemas.microsoft.com/office/drawing/2014/main" id="{B650680C-BFE6-4E97-A68B-08344066F5A4}"/>
                </a:ext>
              </a:extLst>
            </p:cNvPr>
            <p:cNvSpPr txBox="1">
              <a:spLocks noChangeArrowheads="1"/>
            </p:cNvSpPr>
            <p:nvPr/>
          </p:nvSpPr>
          <p:spPr bwMode="auto">
            <a:xfrm>
              <a:off x="358" y="2888"/>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10</a:t>
              </a:r>
              <a:endParaRPr lang="en-US" altLang="en-US" sz="1800" b="1">
                <a:solidFill>
                  <a:schemeClr val="bg1"/>
                </a:solidFill>
                <a:latin typeface="Cambria" panose="02040503050406030204" pitchFamily="18" charset="0"/>
              </a:endParaRPr>
            </a:p>
          </p:txBody>
        </p:sp>
      </p:grpSp>
      <p:grpSp>
        <p:nvGrpSpPr>
          <p:cNvPr id="36902" name="Group 45">
            <a:extLst>
              <a:ext uri="{FF2B5EF4-FFF2-40B4-BE49-F238E27FC236}">
                <a16:creationId xmlns:a16="http://schemas.microsoft.com/office/drawing/2014/main" id="{1AD1FDA1-BEA5-44E4-B011-B82B4679A049}"/>
              </a:ext>
            </a:extLst>
          </p:cNvPr>
          <p:cNvGrpSpPr>
            <a:grpSpLocks/>
          </p:cNvGrpSpPr>
          <p:nvPr/>
        </p:nvGrpSpPr>
        <p:grpSpPr bwMode="auto">
          <a:xfrm>
            <a:off x="4565650" y="3898900"/>
            <a:ext cx="317500" cy="292100"/>
            <a:chOff x="2832" y="3896"/>
            <a:chExt cx="200" cy="184"/>
          </a:xfrm>
        </p:grpSpPr>
        <p:sp>
          <p:nvSpPr>
            <p:cNvPr id="36937" name="Oval 46">
              <a:extLst>
                <a:ext uri="{FF2B5EF4-FFF2-40B4-BE49-F238E27FC236}">
                  <a16:creationId xmlns:a16="http://schemas.microsoft.com/office/drawing/2014/main" id="{10E75241-917D-4CEE-A6F7-FB038A1817FA}"/>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38" name="Text Box 47">
              <a:extLst>
                <a:ext uri="{FF2B5EF4-FFF2-40B4-BE49-F238E27FC236}">
                  <a16:creationId xmlns:a16="http://schemas.microsoft.com/office/drawing/2014/main" id="{8D527366-7403-4852-B0A2-6F73BD67E002}"/>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2</a:t>
              </a:r>
              <a:endParaRPr lang="en-US" altLang="en-US" sz="1800" b="1">
                <a:solidFill>
                  <a:schemeClr val="bg1"/>
                </a:solidFill>
                <a:latin typeface="Cambria" panose="02040503050406030204" pitchFamily="18" charset="0"/>
              </a:endParaRPr>
            </a:p>
          </p:txBody>
        </p:sp>
      </p:grpSp>
      <p:grpSp>
        <p:nvGrpSpPr>
          <p:cNvPr id="36903" name="Group 48">
            <a:extLst>
              <a:ext uri="{FF2B5EF4-FFF2-40B4-BE49-F238E27FC236}">
                <a16:creationId xmlns:a16="http://schemas.microsoft.com/office/drawing/2014/main" id="{BEBB7E75-3F12-40C5-ACFA-008D9923C980}"/>
              </a:ext>
            </a:extLst>
          </p:cNvPr>
          <p:cNvGrpSpPr>
            <a:grpSpLocks/>
          </p:cNvGrpSpPr>
          <p:nvPr/>
        </p:nvGrpSpPr>
        <p:grpSpPr bwMode="auto">
          <a:xfrm>
            <a:off x="5251450" y="3721100"/>
            <a:ext cx="317500" cy="292100"/>
            <a:chOff x="2832" y="3896"/>
            <a:chExt cx="200" cy="184"/>
          </a:xfrm>
        </p:grpSpPr>
        <p:sp>
          <p:nvSpPr>
            <p:cNvPr id="36935" name="Oval 49">
              <a:extLst>
                <a:ext uri="{FF2B5EF4-FFF2-40B4-BE49-F238E27FC236}">
                  <a16:creationId xmlns:a16="http://schemas.microsoft.com/office/drawing/2014/main" id="{517F95FD-64DB-4D09-9329-C0759A66C32D}"/>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36" name="Text Box 50">
              <a:extLst>
                <a:ext uri="{FF2B5EF4-FFF2-40B4-BE49-F238E27FC236}">
                  <a16:creationId xmlns:a16="http://schemas.microsoft.com/office/drawing/2014/main" id="{C1D07EFC-0A4A-4EDE-9A51-FD86AB01463E}"/>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7</a:t>
              </a:r>
              <a:endParaRPr lang="en-US" altLang="en-US" sz="1800" b="1">
                <a:solidFill>
                  <a:schemeClr val="bg1"/>
                </a:solidFill>
                <a:latin typeface="Cambria" panose="02040503050406030204" pitchFamily="18" charset="0"/>
              </a:endParaRPr>
            </a:p>
          </p:txBody>
        </p:sp>
      </p:grpSp>
      <p:grpSp>
        <p:nvGrpSpPr>
          <p:cNvPr id="36904" name="Group 51">
            <a:extLst>
              <a:ext uri="{FF2B5EF4-FFF2-40B4-BE49-F238E27FC236}">
                <a16:creationId xmlns:a16="http://schemas.microsoft.com/office/drawing/2014/main" id="{DD21219B-78FA-4019-8C68-3E942AF7DE3C}"/>
              </a:ext>
            </a:extLst>
          </p:cNvPr>
          <p:cNvGrpSpPr>
            <a:grpSpLocks/>
          </p:cNvGrpSpPr>
          <p:nvPr/>
        </p:nvGrpSpPr>
        <p:grpSpPr bwMode="auto">
          <a:xfrm>
            <a:off x="5924550" y="3187700"/>
            <a:ext cx="317500" cy="292100"/>
            <a:chOff x="2832" y="3896"/>
            <a:chExt cx="200" cy="184"/>
          </a:xfrm>
        </p:grpSpPr>
        <p:sp>
          <p:nvSpPr>
            <p:cNvPr id="36933" name="Oval 52">
              <a:extLst>
                <a:ext uri="{FF2B5EF4-FFF2-40B4-BE49-F238E27FC236}">
                  <a16:creationId xmlns:a16="http://schemas.microsoft.com/office/drawing/2014/main" id="{134BAAC4-96E1-4A2E-ADC6-AD8DD38A8792}"/>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34" name="Text Box 53">
              <a:extLst>
                <a:ext uri="{FF2B5EF4-FFF2-40B4-BE49-F238E27FC236}">
                  <a16:creationId xmlns:a16="http://schemas.microsoft.com/office/drawing/2014/main" id="{8E7DD6FA-DDC7-4C72-BA63-27BFCFC57342}"/>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5</a:t>
              </a:r>
              <a:endParaRPr lang="en-US" altLang="en-US" sz="1800" b="1">
                <a:solidFill>
                  <a:schemeClr val="bg1"/>
                </a:solidFill>
                <a:latin typeface="Cambria" panose="02040503050406030204" pitchFamily="18" charset="0"/>
              </a:endParaRPr>
            </a:p>
          </p:txBody>
        </p:sp>
      </p:grpSp>
      <p:grpSp>
        <p:nvGrpSpPr>
          <p:cNvPr id="36905" name="Group 54">
            <a:extLst>
              <a:ext uri="{FF2B5EF4-FFF2-40B4-BE49-F238E27FC236}">
                <a16:creationId xmlns:a16="http://schemas.microsoft.com/office/drawing/2014/main" id="{285E920E-1CBB-4114-89BC-696E3DCA1A00}"/>
              </a:ext>
            </a:extLst>
          </p:cNvPr>
          <p:cNvGrpSpPr>
            <a:grpSpLocks/>
          </p:cNvGrpSpPr>
          <p:nvPr/>
        </p:nvGrpSpPr>
        <p:grpSpPr bwMode="auto">
          <a:xfrm>
            <a:off x="6407150" y="2806700"/>
            <a:ext cx="317500" cy="292100"/>
            <a:chOff x="2832" y="3896"/>
            <a:chExt cx="200" cy="184"/>
          </a:xfrm>
        </p:grpSpPr>
        <p:sp>
          <p:nvSpPr>
            <p:cNvPr id="36931" name="Oval 55">
              <a:extLst>
                <a:ext uri="{FF2B5EF4-FFF2-40B4-BE49-F238E27FC236}">
                  <a16:creationId xmlns:a16="http://schemas.microsoft.com/office/drawing/2014/main" id="{BAAB631B-425B-429B-9D69-C847887C2424}"/>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32" name="Text Box 56">
              <a:extLst>
                <a:ext uri="{FF2B5EF4-FFF2-40B4-BE49-F238E27FC236}">
                  <a16:creationId xmlns:a16="http://schemas.microsoft.com/office/drawing/2014/main" id="{72993EC3-2211-45DA-B072-5906732CB510}"/>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4</a:t>
              </a:r>
              <a:endParaRPr lang="en-US" altLang="en-US" sz="1800" b="1">
                <a:solidFill>
                  <a:schemeClr val="bg1"/>
                </a:solidFill>
                <a:latin typeface="Cambria" panose="02040503050406030204" pitchFamily="18" charset="0"/>
              </a:endParaRPr>
            </a:p>
          </p:txBody>
        </p:sp>
      </p:grpSp>
      <p:grpSp>
        <p:nvGrpSpPr>
          <p:cNvPr id="36906" name="Group 57">
            <a:extLst>
              <a:ext uri="{FF2B5EF4-FFF2-40B4-BE49-F238E27FC236}">
                <a16:creationId xmlns:a16="http://schemas.microsoft.com/office/drawing/2014/main" id="{9E9BF86C-E48D-4EEE-9D0D-DFA62300AB86}"/>
              </a:ext>
            </a:extLst>
          </p:cNvPr>
          <p:cNvGrpSpPr>
            <a:grpSpLocks/>
          </p:cNvGrpSpPr>
          <p:nvPr/>
        </p:nvGrpSpPr>
        <p:grpSpPr bwMode="auto">
          <a:xfrm>
            <a:off x="5238750" y="2870200"/>
            <a:ext cx="317500" cy="292100"/>
            <a:chOff x="2832" y="3896"/>
            <a:chExt cx="200" cy="184"/>
          </a:xfrm>
        </p:grpSpPr>
        <p:sp>
          <p:nvSpPr>
            <p:cNvPr id="36929" name="Oval 58">
              <a:extLst>
                <a:ext uri="{FF2B5EF4-FFF2-40B4-BE49-F238E27FC236}">
                  <a16:creationId xmlns:a16="http://schemas.microsoft.com/office/drawing/2014/main" id="{07ED7198-E3B7-4CC6-9822-2E9F3F457951}"/>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30" name="Text Box 59">
              <a:extLst>
                <a:ext uri="{FF2B5EF4-FFF2-40B4-BE49-F238E27FC236}">
                  <a16:creationId xmlns:a16="http://schemas.microsoft.com/office/drawing/2014/main" id="{C9B05EA0-C13C-4EA0-BE3F-45E2D4F76FEF}"/>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6</a:t>
              </a:r>
              <a:endParaRPr lang="en-US" altLang="en-US" sz="1800" b="1">
                <a:solidFill>
                  <a:schemeClr val="bg1"/>
                </a:solidFill>
                <a:latin typeface="Cambria" panose="02040503050406030204" pitchFamily="18" charset="0"/>
              </a:endParaRPr>
            </a:p>
          </p:txBody>
        </p:sp>
      </p:grpSp>
      <p:grpSp>
        <p:nvGrpSpPr>
          <p:cNvPr id="36907" name="Group 60">
            <a:extLst>
              <a:ext uri="{FF2B5EF4-FFF2-40B4-BE49-F238E27FC236}">
                <a16:creationId xmlns:a16="http://schemas.microsoft.com/office/drawing/2014/main" id="{A4EE80A1-CA34-41C1-AE56-181FB854EADF}"/>
              </a:ext>
            </a:extLst>
          </p:cNvPr>
          <p:cNvGrpSpPr>
            <a:grpSpLocks/>
          </p:cNvGrpSpPr>
          <p:nvPr/>
        </p:nvGrpSpPr>
        <p:grpSpPr bwMode="auto">
          <a:xfrm>
            <a:off x="4184650" y="3175000"/>
            <a:ext cx="317500" cy="292100"/>
            <a:chOff x="2832" y="3896"/>
            <a:chExt cx="200" cy="184"/>
          </a:xfrm>
        </p:grpSpPr>
        <p:sp>
          <p:nvSpPr>
            <p:cNvPr id="36927" name="Oval 61">
              <a:extLst>
                <a:ext uri="{FF2B5EF4-FFF2-40B4-BE49-F238E27FC236}">
                  <a16:creationId xmlns:a16="http://schemas.microsoft.com/office/drawing/2014/main" id="{0ACDA295-552E-46BB-A6E2-265AFE181264}"/>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28" name="Text Box 62">
              <a:extLst>
                <a:ext uri="{FF2B5EF4-FFF2-40B4-BE49-F238E27FC236}">
                  <a16:creationId xmlns:a16="http://schemas.microsoft.com/office/drawing/2014/main" id="{24E03303-877C-4ADF-B90D-EE2A528F7A5E}"/>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1</a:t>
              </a:r>
              <a:endParaRPr lang="en-US" altLang="en-US" sz="1800" b="1">
                <a:solidFill>
                  <a:schemeClr val="bg1"/>
                </a:solidFill>
                <a:latin typeface="Cambria" panose="02040503050406030204" pitchFamily="18" charset="0"/>
              </a:endParaRPr>
            </a:p>
          </p:txBody>
        </p:sp>
      </p:grpSp>
      <p:grpSp>
        <p:nvGrpSpPr>
          <p:cNvPr id="36908" name="Group 63">
            <a:extLst>
              <a:ext uri="{FF2B5EF4-FFF2-40B4-BE49-F238E27FC236}">
                <a16:creationId xmlns:a16="http://schemas.microsoft.com/office/drawing/2014/main" id="{DDC806BD-9EA3-4417-B83D-4E73A6282F5B}"/>
              </a:ext>
            </a:extLst>
          </p:cNvPr>
          <p:cNvGrpSpPr>
            <a:grpSpLocks/>
          </p:cNvGrpSpPr>
          <p:nvPr/>
        </p:nvGrpSpPr>
        <p:grpSpPr bwMode="auto">
          <a:xfrm>
            <a:off x="3892550" y="2997200"/>
            <a:ext cx="317500" cy="292100"/>
            <a:chOff x="2832" y="3896"/>
            <a:chExt cx="200" cy="184"/>
          </a:xfrm>
        </p:grpSpPr>
        <p:sp>
          <p:nvSpPr>
            <p:cNvPr id="36925" name="Oval 64">
              <a:extLst>
                <a:ext uri="{FF2B5EF4-FFF2-40B4-BE49-F238E27FC236}">
                  <a16:creationId xmlns:a16="http://schemas.microsoft.com/office/drawing/2014/main" id="{BF58A27C-1E3D-4CAA-A7B7-D4228E95E523}"/>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26" name="Text Box 65">
              <a:extLst>
                <a:ext uri="{FF2B5EF4-FFF2-40B4-BE49-F238E27FC236}">
                  <a16:creationId xmlns:a16="http://schemas.microsoft.com/office/drawing/2014/main" id="{BBBAB55E-A340-488C-BF72-FE128CF04AFB}"/>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5</a:t>
              </a:r>
              <a:endParaRPr lang="en-US" altLang="en-US" sz="1800" b="1">
                <a:solidFill>
                  <a:schemeClr val="bg1"/>
                </a:solidFill>
                <a:latin typeface="Cambria" panose="02040503050406030204" pitchFamily="18" charset="0"/>
              </a:endParaRPr>
            </a:p>
          </p:txBody>
        </p:sp>
      </p:grpSp>
      <p:grpSp>
        <p:nvGrpSpPr>
          <p:cNvPr id="36909" name="Group 66">
            <a:extLst>
              <a:ext uri="{FF2B5EF4-FFF2-40B4-BE49-F238E27FC236}">
                <a16:creationId xmlns:a16="http://schemas.microsoft.com/office/drawing/2014/main" id="{8BC31D87-868B-4CA2-88DC-A4578A8E3C5F}"/>
              </a:ext>
            </a:extLst>
          </p:cNvPr>
          <p:cNvGrpSpPr>
            <a:grpSpLocks/>
          </p:cNvGrpSpPr>
          <p:nvPr/>
        </p:nvGrpSpPr>
        <p:grpSpPr bwMode="auto">
          <a:xfrm>
            <a:off x="3295650" y="2730500"/>
            <a:ext cx="317500" cy="292100"/>
            <a:chOff x="2832" y="3896"/>
            <a:chExt cx="200" cy="184"/>
          </a:xfrm>
        </p:grpSpPr>
        <p:sp>
          <p:nvSpPr>
            <p:cNvPr id="36923" name="Oval 67">
              <a:extLst>
                <a:ext uri="{FF2B5EF4-FFF2-40B4-BE49-F238E27FC236}">
                  <a16:creationId xmlns:a16="http://schemas.microsoft.com/office/drawing/2014/main" id="{5075AAF1-AEE5-475F-B4C9-0A85BF8B642C}"/>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24" name="Text Box 68">
              <a:extLst>
                <a:ext uri="{FF2B5EF4-FFF2-40B4-BE49-F238E27FC236}">
                  <a16:creationId xmlns:a16="http://schemas.microsoft.com/office/drawing/2014/main" id="{B9D10C03-6053-43A9-8287-2C3F420ADDAC}"/>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4</a:t>
              </a:r>
              <a:endParaRPr lang="en-US" altLang="en-US" sz="1800" b="1">
                <a:solidFill>
                  <a:schemeClr val="bg1"/>
                </a:solidFill>
                <a:latin typeface="Cambria" panose="02040503050406030204" pitchFamily="18" charset="0"/>
              </a:endParaRPr>
            </a:p>
          </p:txBody>
        </p:sp>
      </p:grpSp>
      <p:grpSp>
        <p:nvGrpSpPr>
          <p:cNvPr id="36910" name="Group 69">
            <a:extLst>
              <a:ext uri="{FF2B5EF4-FFF2-40B4-BE49-F238E27FC236}">
                <a16:creationId xmlns:a16="http://schemas.microsoft.com/office/drawing/2014/main" id="{3EC218AD-4D66-4DFC-9AA9-83836E283A87}"/>
              </a:ext>
            </a:extLst>
          </p:cNvPr>
          <p:cNvGrpSpPr>
            <a:grpSpLocks/>
          </p:cNvGrpSpPr>
          <p:nvPr/>
        </p:nvGrpSpPr>
        <p:grpSpPr bwMode="auto">
          <a:xfrm>
            <a:off x="5632450" y="2235200"/>
            <a:ext cx="317500" cy="292100"/>
            <a:chOff x="2832" y="3896"/>
            <a:chExt cx="200" cy="184"/>
          </a:xfrm>
        </p:grpSpPr>
        <p:sp>
          <p:nvSpPr>
            <p:cNvPr id="36921" name="Oval 70">
              <a:extLst>
                <a:ext uri="{FF2B5EF4-FFF2-40B4-BE49-F238E27FC236}">
                  <a16:creationId xmlns:a16="http://schemas.microsoft.com/office/drawing/2014/main" id="{8B131279-5C19-4D7E-920B-6272ACCAA7AC}"/>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22" name="Text Box 71">
              <a:extLst>
                <a:ext uri="{FF2B5EF4-FFF2-40B4-BE49-F238E27FC236}">
                  <a16:creationId xmlns:a16="http://schemas.microsoft.com/office/drawing/2014/main" id="{23D126F0-DC9B-445F-B95F-A04651E5E313}"/>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3</a:t>
              </a:r>
              <a:endParaRPr lang="en-US" altLang="en-US" sz="1800" b="1">
                <a:solidFill>
                  <a:schemeClr val="bg1"/>
                </a:solidFill>
                <a:latin typeface="Cambria" panose="02040503050406030204" pitchFamily="18" charset="0"/>
              </a:endParaRPr>
            </a:p>
          </p:txBody>
        </p:sp>
      </p:grpSp>
      <p:grpSp>
        <p:nvGrpSpPr>
          <p:cNvPr id="36911" name="Group 72">
            <a:extLst>
              <a:ext uri="{FF2B5EF4-FFF2-40B4-BE49-F238E27FC236}">
                <a16:creationId xmlns:a16="http://schemas.microsoft.com/office/drawing/2014/main" id="{497AE7A8-82B0-4F14-99E9-BB4A8B80EC47}"/>
              </a:ext>
            </a:extLst>
          </p:cNvPr>
          <p:cNvGrpSpPr>
            <a:grpSpLocks/>
          </p:cNvGrpSpPr>
          <p:nvPr/>
        </p:nvGrpSpPr>
        <p:grpSpPr bwMode="auto">
          <a:xfrm>
            <a:off x="4679950" y="2070100"/>
            <a:ext cx="317500" cy="292100"/>
            <a:chOff x="2832" y="3896"/>
            <a:chExt cx="200" cy="184"/>
          </a:xfrm>
        </p:grpSpPr>
        <p:sp>
          <p:nvSpPr>
            <p:cNvPr id="36919" name="Oval 73">
              <a:extLst>
                <a:ext uri="{FF2B5EF4-FFF2-40B4-BE49-F238E27FC236}">
                  <a16:creationId xmlns:a16="http://schemas.microsoft.com/office/drawing/2014/main" id="{F88E9DFA-8F4D-4ACF-A115-CADD49F7C9BF}"/>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20" name="Text Box 74">
              <a:extLst>
                <a:ext uri="{FF2B5EF4-FFF2-40B4-BE49-F238E27FC236}">
                  <a16:creationId xmlns:a16="http://schemas.microsoft.com/office/drawing/2014/main" id="{B263F42B-3249-4545-9106-441849110CAE}"/>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3</a:t>
              </a:r>
              <a:endParaRPr lang="en-US" altLang="en-US" sz="1800" b="1">
                <a:solidFill>
                  <a:schemeClr val="bg1"/>
                </a:solidFill>
                <a:latin typeface="Cambria" panose="02040503050406030204" pitchFamily="18" charset="0"/>
              </a:endParaRPr>
            </a:p>
          </p:txBody>
        </p:sp>
      </p:grpSp>
      <p:grpSp>
        <p:nvGrpSpPr>
          <p:cNvPr id="36912" name="Group 75">
            <a:extLst>
              <a:ext uri="{FF2B5EF4-FFF2-40B4-BE49-F238E27FC236}">
                <a16:creationId xmlns:a16="http://schemas.microsoft.com/office/drawing/2014/main" id="{DC4604B9-282E-44D1-9BAC-276DA932AD5C}"/>
              </a:ext>
            </a:extLst>
          </p:cNvPr>
          <p:cNvGrpSpPr>
            <a:grpSpLocks/>
          </p:cNvGrpSpPr>
          <p:nvPr/>
        </p:nvGrpSpPr>
        <p:grpSpPr bwMode="auto">
          <a:xfrm>
            <a:off x="5035550" y="2108200"/>
            <a:ext cx="317500" cy="292100"/>
            <a:chOff x="2832" y="3896"/>
            <a:chExt cx="200" cy="184"/>
          </a:xfrm>
        </p:grpSpPr>
        <p:sp>
          <p:nvSpPr>
            <p:cNvPr id="36917" name="Oval 76">
              <a:extLst>
                <a:ext uri="{FF2B5EF4-FFF2-40B4-BE49-F238E27FC236}">
                  <a16:creationId xmlns:a16="http://schemas.microsoft.com/office/drawing/2014/main" id="{08938A2F-FBDF-4B77-B581-A16BD1852F24}"/>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18" name="Text Box 77">
              <a:extLst>
                <a:ext uri="{FF2B5EF4-FFF2-40B4-BE49-F238E27FC236}">
                  <a16:creationId xmlns:a16="http://schemas.microsoft.com/office/drawing/2014/main" id="{C181F6C4-1B0B-4DD5-8DB5-D8845EF0ED0C}"/>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8</a:t>
              </a:r>
              <a:endParaRPr lang="en-US" altLang="en-US" sz="1800" b="1">
                <a:solidFill>
                  <a:schemeClr val="bg1"/>
                </a:solidFill>
                <a:latin typeface="Cambria" panose="02040503050406030204" pitchFamily="18" charset="0"/>
              </a:endParaRPr>
            </a:p>
          </p:txBody>
        </p:sp>
      </p:grpSp>
      <p:grpSp>
        <p:nvGrpSpPr>
          <p:cNvPr id="36913" name="Group 78">
            <a:extLst>
              <a:ext uri="{FF2B5EF4-FFF2-40B4-BE49-F238E27FC236}">
                <a16:creationId xmlns:a16="http://schemas.microsoft.com/office/drawing/2014/main" id="{6C6F2AC5-A0F3-4A76-A567-47F99D4B42D9}"/>
              </a:ext>
            </a:extLst>
          </p:cNvPr>
          <p:cNvGrpSpPr>
            <a:grpSpLocks/>
          </p:cNvGrpSpPr>
          <p:nvPr/>
        </p:nvGrpSpPr>
        <p:grpSpPr bwMode="auto">
          <a:xfrm>
            <a:off x="4514850" y="190500"/>
            <a:ext cx="317500" cy="292100"/>
            <a:chOff x="2832" y="3896"/>
            <a:chExt cx="200" cy="184"/>
          </a:xfrm>
        </p:grpSpPr>
        <p:sp>
          <p:nvSpPr>
            <p:cNvPr id="36915" name="Oval 79">
              <a:extLst>
                <a:ext uri="{FF2B5EF4-FFF2-40B4-BE49-F238E27FC236}">
                  <a16:creationId xmlns:a16="http://schemas.microsoft.com/office/drawing/2014/main" id="{A8C8DC5C-10EB-4DCE-8745-FFDF3AB81497}"/>
                </a:ext>
              </a:extLst>
            </p:cNvPr>
            <p:cNvSpPr>
              <a:spLocks noChangeArrowheads="1"/>
            </p:cNvSpPr>
            <p:nvPr/>
          </p:nvSpPr>
          <p:spPr bwMode="auto">
            <a:xfrm>
              <a:off x="2832" y="3896"/>
              <a:ext cx="200" cy="184"/>
            </a:xfrm>
            <a:prstGeom prst="ellipse">
              <a:avLst/>
            </a:prstGeom>
            <a:solidFill>
              <a:schemeClr val="bg2"/>
            </a:solidFill>
            <a:ln w="127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36916" name="Text Box 80">
              <a:extLst>
                <a:ext uri="{FF2B5EF4-FFF2-40B4-BE49-F238E27FC236}">
                  <a16:creationId xmlns:a16="http://schemas.microsoft.com/office/drawing/2014/main" id="{25DDBDBB-C28A-4DF6-8A02-D745D693DF44}"/>
                </a:ext>
              </a:extLst>
            </p:cNvPr>
            <p:cNvSpPr txBox="1">
              <a:spLocks noChangeArrowheads="1"/>
            </p:cNvSpPr>
            <p:nvPr/>
          </p:nvSpPr>
          <p:spPr bwMode="auto">
            <a:xfrm>
              <a:off x="2886" y="3920"/>
              <a:ext cx="1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sym typeface="Symbol" panose="05050102010706020507" pitchFamily="18" charset="2"/>
                </a:rPr>
                <a:t>9</a:t>
              </a:r>
              <a:endParaRPr lang="en-US" altLang="en-US" sz="1800" b="1">
                <a:solidFill>
                  <a:schemeClr val="bg1"/>
                </a:solidFill>
                <a:latin typeface="Cambria" panose="02040503050406030204" pitchFamily="18" charset="0"/>
              </a:endParaRPr>
            </a:p>
          </p:txBody>
        </p:sp>
      </p:grpSp>
      <p:sp>
        <p:nvSpPr>
          <p:cNvPr id="36914" name="Rectangle 2">
            <a:extLst>
              <a:ext uri="{FF2B5EF4-FFF2-40B4-BE49-F238E27FC236}">
                <a16:creationId xmlns:a16="http://schemas.microsoft.com/office/drawing/2014/main" id="{D4CCDCF7-2815-469E-ACBD-F46F6AB31596}"/>
              </a:ext>
            </a:extLst>
          </p:cNvPr>
          <p:cNvSpPr>
            <a:spLocks noChangeArrowheads="1"/>
          </p:cNvSpPr>
          <p:nvPr/>
        </p:nvSpPr>
        <p:spPr bwMode="auto">
          <a:xfrm rot="-5400000">
            <a:off x="-1808956" y="2805906"/>
            <a:ext cx="49403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eaLnBrk="1" hangingPunct="1">
              <a:spcBef>
                <a:spcPct val="0"/>
              </a:spcBef>
              <a:spcAft>
                <a:spcPct val="0"/>
              </a:spcAft>
              <a:buClrTx/>
              <a:buFontTx/>
              <a:buNone/>
            </a:pPr>
            <a:r>
              <a:rPr lang="en-US" altLang="en-US" b="1">
                <a:solidFill>
                  <a:srgbClr val="FF0000"/>
                </a:solidFill>
                <a:latin typeface="Cambria" panose="02040503050406030204" pitchFamily="18" charset="0"/>
              </a:rPr>
              <a:t>A Trip Through the Human Cardiovascular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980B1B8-DBF7-4EBA-BEEF-C748E66FE5FE}"/>
              </a:ext>
            </a:extLst>
          </p:cNvPr>
          <p:cNvSpPr>
            <a:spLocks noGrp="1" noChangeArrowheads="1"/>
          </p:cNvSpPr>
          <p:nvPr>
            <p:ph type="title" idx="4294967295"/>
          </p:nvPr>
        </p:nvSpPr>
        <p:spPr>
          <a:xfrm>
            <a:off x="419100" y="534988"/>
            <a:ext cx="8534400" cy="584200"/>
          </a:xfrm>
        </p:spPr>
        <p:txBody>
          <a:bodyPr/>
          <a:lstStyle/>
          <a:p>
            <a:pPr eaLnBrk="1" hangingPunct="1">
              <a:lnSpc>
                <a:spcPct val="80000"/>
              </a:lnSpc>
            </a:pPr>
            <a:r>
              <a:rPr lang="en-US" altLang="en-US" sz="4000">
                <a:solidFill>
                  <a:srgbClr val="FF0000"/>
                </a:solidFill>
                <a:latin typeface="Cambria" panose="02040503050406030204" pitchFamily="18" charset="0"/>
              </a:rPr>
              <a:t>How the Heart Works</a:t>
            </a:r>
          </a:p>
        </p:txBody>
      </p:sp>
      <p:sp>
        <p:nvSpPr>
          <p:cNvPr id="38915" name="Rectangle 3">
            <a:extLst>
              <a:ext uri="{FF2B5EF4-FFF2-40B4-BE49-F238E27FC236}">
                <a16:creationId xmlns:a16="http://schemas.microsoft.com/office/drawing/2014/main" id="{E7CD489D-1BC8-4490-901A-42422627CECF}"/>
              </a:ext>
            </a:extLst>
          </p:cNvPr>
          <p:cNvSpPr>
            <a:spLocks noGrp="1" noChangeArrowheads="1"/>
          </p:cNvSpPr>
          <p:nvPr>
            <p:ph type="body" idx="4294967295"/>
          </p:nvPr>
        </p:nvSpPr>
        <p:spPr>
          <a:xfrm>
            <a:off x="520700" y="1622425"/>
            <a:ext cx="8318500" cy="2571750"/>
          </a:xfrm>
        </p:spPr>
        <p:txBody>
          <a:bodyPr/>
          <a:lstStyle/>
          <a:p>
            <a:pPr marL="446088" lvl="1" eaLnBrk="1" hangingPunct="1"/>
            <a:r>
              <a:rPr lang="en-US" altLang="en-US" b="1" dirty="0">
                <a:latin typeface="Cambria" panose="02040503050406030204" pitchFamily="18" charset="0"/>
              </a:rPr>
              <a:t>The human heart</a:t>
            </a:r>
          </a:p>
          <a:p>
            <a:pPr marL="1054100" lvl="2" indent="-355600" eaLnBrk="1" hangingPunct="1"/>
            <a:r>
              <a:rPr lang="en-US" altLang="en-US" b="1" dirty="0">
                <a:latin typeface="Cambria" panose="02040503050406030204" pitchFamily="18" charset="0"/>
              </a:rPr>
              <a:t>is a </a:t>
            </a:r>
            <a:r>
              <a:rPr lang="en-US" altLang="en-US" b="1" dirty="0">
                <a:highlight>
                  <a:srgbClr val="FFFF00"/>
                </a:highlight>
                <a:latin typeface="Cambria" panose="02040503050406030204" pitchFamily="18" charset="0"/>
              </a:rPr>
              <a:t>muscular</a:t>
            </a:r>
            <a:r>
              <a:rPr lang="en-US" altLang="en-US" b="1" dirty="0">
                <a:latin typeface="Cambria" panose="02040503050406030204" pitchFamily="18" charset="0"/>
              </a:rPr>
              <a:t> organ about the size of a fist</a:t>
            </a:r>
          </a:p>
          <a:p>
            <a:pPr marL="1054100" lvl="2" indent="-355600" eaLnBrk="1" hangingPunct="1"/>
            <a:r>
              <a:rPr lang="en-US" altLang="en-US" b="1" dirty="0">
                <a:latin typeface="Cambria" panose="02040503050406030204" pitchFamily="18" charset="0"/>
              </a:rPr>
              <a:t>is located under the breastbone </a:t>
            </a:r>
          </a:p>
          <a:p>
            <a:pPr marL="1054100" lvl="2" indent="-355600" eaLnBrk="1" hangingPunct="1"/>
            <a:r>
              <a:rPr lang="en-US" altLang="en-US" b="1" dirty="0">
                <a:latin typeface="Cambria" panose="02040503050406030204" pitchFamily="18" charset="0"/>
              </a:rPr>
              <a:t>has </a:t>
            </a:r>
            <a:r>
              <a:rPr lang="en-US" altLang="en-US" b="1" dirty="0">
                <a:highlight>
                  <a:srgbClr val="FFFF00"/>
                </a:highlight>
                <a:latin typeface="Cambria" panose="02040503050406030204" pitchFamily="18" charset="0"/>
              </a:rPr>
              <a:t>four</a:t>
            </a:r>
            <a:r>
              <a:rPr lang="en-US" altLang="en-US" b="1" dirty="0">
                <a:latin typeface="Cambria" panose="02040503050406030204" pitchFamily="18" charset="0"/>
              </a:rPr>
              <a:t> chambers</a:t>
            </a:r>
          </a:p>
        </p:txBody>
      </p:sp>
      <p:sp>
        <p:nvSpPr>
          <p:cNvPr id="38916" name="Line 6">
            <a:extLst>
              <a:ext uri="{FF2B5EF4-FFF2-40B4-BE49-F238E27FC236}">
                <a16:creationId xmlns:a16="http://schemas.microsoft.com/office/drawing/2014/main" id="{46CC30B4-34F0-4427-899D-6564811AEF7F}"/>
              </a:ext>
            </a:extLst>
          </p:cNvPr>
          <p:cNvSpPr>
            <a:spLocks noChangeShapeType="1"/>
          </p:cNvSpPr>
          <p:nvPr/>
        </p:nvSpPr>
        <p:spPr bwMode="auto">
          <a:xfrm>
            <a:off x="304800" y="1344613"/>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D05DF8D-C9D8-4F10-AFF2-38391D180111}"/>
              </a:ext>
            </a:extLst>
          </p:cNvPr>
          <p:cNvSpPr>
            <a:spLocks noGrp="1" noChangeArrowheads="1"/>
          </p:cNvSpPr>
          <p:nvPr>
            <p:ph type="body" idx="4294967295"/>
          </p:nvPr>
        </p:nvSpPr>
        <p:spPr>
          <a:xfrm>
            <a:off x="396875" y="1492250"/>
            <a:ext cx="8480425" cy="2049463"/>
          </a:xfrm>
        </p:spPr>
        <p:txBody>
          <a:bodyPr/>
          <a:lstStyle/>
          <a:p>
            <a:pPr marL="446088" lvl="1" eaLnBrk="1" hangingPunct="1"/>
            <a:r>
              <a:rPr lang="en-US" altLang="en-US" sz="2400" b="1" dirty="0">
                <a:latin typeface="Cambria" panose="02040503050406030204" pitchFamily="18" charset="0"/>
              </a:rPr>
              <a:t>The path of blood flow through the human heart functions as two pumps moving blood between</a:t>
            </a:r>
          </a:p>
          <a:p>
            <a:pPr marL="1041400" lvl="2" indent="-342900" eaLnBrk="1" hangingPunct="1"/>
            <a:r>
              <a:rPr lang="en-US" altLang="en-US" sz="2400" b="1" dirty="0">
                <a:latin typeface="Cambria" panose="02040503050406030204" pitchFamily="18" charset="0"/>
              </a:rPr>
              <a:t>the heart and lungs</a:t>
            </a:r>
          </a:p>
          <a:p>
            <a:pPr marL="1041400" lvl="2" indent="-342900" eaLnBrk="1" hangingPunct="1"/>
            <a:r>
              <a:rPr lang="en-US" altLang="en-US" sz="2400" b="1" dirty="0">
                <a:latin typeface="Cambria" panose="02040503050406030204" pitchFamily="18" charset="0"/>
              </a:rPr>
              <a:t>the heart and the rest of the body</a:t>
            </a:r>
          </a:p>
        </p:txBody>
      </p:sp>
      <p:sp>
        <p:nvSpPr>
          <p:cNvPr id="40963" name="Rectangle 2">
            <a:extLst>
              <a:ext uri="{FF2B5EF4-FFF2-40B4-BE49-F238E27FC236}">
                <a16:creationId xmlns:a16="http://schemas.microsoft.com/office/drawing/2014/main" id="{B52D9338-B846-4900-B982-27129974DCB7}"/>
              </a:ext>
            </a:extLst>
          </p:cNvPr>
          <p:cNvSpPr>
            <a:spLocks noChangeArrowheads="1"/>
          </p:cNvSpPr>
          <p:nvPr/>
        </p:nvSpPr>
        <p:spPr bwMode="auto">
          <a:xfrm>
            <a:off x="501650" y="384175"/>
            <a:ext cx="8140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How the Heart Works</a:t>
            </a:r>
          </a:p>
        </p:txBody>
      </p:sp>
      <p:sp>
        <p:nvSpPr>
          <p:cNvPr id="40964" name="Line 6">
            <a:extLst>
              <a:ext uri="{FF2B5EF4-FFF2-40B4-BE49-F238E27FC236}">
                <a16:creationId xmlns:a16="http://schemas.microsoft.com/office/drawing/2014/main" id="{3B5454BF-2DA3-48C7-9E3E-36610CBAA875}"/>
              </a:ext>
            </a:extLst>
          </p:cNvPr>
          <p:cNvSpPr>
            <a:spLocks noChangeShapeType="1"/>
          </p:cNvSpPr>
          <p:nvPr/>
        </p:nvSpPr>
        <p:spPr bwMode="auto">
          <a:xfrm>
            <a:off x="304800" y="123983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23_04HeartBloodFlow-U">
            <a:extLst>
              <a:ext uri="{FF2B5EF4-FFF2-40B4-BE49-F238E27FC236}">
                <a16:creationId xmlns:a16="http://schemas.microsoft.com/office/drawing/2014/main" id="{947C43D2-D004-41FA-AA4B-A1B985C120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136525"/>
            <a:ext cx="6810375"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ext Box 4">
            <a:extLst>
              <a:ext uri="{FF2B5EF4-FFF2-40B4-BE49-F238E27FC236}">
                <a16:creationId xmlns:a16="http://schemas.microsoft.com/office/drawing/2014/main" id="{12F0E620-0F92-4154-83A8-CFA49A840DEB}"/>
              </a:ext>
            </a:extLst>
          </p:cNvPr>
          <p:cNvSpPr txBox="1">
            <a:spLocks noChangeArrowheads="1"/>
          </p:cNvSpPr>
          <p:nvPr/>
        </p:nvSpPr>
        <p:spPr bwMode="auto">
          <a:xfrm>
            <a:off x="2073275" y="241300"/>
            <a:ext cx="155257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25000">
                <a:latin typeface="Cambria" panose="02040503050406030204" pitchFamily="18" charset="0"/>
                <a:sym typeface="Symbol" panose="05050102010706020507" pitchFamily="18" charset="2"/>
              </a:rPr>
              <a:t>2</a:t>
            </a:r>
            <a:r>
              <a:rPr lang="en-US" altLang="en-US" sz="1800" b="1">
                <a:latin typeface="Cambria" panose="02040503050406030204" pitchFamily="18" charset="0"/>
                <a:sym typeface="Symbol" panose="05050102010706020507" pitchFamily="18" charset="2"/>
              </a:rPr>
              <a:t>-rich blood</a:t>
            </a:r>
            <a:endParaRPr lang="en-US" altLang="en-US" sz="1800" b="1">
              <a:latin typeface="Cambria" panose="02040503050406030204" pitchFamily="18" charset="0"/>
            </a:endParaRPr>
          </a:p>
        </p:txBody>
      </p:sp>
      <p:sp>
        <p:nvSpPr>
          <p:cNvPr id="43012" name="Text Box 5">
            <a:extLst>
              <a:ext uri="{FF2B5EF4-FFF2-40B4-BE49-F238E27FC236}">
                <a16:creationId xmlns:a16="http://schemas.microsoft.com/office/drawing/2014/main" id="{1DCF886D-7B2C-4432-B4C8-65EDA0F6EEA5}"/>
              </a:ext>
            </a:extLst>
          </p:cNvPr>
          <p:cNvSpPr txBox="1">
            <a:spLocks noChangeArrowheads="1"/>
          </p:cNvSpPr>
          <p:nvPr/>
        </p:nvSpPr>
        <p:spPr bwMode="auto">
          <a:xfrm>
            <a:off x="2073275" y="685800"/>
            <a:ext cx="162242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O</a:t>
            </a:r>
            <a:r>
              <a:rPr lang="en-US" altLang="en-US" sz="1800" b="1" baseline="-25000">
                <a:latin typeface="Cambria" panose="02040503050406030204" pitchFamily="18" charset="0"/>
                <a:sym typeface="Symbol" panose="05050102010706020507" pitchFamily="18" charset="2"/>
              </a:rPr>
              <a:t>2</a:t>
            </a:r>
            <a:r>
              <a:rPr lang="en-US" altLang="en-US" sz="1800" b="1">
                <a:latin typeface="Cambria" panose="02040503050406030204" pitchFamily="18" charset="0"/>
                <a:sym typeface="Symbol" panose="05050102010706020507" pitchFamily="18" charset="2"/>
              </a:rPr>
              <a:t>-poor blood</a:t>
            </a:r>
            <a:endParaRPr lang="en-US" altLang="en-US" sz="1800" b="1">
              <a:latin typeface="Cambria" panose="02040503050406030204" pitchFamily="18" charset="0"/>
            </a:endParaRPr>
          </a:p>
        </p:txBody>
      </p:sp>
      <p:sp>
        <p:nvSpPr>
          <p:cNvPr id="43013" name="Text Box 6">
            <a:extLst>
              <a:ext uri="{FF2B5EF4-FFF2-40B4-BE49-F238E27FC236}">
                <a16:creationId xmlns:a16="http://schemas.microsoft.com/office/drawing/2014/main" id="{C697C825-6088-4FDF-BA1A-7678B7DE881A}"/>
              </a:ext>
            </a:extLst>
          </p:cNvPr>
          <p:cNvSpPr txBox="1">
            <a:spLocks noChangeArrowheads="1"/>
          </p:cNvSpPr>
          <p:nvPr/>
        </p:nvSpPr>
        <p:spPr bwMode="auto">
          <a:xfrm>
            <a:off x="1958975" y="3365500"/>
            <a:ext cx="1387475"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Right atrium</a:t>
            </a:r>
            <a:endParaRPr lang="en-US" altLang="en-US" sz="1800" b="1">
              <a:latin typeface="Cambria" panose="02040503050406030204" pitchFamily="18" charset="0"/>
            </a:endParaRPr>
          </a:p>
        </p:txBody>
      </p:sp>
      <p:sp>
        <p:nvSpPr>
          <p:cNvPr id="43014" name="Text Box 7">
            <a:extLst>
              <a:ext uri="{FF2B5EF4-FFF2-40B4-BE49-F238E27FC236}">
                <a16:creationId xmlns:a16="http://schemas.microsoft.com/office/drawing/2014/main" id="{E97B5531-0F48-4584-B4B4-CFA74442A951}"/>
              </a:ext>
            </a:extLst>
          </p:cNvPr>
          <p:cNvSpPr txBox="1">
            <a:spLocks noChangeArrowheads="1"/>
          </p:cNvSpPr>
          <p:nvPr/>
        </p:nvSpPr>
        <p:spPr bwMode="auto">
          <a:xfrm>
            <a:off x="7216775" y="3530600"/>
            <a:ext cx="1093788" cy="31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Left atrium</a:t>
            </a:r>
            <a:endParaRPr lang="en-US" altLang="en-US" sz="1800" b="1">
              <a:latin typeface="Cambria" panose="02040503050406030204" pitchFamily="18" charset="0"/>
            </a:endParaRPr>
          </a:p>
        </p:txBody>
      </p:sp>
      <p:sp>
        <p:nvSpPr>
          <p:cNvPr id="43015" name="Text Box 8">
            <a:extLst>
              <a:ext uri="{FF2B5EF4-FFF2-40B4-BE49-F238E27FC236}">
                <a16:creationId xmlns:a16="http://schemas.microsoft.com/office/drawing/2014/main" id="{656CB1C7-3E88-4206-A788-4F35851F150A}"/>
              </a:ext>
            </a:extLst>
          </p:cNvPr>
          <p:cNvSpPr txBox="1">
            <a:spLocks noChangeArrowheads="1"/>
          </p:cNvSpPr>
          <p:nvPr/>
        </p:nvSpPr>
        <p:spPr bwMode="auto">
          <a:xfrm>
            <a:off x="5667375" y="6032500"/>
            <a:ext cx="9191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Left</a:t>
            </a:r>
          </a:p>
          <a:p>
            <a:pPr algn="ct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ventricle</a:t>
            </a:r>
            <a:endParaRPr lang="en-US" altLang="en-US" sz="1800" b="1">
              <a:latin typeface="Cambria" panose="02040503050406030204" pitchFamily="18" charset="0"/>
            </a:endParaRPr>
          </a:p>
        </p:txBody>
      </p:sp>
      <p:sp>
        <p:nvSpPr>
          <p:cNvPr id="43016" name="Text Box 9">
            <a:extLst>
              <a:ext uri="{FF2B5EF4-FFF2-40B4-BE49-F238E27FC236}">
                <a16:creationId xmlns:a16="http://schemas.microsoft.com/office/drawing/2014/main" id="{E4CA2D2D-3FA2-40A0-B465-EBAB13D21451}"/>
              </a:ext>
            </a:extLst>
          </p:cNvPr>
          <p:cNvSpPr txBox="1">
            <a:spLocks noChangeArrowheads="1"/>
          </p:cNvSpPr>
          <p:nvPr/>
        </p:nvSpPr>
        <p:spPr bwMode="auto">
          <a:xfrm>
            <a:off x="4321175" y="5600700"/>
            <a:ext cx="9191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Right</a:t>
            </a:r>
          </a:p>
          <a:p>
            <a:pPr algn="ct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ventricle</a:t>
            </a:r>
            <a:endParaRPr lang="en-US" altLang="en-US" sz="1800" b="1">
              <a:latin typeface="Cambria" panose="02040503050406030204" pitchFamily="18" charset="0"/>
            </a:endParaRPr>
          </a:p>
        </p:txBody>
      </p:sp>
      <p:sp>
        <p:nvSpPr>
          <p:cNvPr id="43017" name="Text Box 10">
            <a:extLst>
              <a:ext uri="{FF2B5EF4-FFF2-40B4-BE49-F238E27FC236}">
                <a16:creationId xmlns:a16="http://schemas.microsoft.com/office/drawing/2014/main" id="{B1BB7241-4A3C-490F-9AF6-AAA1E9228DAF}"/>
              </a:ext>
            </a:extLst>
          </p:cNvPr>
          <p:cNvSpPr txBox="1">
            <a:spLocks noChangeArrowheads="1"/>
          </p:cNvSpPr>
          <p:nvPr/>
        </p:nvSpPr>
        <p:spPr bwMode="auto">
          <a:xfrm>
            <a:off x="3279775" y="6286500"/>
            <a:ext cx="12287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From body</a:t>
            </a:r>
            <a:endParaRPr lang="en-US" altLang="en-US" sz="1800" b="1">
              <a:latin typeface="Cambria" panose="02040503050406030204" pitchFamily="18" charset="0"/>
            </a:endParaRPr>
          </a:p>
        </p:txBody>
      </p:sp>
      <p:sp>
        <p:nvSpPr>
          <p:cNvPr id="43018" name="Text Box 11">
            <a:extLst>
              <a:ext uri="{FF2B5EF4-FFF2-40B4-BE49-F238E27FC236}">
                <a16:creationId xmlns:a16="http://schemas.microsoft.com/office/drawing/2014/main" id="{E45E331F-1F07-4108-BB53-27B2F1B038B1}"/>
              </a:ext>
            </a:extLst>
          </p:cNvPr>
          <p:cNvSpPr txBox="1">
            <a:spLocks noChangeArrowheads="1"/>
          </p:cNvSpPr>
          <p:nvPr/>
        </p:nvSpPr>
        <p:spPr bwMode="auto">
          <a:xfrm>
            <a:off x="2238375" y="1562100"/>
            <a:ext cx="5302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Right</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lung</a:t>
            </a:r>
            <a:endParaRPr lang="en-US" altLang="en-US" sz="1800" b="1">
              <a:latin typeface="Cambria" panose="02040503050406030204" pitchFamily="18" charset="0"/>
            </a:endParaRPr>
          </a:p>
        </p:txBody>
      </p:sp>
      <p:sp>
        <p:nvSpPr>
          <p:cNvPr id="43019" name="Text Box 12">
            <a:extLst>
              <a:ext uri="{FF2B5EF4-FFF2-40B4-BE49-F238E27FC236}">
                <a16:creationId xmlns:a16="http://schemas.microsoft.com/office/drawing/2014/main" id="{A8488D18-2A6E-48D7-A5B2-383E417065E8}"/>
              </a:ext>
            </a:extLst>
          </p:cNvPr>
          <p:cNvSpPr txBox="1">
            <a:spLocks noChangeArrowheads="1"/>
          </p:cNvSpPr>
          <p:nvPr/>
        </p:nvSpPr>
        <p:spPr bwMode="auto">
          <a:xfrm>
            <a:off x="7394575" y="1574800"/>
            <a:ext cx="5302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Left</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lung</a:t>
            </a:r>
            <a:endParaRPr lang="en-US" altLang="en-US" sz="1800" b="1">
              <a:latin typeface="Cambria" panose="02040503050406030204" pitchFamily="18" charset="0"/>
            </a:endParaRPr>
          </a:p>
        </p:txBody>
      </p:sp>
      <p:sp>
        <p:nvSpPr>
          <p:cNvPr id="43020" name="Text Box 13">
            <a:extLst>
              <a:ext uri="{FF2B5EF4-FFF2-40B4-BE49-F238E27FC236}">
                <a16:creationId xmlns:a16="http://schemas.microsoft.com/office/drawing/2014/main" id="{3E418EC5-268F-4DAF-B373-CF80E6BF3707}"/>
              </a:ext>
            </a:extLst>
          </p:cNvPr>
          <p:cNvSpPr txBox="1">
            <a:spLocks noChangeArrowheads="1"/>
          </p:cNvSpPr>
          <p:nvPr/>
        </p:nvSpPr>
        <p:spPr bwMode="auto">
          <a:xfrm>
            <a:off x="3902075" y="584200"/>
            <a:ext cx="6572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From</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body</a:t>
            </a:r>
            <a:endParaRPr lang="en-US" altLang="en-US" sz="1800" b="1">
              <a:latin typeface="Cambria" panose="02040503050406030204" pitchFamily="18" charset="0"/>
            </a:endParaRPr>
          </a:p>
        </p:txBody>
      </p:sp>
      <p:sp>
        <p:nvSpPr>
          <p:cNvPr id="43021" name="Text Box 14">
            <a:extLst>
              <a:ext uri="{FF2B5EF4-FFF2-40B4-BE49-F238E27FC236}">
                <a16:creationId xmlns:a16="http://schemas.microsoft.com/office/drawing/2014/main" id="{D2D9C06B-92E0-4B1A-9256-6AF5640F2C28}"/>
              </a:ext>
            </a:extLst>
          </p:cNvPr>
          <p:cNvSpPr txBox="1">
            <a:spLocks noChangeArrowheads="1"/>
          </p:cNvSpPr>
          <p:nvPr/>
        </p:nvSpPr>
        <p:spPr bwMode="auto">
          <a:xfrm>
            <a:off x="6111875" y="165100"/>
            <a:ext cx="92392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To body</a:t>
            </a:r>
            <a:endParaRPr lang="en-US" altLang="en-US" sz="1800" b="1">
              <a:latin typeface="Cambria" panose="02040503050406030204" pitchFamily="18" charset="0"/>
            </a:endParaRPr>
          </a:p>
        </p:txBody>
      </p:sp>
      <p:sp>
        <p:nvSpPr>
          <p:cNvPr id="43022" name="Text Box 15">
            <a:extLst>
              <a:ext uri="{FF2B5EF4-FFF2-40B4-BE49-F238E27FC236}">
                <a16:creationId xmlns:a16="http://schemas.microsoft.com/office/drawing/2014/main" id="{7387DA44-62B4-4795-92E3-C6FFA11F903F}"/>
              </a:ext>
            </a:extLst>
          </p:cNvPr>
          <p:cNvSpPr txBox="1">
            <a:spLocks noChangeArrowheads="1"/>
          </p:cNvSpPr>
          <p:nvPr/>
        </p:nvSpPr>
        <p:spPr bwMode="auto">
          <a:xfrm>
            <a:off x="1958975" y="3797300"/>
            <a:ext cx="684213" cy="31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dirty="0">
                <a:highlight>
                  <a:srgbClr val="FFFF00"/>
                </a:highlight>
                <a:latin typeface="Cambria" panose="02040503050406030204" pitchFamily="18" charset="0"/>
                <a:sym typeface="Symbol" panose="05050102010706020507" pitchFamily="18" charset="2"/>
              </a:rPr>
              <a:t>Valves</a:t>
            </a:r>
            <a:endParaRPr lang="en-US" altLang="en-US" sz="1800" b="1" dirty="0">
              <a:highlight>
                <a:srgbClr val="FFFF00"/>
              </a:highlight>
              <a:latin typeface="Cambria" panose="02040503050406030204" pitchFamily="18" charset="0"/>
            </a:endParaRPr>
          </a:p>
        </p:txBody>
      </p:sp>
      <p:sp>
        <p:nvSpPr>
          <p:cNvPr id="43023" name="Text Box 16">
            <a:extLst>
              <a:ext uri="{FF2B5EF4-FFF2-40B4-BE49-F238E27FC236}">
                <a16:creationId xmlns:a16="http://schemas.microsoft.com/office/drawing/2014/main" id="{B90C2B40-B723-4D8B-A9F6-2709FB7B4084}"/>
              </a:ext>
            </a:extLst>
          </p:cNvPr>
          <p:cNvSpPr txBox="1">
            <a:spLocks noChangeArrowheads="1"/>
          </p:cNvSpPr>
          <p:nvPr/>
        </p:nvSpPr>
        <p:spPr bwMode="auto">
          <a:xfrm>
            <a:off x="7153275" y="3860800"/>
            <a:ext cx="684213" cy="31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Valves</a:t>
            </a:r>
            <a:endParaRPr lang="en-US" altLang="en-US" sz="1800" b="1">
              <a:latin typeface="Cambria" panose="02040503050406030204" pitchFamily="18" charset="0"/>
            </a:endParaRPr>
          </a:p>
        </p:txBody>
      </p:sp>
      <p:sp>
        <p:nvSpPr>
          <p:cNvPr id="43024" name="Line 17">
            <a:extLst>
              <a:ext uri="{FF2B5EF4-FFF2-40B4-BE49-F238E27FC236}">
                <a16:creationId xmlns:a16="http://schemas.microsoft.com/office/drawing/2014/main" id="{64EE1A6C-134C-4A24-9A3A-F48E779D35F6}"/>
              </a:ext>
            </a:extLst>
          </p:cNvPr>
          <p:cNvSpPr>
            <a:spLocks noChangeShapeType="1"/>
          </p:cNvSpPr>
          <p:nvPr/>
        </p:nvSpPr>
        <p:spPr bwMode="auto">
          <a:xfrm flipV="1">
            <a:off x="3333750" y="3276600"/>
            <a:ext cx="635000" cy="215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5" name="Line 18">
            <a:extLst>
              <a:ext uri="{FF2B5EF4-FFF2-40B4-BE49-F238E27FC236}">
                <a16:creationId xmlns:a16="http://schemas.microsoft.com/office/drawing/2014/main" id="{8EC278B3-D760-4D16-9536-82082D59C2A8}"/>
              </a:ext>
            </a:extLst>
          </p:cNvPr>
          <p:cNvSpPr>
            <a:spLocks noChangeShapeType="1"/>
          </p:cNvSpPr>
          <p:nvPr/>
        </p:nvSpPr>
        <p:spPr bwMode="auto">
          <a:xfrm flipV="1">
            <a:off x="2711450" y="2971800"/>
            <a:ext cx="2362200" cy="965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6" name="Line 19">
            <a:extLst>
              <a:ext uri="{FF2B5EF4-FFF2-40B4-BE49-F238E27FC236}">
                <a16:creationId xmlns:a16="http://schemas.microsoft.com/office/drawing/2014/main" id="{D3AA52C3-FF76-45E4-B2EF-1DEAA946CA4F}"/>
              </a:ext>
            </a:extLst>
          </p:cNvPr>
          <p:cNvSpPr>
            <a:spLocks noChangeShapeType="1"/>
          </p:cNvSpPr>
          <p:nvPr/>
        </p:nvSpPr>
        <p:spPr bwMode="auto">
          <a:xfrm>
            <a:off x="2711450" y="3937000"/>
            <a:ext cx="1765300" cy="304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7" name="Line 20">
            <a:extLst>
              <a:ext uri="{FF2B5EF4-FFF2-40B4-BE49-F238E27FC236}">
                <a16:creationId xmlns:a16="http://schemas.microsoft.com/office/drawing/2014/main" id="{356C6B23-6E90-40C8-A630-31D1D0135B3D}"/>
              </a:ext>
            </a:extLst>
          </p:cNvPr>
          <p:cNvSpPr>
            <a:spLocks noChangeShapeType="1"/>
          </p:cNvSpPr>
          <p:nvPr/>
        </p:nvSpPr>
        <p:spPr bwMode="auto">
          <a:xfrm flipV="1">
            <a:off x="4794250" y="4686300"/>
            <a:ext cx="0" cy="901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8" name="Line 21">
            <a:extLst>
              <a:ext uri="{FF2B5EF4-FFF2-40B4-BE49-F238E27FC236}">
                <a16:creationId xmlns:a16="http://schemas.microsoft.com/office/drawing/2014/main" id="{4C666E63-485D-447D-B5F3-BF5A0D7289B8}"/>
              </a:ext>
            </a:extLst>
          </p:cNvPr>
          <p:cNvSpPr>
            <a:spLocks noChangeShapeType="1"/>
          </p:cNvSpPr>
          <p:nvPr/>
        </p:nvSpPr>
        <p:spPr bwMode="auto">
          <a:xfrm flipV="1">
            <a:off x="6102350" y="4864100"/>
            <a:ext cx="0" cy="1155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9" name="Line 22">
            <a:extLst>
              <a:ext uri="{FF2B5EF4-FFF2-40B4-BE49-F238E27FC236}">
                <a16:creationId xmlns:a16="http://schemas.microsoft.com/office/drawing/2014/main" id="{3E16CE15-E7B5-4595-8B68-AA9D1763599A}"/>
              </a:ext>
            </a:extLst>
          </p:cNvPr>
          <p:cNvSpPr>
            <a:spLocks noChangeShapeType="1"/>
          </p:cNvSpPr>
          <p:nvPr/>
        </p:nvSpPr>
        <p:spPr bwMode="auto">
          <a:xfrm flipH="1" flipV="1">
            <a:off x="6026150" y="3848100"/>
            <a:ext cx="1092200" cy="127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30" name="Line 23">
            <a:extLst>
              <a:ext uri="{FF2B5EF4-FFF2-40B4-BE49-F238E27FC236}">
                <a16:creationId xmlns:a16="http://schemas.microsoft.com/office/drawing/2014/main" id="{4265B0C0-90B3-420B-BCEB-E7FF81B7A5A9}"/>
              </a:ext>
            </a:extLst>
          </p:cNvPr>
          <p:cNvSpPr>
            <a:spLocks noChangeShapeType="1"/>
          </p:cNvSpPr>
          <p:nvPr/>
        </p:nvSpPr>
        <p:spPr bwMode="auto">
          <a:xfrm flipH="1" flipV="1">
            <a:off x="5429250" y="3136900"/>
            <a:ext cx="1689100" cy="838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31" name="Line 24">
            <a:extLst>
              <a:ext uri="{FF2B5EF4-FFF2-40B4-BE49-F238E27FC236}">
                <a16:creationId xmlns:a16="http://schemas.microsoft.com/office/drawing/2014/main" id="{3A095A20-75C1-4F9E-AD0A-3FE9FAFFE4B4}"/>
              </a:ext>
            </a:extLst>
          </p:cNvPr>
          <p:cNvSpPr>
            <a:spLocks noChangeShapeType="1"/>
          </p:cNvSpPr>
          <p:nvPr/>
        </p:nvSpPr>
        <p:spPr bwMode="auto">
          <a:xfrm flipH="1" flipV="1">
            <a:off x="6178550" y="3187700"/>
            <a:ext cx="1003300" cy="469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32" name="Rectangle 2">
            <a:extLst>
              <a:ext uri="{FF2B5EF4-FFF2-40B4-BE49-F238E27FC236}">
                <a16:creationId xmlns:a16="http://schemas.microsoft.com/office/drawing/2014/main" id="{8AA39020-A2DD-4A2C-931C-3830DC4AB80A}"/>
              </a:ext>
            </a:extLst>
          </p:cNvPr>
          <p:cNvSpPr>
            <a:spLocks noChangeArrowheads="1"/>
          </p:cNvSpPr>
          <p:nvPr/>
        </p:nvSpPr>
        <p:spPr bwMode="auto">
          <a:xfrm rot="-5400000">
            <a:off x="-1622425" y="2949575"/>
            <a:ext cx="4572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eaLnBrk="1" hangingPunct="1">
              <a:spcBef>
                <a:spcPct val="0"/>
              </a:spcBef>
              <a:spcAft>
                <a:spcPct val="0"/>
              </a:spcAft>
              <a:buClrTx/>
              <a:buFontTx/>
              <a:buNone/>
            </a:pPr>
            <a:r>
              <a:rPr lang="en-US" altLang="en-US" sz="2400" b="1">
                <a:solidFill>
                  <a:srgbClr val="FF0000"/>
                </a:solidFill>
                <a:latin typeface="Cambria" panose="02040503050406030204" pitchFamily="18" charset="0"/>
              </a:rPr>
              <a:t>Path of Blood flow Through the Human Heart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144A695-DC42-4DCE-A6DE-E7D1BDBDB9C1}"/>
              </a:ext>
            </a:extLst>
          </p:cNvPr>
          <p:cNvSpPr>
            <a:spLocks noGrp="1" noChangeArrowheads="1"/>
          </p:cNvSpPr>
          <p:nvPr>
            <p:ph type="title" idx="4294967295"/>
          </p:nvPr>
        </p:nvSpPr>
        <p:spPr>
          <a:xfrm>
            <a:off x="465138" y="427038"/>
            <a:ext cx="8534400" cy="584200"/>
          </a:xfrm>
        </p:spPr>
        <p:txBody>
          <a:bodyPr/>
          <a:lstStyle/>
          <a:p>
            <a:pPr eaLnBrk="1" hangingPunct="1">
              <a:lnSpc>
                <a:spcPct val="80000"/>
              </a:lnSpc>
            </a:pPr>
            <a:r>
              <a:rPr lang="en-US" altLang="en-US" sz="4000">
                <a:solidFill>
                  <a:srgbClr val="FF0000"/>
                </a:solidFill>
                <a:latin typeface="Cambria" panose="02040503050406030204" pitchFamily="18" charset="0"/>
              </a:rPr>
              <a:t>The Cardiac Cycle</a:t>
            </a:r>
          </a:p>
        </p:txBody>
      </p:sp>
      <p:sp>
        <p:nvSpPr>
          <p:cNvPr id="45059" name="Rectangle 3">
            <a:extLst>
              <a:ext uri="{FF2B5EF4-FFF2-40B4-BE49-F238E27FC236}">
                <a16:creationId xmlns:a16="http://schemas.microsoft.com/office/drawing/2014/main" id="{D28ECEBC-8ACF-444A-937E-C97579382D34}"/>
              </a:ext>
            </a:extLst>
          </p:cNvPr>
          <p:cNvSpPr>
            <a:spLocks noGrp="1" noChangeArrowheads="1"/>
          </p:cNvSpPr>
          <p:nvPr>
            <p:ph type="body" idx="4294967295"/>
          </p:nvPr>
        </p:nvSpPr>
        <p:spPr>
          <a:xfrm>
            <a:off x="465138" y="1725613"/>
            <a:ext cx="8067675" cy="4204228"/>
          </a:xfrm>
        </p:spPr>
        <p:txBody>
          <a:bodyPr/>
          <a:lstStyle/>
          <a:p>
            <a:pPr marL="446088" lvl="1" eaLnBrk="1" hangingPunct="1"/>
            <a:r>
              <a:rPr lang="en-US" altLang="en-US" b="1" dirty="0">
                <a:latin typeface="Cambria" panose="02040503050406030204" pitchFamily="18" charset="0"/>
              </a:rPr>
              <a:t>The heart relaxes and contracts throughout our lives.</a:t>
            </a:r>
          </a:p>
          <a:p>
            <a:pPr marL="1054100" lvl="2" indent="-355600" eaLnBrk="1" hangingPunct="1"/>
            <a:r>
              <a:rPr lang="en-US" altLang="en-US" sz="3200" b="1" dirty="0">
                <a:solidFill>
                  <a:srgbClr val="FF0000"/>
                </a:solidFill>
                <a:latin typeface="Cambria" panose="02040503050406030204" pitchFamily="18" charset="0"/>
              </a:rPr>
              <a:t>Diastole</a:t>
            </a:r>
            <a:r>
              <a:rPr lang="en-US" altLang="en-US" b="1" dirty="0">
                <a:latin typeface="Cambria" panose="02040503050406030204" pitchFamily="18" charset="0"/>
              </a:rPr>
              <a:t> is the </a:t>
            </a:r>
            <a:r>
              <a:rPr lang="en-US" altLang="en-US" b="1" dirty="0">
                <a:solidFill>
                  <a:srgbClr val="FF0000"/>
                </a:solidFill>
                <a:latin typeface="Cambria" panose="02040503050406030204" pitchFamily="18" charset="0"/>
              </a:rPr>
              <a:t>relaxation</a:t>
            </a:r>
            <a:r>
              <a:rPr lang="en-US" altLang="en-US" b="1" dirty="0">
                <a:latin typeface="Cambria" panose="02040503050406030204" pitchFamily="18" charset="0"/>
              </a:rPr>
              <a:t> phase of the heart cycle.</a:t>
            </a:r>
          </a:p>
          <a:p>
            <a:pPr marL="1054100" lvl="2" indent="-355600" eaLnBrk="1" hangingPunct="1"/>
            <a:r>
              <a:rPr lang="en-US" altLang="en-US" sz="3600" b="1" dirty="0">
                <a:solidFill>
                  <a:srgbClr val="FF0000"/>
                </a:solidFill>
                <a:latin typeface="Cambria" panose="02040503050406030204" pitchFamily="18" charset="0"/>
              </a:rPr>
              <a:t>Systole</a:t>
            </a:r>
            <a:r>
              <a:rPr lang="en-US" altLang="en-US" sz="3600" b="1" dirty="0">
                <a:latin typeface="Cambria" panose="02040503050406030204" pitchFamily="18" charset="0"/>
              </a:rPr>
              <a:t> </a:t>
            </a:r>
            <a:r>
              <a:rPr lang="en-US" altLang="en-US" b="1" dirty="0">
                <a:latin typeface="Cambria" panose="02040503050406030204" pitchFamily="18" charset="0"/>
              </a:rPr>
              <a:t>is the </a:t>
            </a:r>
            <a:r>
              <a:rPr lang="en-US" altLang="en-US" b="1" dirty="0">
                <a:solidFill>
                  <a:srgbClr val="FF0000"/>
                </a:solidFill>
                <a:latin typeface="Cambria" panose="02040503050406030204" pitchFamily="18" charset="0"/>
              </a:rPr>
              <a:t>contraction</a:t>
            </a:r>
            <a:r>
              <a:rPr lang="en-US" altLang="en-US" b="1" dirty="0">
                <a:latin typeface="Cambria" panose="02040503050406030204" pitchFamily="18" charset="0"/>
              </a:rPr>
              <a:t> phase.</a:t>
            </a:r>
          </a:p>
          <a:p>
            <a:pPr marL="446088" lvl="1" eaLnBrk="1" hangingPunct="1"/>
            <a:r>
              <a:rPr lang="en-US" altLang="en-US" b="1" dirty="0">
                <a:latin typeface="Cambria" panose="02040503050406030204" pitchFamily="18" charset="0"/>
              </a:rPr>
              <a:t>A </a:t>
            </a:r>
            <a:r>
              <a:rPr lang="en-US" altLang="en-US" b="1" dirty="0">
                <a:solidFill>
                  <a:srgbClr val="FF0000"/>
                </a:solidFill>
                <a:latin typeface="Cambria" panose="02040503050406030204" pitchFamily="18" charset="0"/>
              </a:rPr>
              <a:t>heart murmur </a:t>
            </a:r>
            <a:r>
              <a:rPr lang="en-US" altLang="en-US" b="1" dirty="0">
                <a:latin typeface="Cambria" panose="02040503050406030204" pitchFamily="18" charset="0"/>
              </a:rPr>
              <a:t>is a sound that may indicate a defect in one or more of the heart valves.</a:t>
            </a:r>
          </a:p>
        </p:txBody>
      </p:sp>
      <p:sp>
        <p:nvSpPr>
          <p:cNvPr id="45060" name="Line 6">
            <a:extLst>
              <a:ext uri="{FF2B5EF4-FFF2-40B4-BE49-F238E27FC236}">
                <a16:creationId xmlns:a16="http://schemas.microsoft.com/office/drawing/2014/main" id="{070931B4-5D0D-443A-83DC-C29CEB50A2EF}"/>
              </a:ext>
            </a:extLst>
          </p:cNvPr>
          <p:cNvSpPr>
            <a:spLocks noChangeShapeType="1"/>
          </p:cNvSpPr>
          <p:nvPr/>
        </p:nvSpPr>
        <p:spPr bwMode="auto">
          <a:xfrm>
            <a:off x="296863" y="125095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23_05CardiacCycle_3-U">
            <a:extLst>
              <a:ext uri="{FF2B5EF4-FFF2-40B4-BE49-F238E27FC236}">
                <a16:creationId xmlns:a16="http://schemas.microsoft.com/office/drawing/2014/main" id="{9669DD64-218A-457A-8662-E320317364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038" y="136525"/>
            <a:ext cx="6261100"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Text Box 4">
            <a:extLst>
              <a:ext uri="{FF2B5EF4-FFF2-40B4-BE49-F238E27FC236}">
                <a16:creationId xmlns:a16="http://schemas.microsoft.com/office/drawing/2014/main" id="{03935941-8E53-4F76-AFD1-66E3559EA665}"/>
              </a:ext>
            </a:extLst>
          </p:cNvPr>
          <p:cNvSpPr txBox="1">
            <a:spLocks noChangeArrowheads="1"/>
          </p:cNvSpPr>
          <p:nvPr/>
        </p:nvSpPr>
        <p:spPr bwMode="auto">
          <a:xfrm>
            <a:off x="2754313" y="1104900"/>
            <a:ext cx="176847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Arial" panose="020B0604020202020204" pitchFamily="34" charset="0"/>
              </a:rPr>
              <a:t>Heart is relaxed.</a:t>
            </a:r>
          </a:p>
          <a:p>
            <a:pPr>
              <a:lnSpc>
                <a:spcPct val="90000"/>
              </a:lnSpc>
              <a:spcBef>
                <a:spcPct val="0"/>
              </a:spcBef>
              <a:spcAft>
                <a:spcPct val="0"/>
              </a:spcAft>
              <a:buClrTx/>
              <a:buFontTx/>
              <a:buNone/>
            </a:pPr>
            <a:r>
              <a:rPr lang="en-US" altLang="en-US" sz="1800" b="1">
                <a:latin typeface="Arial" panose="020B0604020202020204" pitchFamily="34" charset="0"/>
              </a:rPr>
              <a:t>Blood flows in.</a:t>
            </a:r>
          </a:p>
        </p:txBody>
      </p:sp>
      <p:sp>
        <p:nvSpPr>
          <p:cNvPr id="47108" name="Text Box 5">
            <a:extLst>
              <a:ext uri="{FF2B5EF4-FFF2-40B4-BE49-F238E27FC236}">
                <a16:creationId xmlns:a16="http://schemas.microsoft.com/office/drawing/2014/main" id="{4B5966FE-0220-48C3-9838-68BBE4859FD2}"/>
              </a:ext>
            </a:extLst>
          </p:cNvPr>
          <p:cNvSpPr txBox="1">
            <a:spLocks noChangeArrowheads="1"/>
          </p:cNvSpPr>
          <p:nvPr/>
        </p:nvSpPr>
        <p:spPr bwMode="auto">
          <a:xfrm>
            <a:off x="2017713" y="3746500"/>
            <a:ext cx="12319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Arial" panose="020B0604020202020204" pitchFamily="34" charset="0"/>
              </a:rPr>
              <a:t>DIASTOLE</a:t>
            </a:r>
          </a:p>
        </p:txBody>
      </p:sp>
      <p:sp>
        <p:nvSpPr>
          <p:cNvPr id="47109" name="Text Box 6">
            <a:extLst>
              <a:ext uri="{FF2B5EF4-FFF2-40B4-BE49-F238E27FC236}">
                <a16:creationId xmlns:a16="http://schemas.microsoft.com/office/drawing/2014/main" id="{11E99A7A-FA4A-448C-B411-266E8DB9F775}"/>
              </a:ext>
            </a:extLst>
          </p:cNvPr>
          <p:cNvSpPr txBox="1">
            <a:spLocks noChangeArrowheads="1"/>
          </p:cNvSpPr>
          <p:nvPr/>
        </p:nvSpPr>
        <p:spPr bwMode="auto">
          <a:xfrm>
            <a:off x="3821113" y="4000500"/>
            <a:ext cx="427037"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90000"/>
              </a:lnSpc>
              <a:spcBef>
                <a:spcPct val="0"/>
              </a:spcBef>
              <a:spcAft>
                <a:spcPct val="0"/>
              </a:spcAft>
              <a:buClrTx/>
              <a:buFontTx/>
              <a:buNone/>
            </a:pPr>
            <a:r>
              <a:rPr lang="en-US" altLang="en-US" sz="1800" b="1">
                <a:latin typeface="Arial" panose="020B0604020202020204" pitchFamily="34" charset="0"/>
              </a:rPr>
              <a:t>0.4</a:t>
            </a:r>
          </a:p>
          <a:p>
            <a:pPr algn="ctr">
              <a:lnSpc>
                <a:spcPct val="90000"/>
              </a:lnSpc>
              <a:spcBef>
                <a:spcPct val="0"/>
              </a:spcBef>
              <a:spcAft>
                <a:spcPct val="0"/>
              </a:spcAft>
              <a:buClrTx/>
              <a:buFontTx/>
              <a:buNone/>
            </a:pPr>
            <a:r>
              <a:rPr lang="en-US" altLang="en-US" sz="1800" b="1">
                <a:latin typeface="Arial" panose="020B0604020202020204" pitchFamily="34" charset="0"/>
              </a:rPr>
              <a:t>sec</a:t>
            </a:r>
          </a:p>
        </p:txBody>
      </p:sp>
      <p:sp>
        <p:nvSpPr>
          <p:cNvPr id="47110" name="Text Box 7">
            <a:extLst>
              <a:ext uri="{FF2B5EF4-FFF2-40B4-BE49-F238E27FC236}">
                <a16:creationId xmlns:a16="http://schemas.microsoft.com/office/drawing/2014/main" id="{9C259434-7645-4BB0-B41B-73A98C50D580}"/>
              </a:ext>
            </a:extLst>
          </p:cNvPr>
          <p:cNvSpPr txBox="1">
            <a:spLocks noChangeArrowheads="1"/>
          </p:cNvSpPr>
          <p:nvPr/>
        </p:nvSpPr>
        <p:spPr bwMode="auto">
          <a:xfrm>
            <a:off x="5370513" y="254000"/>
            <a:ext cx="26289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Arial" panose="020B0604020202020204" pitchFamily="34" charset="0"/>
              </a:rPr>
              <a:t>Atria contract. Blood is</a:t>
            </a:r>
          </a:p>
          <a:p>
            <a:pPr>
              <a:lnSpc>
                <a:spcPct val="90000"/>
              </a:lnSpc>
              <a:spcBef>
                <a:spcPct val="0"/>
              </a:spcBef>
              <a:spcAft>
                <a:spcPct val="0"/>
              </a:spcAft>
              <a:buClrTx/>
              <a:buFontTx/>
              <a:buNone/>
            </a:pPr>
            <a:r>
              <a:rPr lang="en-US" altLang="en-US" sz="1800" b="1">
                <a:latin typeface="Arial" panose="020B0604020202020204" pitchFamily="34" charset="0"/>
              </a:rPr>
              <a:t>forced into ventricles.</a:t>
            </a:r>
          </a:p>
        </p:txBody>
      </p:sp>
      <p:sp>
        <p:nvSpPr>
          <p:cNvPr id="47111" name="Text Box 8">
            <a:extLst>
              <a:ext uri="{FF2B5EF4-FFF2-40B4-BE49-F238E27FC236}">
                <a16:creationId xmlns:a16="http://schemas.microsoft.com/office/drawing/2014/main" id="{AE8B3238-FB91-4562-91C0-BAF67996A79A}"/>
              </a:ext>
            </a:extLst>
          </p:cNvPr>
          <p:cNvSpPr txBox="1">
            <a:spLocks noChangeArrowheads="1"/>
          </p:cNvSpPr>
          <p:nvPr/>
        </p:nvSpPr>
        <p:spPr bwMode="auto">
          <a:xfrm>
            <a:off x="5421313" y="2514600"/>
            <a:ext cx="427037"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80000"/>
              </a:lnSpc>
              <a:spcBef>
                <a:spcPct val="0"/>
              </a:spcBef>
              <a:spcAft>
                <a:spcPct val="0"/>
              </a:spcAft>
              <a:buClrTx/>
              <a:buFontTx/>
              <a:buNone/>
            </a:pPr>
            <a:r>
              <a:rPr lang="en-US" altLang="en-US" sz="1800" b="1">
                <a:latin typeface="Arial" panose="020B0604020202020204" pitchFamily="34" charset="0"/>
              </a:rPr>
              <a:t>0.1</a:t>
            </a:r>
          </a:p>
          <a:p>
            <a:pPr algn="ctr">
              <a:lnSpc>
                <a:spcPct val="80000"/>
              </a:lnSpc>
              <a:spcBef>
                <a:spcPct val="0"/>
              </a:spcBef>
              <a:spcAft>
                <a:spcPct val="0"/>
              </a:spcAft>
              <a:buClrTx/>
              <a:buFontTx/>
              <a:buNone/>
            </a:pPr>
            <a:r>
              <a:rPr lang="en-US" altLang="en-US" sz="1800" b="1">
                <a:latin typeface="Arial" panose="020B0604020202020204" pitchFamily="34" charset="0"/>
              </a:rPr>
              <a:t>sec</a:t>
            </a:r>
          </a:p>
        </p:txBody>
      </p:sp>
      <p:sp>
        <p:nvSpPr>
          <p:cNvPr id="47112" name="Text Box 9">
            <a:extLst>
              <a:ext uri="{FF2B5EF4-FFF2-40B4-BE49-F238E27FC236}">
                <a16:creationId xmlns:a16="http://schemas.microsoft.com/office/drawing/2014/main" id="{A2F0D80D-636D-4717-A93B-B3A48BEE4DE8}"/>
              </a:ext>
            </a:extLst>
          </p:cNvPr>
          <p:cNvSpPr txBox="1">
            <a:spLocks noChangeArrowheads="1"/>
          </p:cNvSpPr>
          <p:nvPr/>
        </p:nvSpPr>
        <p:spPr bwMode="auto">
          <a:xfrm>
            <a:off x="6843713" y="3746500"/>
            <a:ext cx="11176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Arial" panose="020B0604020202020204" pitchFamily="34" charset="0"/>
              </a:rPr>
              <a:t>SYSTOLE</a:t>
            </a:r>
          </a:p>
        </p:txBody>
      </p:sp>
      <p:sp>
        <p:nvSpPr>
          <p:cNvPr id="47113" name="Text Box 10">
            <a:extLst>
              <a:ext uri="{FF2B5EF4-FFF2-40B4-BE49-F238E27FC236}">
                <a16:creationId xmlns:a16="http://schemas.microsoft.com/office/drawing/2014/main" id="{8D6A8AB6-2104-4AA3-AF0E-26A26480D401}"/>
              </a:ext>
            </a:extLst>
          </p:cNvPr>
          <p:cNvSpPr txBox="1">
            <a:spLocks noChangeArrowheads="1"/>
          </p:cNvSpPr>
          <p:nvPr/>
        </p:nvSpPr>
        <p:spPr bwMode="auto">
          <a:xfrm>
            <a:off x="3897313" y="6019800"/>
            <a:ext cx="2397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Arial" panose="020B0604020202020204" pitchFamily="34" charset="0"/>
              </a:rPr>
              <a:t>Ventricles contract.</a:t>
            </a:r>
          </a:p>
          <a:p>
            <a:pPr>
              <a:lnSpc>
                <a:spcPct val="90000"/>
              </a:lnSpc>
              <a:spcBef>
                <a:spcPct val="0"/>
              </a:spcBef>
              <a:spcAft>
                <a:spcPct val="0"/>
              </a:spcAft>
              <a:buClrTx/>
              <a:buFontTx/>
              <a:buNone/>
            </a:pPr>
            <a:r>
              <a:rPr lang="en-US" altLang="en-US" sz="1800" b="1">
                <a:latin typeface="Arial" panose="020B0604020202020204" pitchFamily="34" charset="0"/>
              </a:rPr>
              <a:t>Blood is pumped out.</a:t>
            </a:r>
          </a:p>
        </p:txBody>
      </p:sp>
      <p:sp>
        <p:nvSpPr>
          <p:cNvPr id="47114" name="Text Box 11">
            <a:extLst>
              <a:ext uri="{FF2B5EF4-FFF2-40B4-BE49-F238E27FC236}">
                <a16:creationId xmlns:a16="http://schemas.microsoft.com/office/drawing/2014/main" id="{F52D17C7-BCF5-4756-8936-799D751668C2}"/>
              </a:ext>
            </a:extLst>
          </p:cNvPr>
          <p:cNvSpPr txBox="1">
            <a:spLocks noChangeArrowheads="1"/>
          </p:cNvSpPr>
          <p:nvPr/>
        </p:nvSpPr>
        <p:spPr bwMode="auto">
          <a:xfrm>
            <a:off x="5903913" y="3454400"/>
            <a:ext cx="403225"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80000"/>
              </a:lnSpc>
              <a:spcBef>
                <a:spcPct val="0"/>
              </a:spcBef>
              <a:spcAft>
                <a:spcPct val="0"/>
              </a:spcAft>
              <a:buClrTx/>
              <a:buFontTx/>
              <a:buNone/>
            </a:pPr>
            <a:r>
              <a:rPr lang="en-US" altLang="en-US" sz="1800" b="1">
                <a:latin typeface="Arial" panose="020B0604020202020204" pitchFamily="34" charset="0"/>
              </a:rPr>
              <a:t>0.3</a:t>
            </a:r>
          </a:p>
          <a:p>
            <a:pPr algn="ctr">
              <a:lnSpc>
                <a:spcPct val="80000"/>
              </a:lnSpc>
              <a:spcBef>
                <a:spcPct val="0"/>
              </a:spcBef>
              <a:spcAft>
                <a:spcPct val="0"/>
              </a:spcAft>
              <a:buClrTx/>
              <a:buFontTx/>
              <a:buNone/>
            </a:pPr>
            <a:r>
              <a:rPr lang="en-US" altLang="en-US" sz="1800" b="1">
                <a:latin typeface="Arial" panose="020B0604020202020204" pitchFamily="34" charset="0"/>
              </a:rPr>
              <a:t>sec</a:t>
            </a:r>
          </a:p>
        </p:txBody>
      </p:sp>
      <p:sp>
        <p:nvSpPr>
          <p:cNvPr id="47115" name="Text Box 12">
            <a:extLst>
              <a:ext uri="{FF2B5EF4-FFF2-40B4-BE49-F238E27FC236}">
                <a16:creationId xmlns:a16="http://schemas.microsoft.com/office/drawing/2014/main" id="{AFFDF2C7-08A0-4DA3-AE5B-043075984864}"/>
              </a:ext>
            </a:extLst>
          </p:cNvPr>
          <p:cNvSpPr txBox="1">
            <a:spLocks noChangeArrowheads="1"/>
          </p:cNvSpPr>
          <p:nvPr/>
        </p:nvSpPr>
        <p:spPr bwMode="auto">
          <a:xfrm>
            <a:off x="4811713" y="3581400"/>
            <a:ext cx="427037"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80000"/>
              </a:lnSpc>
              <a:spcBef>
                <a:spcPct val="0"/>
              </a:spcBef>
              <a:spcAft>
                <a:spcPct val="0"/>
              </a:spcAft>
              <a:buClrTx/>
              <a:buFontTx/>
              <a:buNone/>
            </a:pPr>
            <a:r>
              <a:rPr lang="en-US" altLang="en-US" sz="1800" b="1">
                <a:latin typeface="Arial" panose="020B0604020202020204" pitchFamily="34" charset="0"/>
              </a:rPr>
              <a:t>0.8</a:t>
            </a:r>
          </a:p>
          <a:p>
            <a:pPr algn="ctr">
              <a:lnSpc>
                <a:spcPct val="80000"/>
              </a:lnSpc>
              <a:spcBef>
                <a:spcPct val="0"/>
              </a:spcBef>
              <a:spcAft>
                <a:spcPct val="0"/>
              </a:spcAft>
              <a:buClrTx/>
              <a:buFontTx/>
              <a:buNone/>
            </a:pPr>
            <a:r>
              <a:rPr lang="en-US" altLang="en-US" sz="1800" b="1">
                <a:latin typeface="Arial" panose="020B0604020202020204" pitchFamily="34" charset="0"/>
              </a:rPr>
              <a:t>sec</a:t>
            </a:r>
          </a:p>
        </p:txBody>
      </p:sp>
      <p:grpSp>
        <p:nvGrpSpPr>
          <p:cNvPr id="47116" name="Group 13">
            <a:extLst>
              <a:ext uri="{FF2B5EF4-FFF2-40B4-BE49-F238E27FC236}">
                <a16:creationId xmlns:a16="http://schemas.microsoft.com/office/drawing/2014/main" id="{81CA2F80-1D55-405A-86F2-7E04F9DBC9DD}"/>
              </a:ext>
            </a:extLst>
          </p:cNvPr>
          <p:cNvGrpSpPr>
            <a:grpSpLocks/>
          </p:cNvGrpSpPr>
          <p:nvPr/>
        </p:nvGrpSpPr>
        <p:grpSpPr bwMode="auto">
          <a:xfrm>
            <a:off x="2287588" y="1028700"/>
            <a:ext cx="355600" cy="342900"/>
            <a:chOff x="1200" y="648"/>
            <a:chExt cx="224" cy="216"/>
          </a:xfrm>
        </p:grpSpPr>
        <p:sp>
          <p:nvSpPr>
            <p:cNvPr id="47130" name="Oval 14">
              <a:extLst>
                <a:ext uri="{FF2B5EF4-FFF2-40B4-BE49-F238E27FC236}">
                  <a16:creationId xmlns:a16="http://schemas.microsoft.com/office/drawing/2014/main" id="{12F05802-8B50-4BA2-B065-483B8DFE450D}"/>
                </a:ext>
              </a:extLst>
            </p:cNvPr>
            <p:cNvSpPr>
              <a:spLocks noChangeArrowheads="1"/>
            </p:cNvSpPr>
            <p:nvPr/>
          </p:nvSpPr>
          <p:spPr bwMode="auto">
            <a:xfrm>
              <a:off x="1200" y="648"/>
              <a:ext cx="224" cy="216"/>
            </a:xfrm>
            <a:prstGeom prst="ellipse">
              <a:avLst/>
            </a:prstGeom>
            <a:solidFill>
              <a:schemeClr val="bg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Arial" panose="020B0604020202020204" pitchFamily="34" charset="0"/>
              </a:endParaRPr>
            </a:p>
          </p:txBody>
        </p:sp>
        <p:sp>
          <p:nvSpPr>
            <p:cNvPr id="47131" name="Text Box 15">
              <a:extLst>
                <a:ext uri="{FF2B5EF4-FFF2-40B4-BE49-F238E27FC236}">
                  <a16:creationId xmlns:a16="http://schemas.microsoft.com/office/drawing/2014/main" id="{8A4F86E0-46F1-42D8-92B5-60DDEFF6D292}"/>
                </a:ext>
              </a:extLst>
            </p:cNvPr>
            <p:cNvSpPr txBox="1">
              <a:spLocks noChangeArrowheads="1"/>
            </p:cNvSpPr>
            <p:nvPr/>
          </p:nvSpPr>
          <p:spPr bwMode="auto">
            <a:xfrm>
              <a:off x="1270" y="688"/>
              <a:ext cx="11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Arial" panose="020B0604020202020204" pitchFamily="34" charset="0"/>
                </a:rPr>
                <a:t>1</a:t>
              </a:r>
            </a:p>
          </p:txBody>
        </p:sp>
      </p:grpSp>
      <p:grpSp>
        <p:nvGrpSpPr>
          <p:cNvPr id="47117" name="Group 16">
            <a:extLst>
              <a:ext uri="{FF2B5EF4-FFF2-40B4-BE49-F238E27FC236}">
                <a16:creationId xmlns:a16="http://schemas.microsoft.com/office/drawing/2014/main" id="{1C2CD60E-8215-42A1-B67F-5974C5C29379}"/>
              </a:ext>
            </a:extLst>
          </p:cNvPr>
          <p:cNvGrpSpPr>
            <a:grpSpLocks/>
          </p:cNvGrpSpPr>
          <p:nvPr/>
        </p:nvGrpSpPr>
        <p:grpSpPr bwMode="auto">
          <a:xfrm>
            <a:off x="4929188" y="190500"/>
            <a:ext cx="355600" cy="342900"/>
            <a:chOff x="1200" y="648"/>
            <a:chExt cx="224" cy="216"/>
          </a:xfrm>
        </p:grpSpPr>
        <p:sp>
          <p:nvSpPr>
            <p:cNvPr id="47128" name="Oval 17">
              <a:extLst>
                <a:ext uri="{FF2B5EF4-FFF2-40B4-BE49-F238E27FC236}">
                  <a16:creationId xmlns:a16="http://schemas.microsoft.com/office/drawing/2014/main" id="{99268F11-0076-4B32-B4E2-34FC2FCF7E7C}"/>
                </a:ext>
              </a:extLst>
            </p:cNvPr>
            <p:cNvSpPr>
              <a:spLocks noChangeArrowheads="1"/>
            </p:cNvSpPr>
            <p:nvPr/>
          </p:nvSpPr>
          <p:spPr bwMode="auto">
            <a:xfrm>
              <a:off x="1200" y="648"/>
              <a:ext cx="224" cy="216"/>
            </a:xfrm>
            <a:prstGeom prst="ellipse">
              <a:avLst/>
            </a:prstGeom>
            <a:solidFill>
              <a:schemeClr val="bg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Arial" panose="020B0604020202020204" pitchFamily="34" charset="0"/>
              </a:endParaRPr>
            </a:p>
          </p:txBody>
        </p:sp>
        <p:sp>
          <p:nvSpPr>
            <p:cNvPr id="47129" name="Text Box 18">
              <a:extLst>
                <a:ext uri="{FF2B5EF4-FFF2-40B4-BE49-F238E27FC236}">
                  <a16:creationId xmlns:a16="http://schemas.microsoft.com/office/drawing/2014/main" id="{3B2C05F0-9E71-46AE-837F-E682C4166DDE}"/>
                </a:ext>
              </a:extLst>
            </p:cNvPr>
            <p:cNvSpPr txBox="1">
              <a:spLocks noChangeArrowheads="1"/>
            </p:cNvSpPr>
            <p:nvPr/>
          </p:nvSpPr>
          <p:spPr bwMode="auto">
            <a:xfrm>
              <a:off x="1270" y="688"/>
              <a:ext cx="11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Arial" panose="020B0604020202020204" pitchFamily="34" charset="0"/>
                </a:rPr>
                <a:t>2</a:t>
              </a:r>
            </a:p>
          </p:txBody>
        </p:sp>
      </p:grpSp>
      <p:grpSp>
        <p:nvGrpSpPr>
          <p:cNvPr id="47118" name="Group 19">
            <a:extLst>
              <a:ext uri="{FF2B5EF4-FFF2-40B4-BE49-F238E27FC236}">
                <a16:creationId xmlns:a16="http://schemas.microsoft.com/office/drawing/2014/main" id="{4C1DE324-3D2A-4E4F-9CD6-71095A89C072}"/>
              </a:ext>
            </a:extLst>
          </p:cNvPr>
          <p:cNvGrpSpPr>
            <a:grpSpLocks/>
          </p:cNvGrpSpPr>
          <p:nvPr/>
        </p:nvGrpSpPr>
        <p:grpSpPr bwMode="auto">
          <a:xfrm>
            <a:off x="3443288" y="5956300"/>
            <a:ext cx="355600" cy="342900"/>
            <a:chOff x="1200" y="648"/>
            <a:chExt cx="224" cy="216"/>
          </a:xfrm>
        </p:grpSpPr>
        <p:sp>
          <p:nvSpPr>
            <p:cNvPr id="47126" name="Oval 20">
              <a:extLst>
                <a:ext uri="{FF2B5EF4-FFF2-40B4-BE49-F238E27FC236}">
                  <a16:creationId xmlns:a16="http://schemas.microsoft.com/office/drawing/2014/main" id="{6A22E896-5F49-41DB-BAA9-845C55BC766B}"/>
                </a:ext>
              </a:extLst>
            </p:cNvPr>
            <p:cNvSpPr>
              <a:spLocks noChangeArrowheads="1"/>
            </p:cNvSpPr>
            <p:nvPr/>
          </p:nvSpPr>
          <p:spPr bwMode="auto">
            <a:xfrm>
              <a:off x="1200" y="648"/>
              <a:ext cx="224" cy="216"/>
            </a:xfrm>
            <a:prstGeom prst="ellipse">
              <a:avLst/>
            </a:prstGeom>
            <a:solidFill>
              <a:schemeClr val="bg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Arial" panose="020B0604020202020204" pitchFamily="34" charset="0"/>
              </a:endParaRPr>
            </a:p>
          </p:txBody>
        </p:sp>
        <p:sp>
          <p:nvSpPr>
            <p:cNvPr id="47127" name="Text Box 21">
              <a:extLst>
                <a:ext uri="{FF2B5EF4-FFF2-40B4-BE49-F238E27FC236}">
                  <a16:creationId xmlns:a16="http://schemas.microsoft.com/office/drawing/2014/main" id="{741A794D-9CC5-4618-B199-CB187C038B5A}"/>
                </a:ext>
              </a:extLst>
            </p:cNvPr>
            <p:cNvSpPr txBox="1">
              <a:spLocks noChangeArrowheads="1"/>
            </p:cNvSpPr>
            <p:nvPr/>
          </p:nvSpPr>
          <p:spPr bwMode="auto">
            <a:xfrm>
              <a:off x="1270" y="688"/>
              <a:ext cx="11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Arial" panose="020B0604020202020204" pitchFamily="34" charset="0"/>
                </a:rPr>
                <a:t>3</a:t>
              </a:r>
            </a:p>
          </p:txBody>
        </p:sp>
      </p:grpSp>
      <p:grpSp>
        <p:nvGrpSpPr>
          <p:cNvPr id="47119" name="Group 22">
            <a:extLst>
              <a:ext uri="{FF2B5EF4-FFF2-40B4-BE49-F238E27FC236}">
                <a16:creationId xmlns:a16="http://schemas.microsoft.com/office/drawing/2014/main" id="{87684E90-D2A5-47C4-81A2-56C68A527DFE}"/>
              </a:ext>
            </a:extLst>
          </p:cNvPr>
          <p:cNvGrpSpPr>
            <a:grpSpLocks/>
          </p:cNvGrpSpPr>
          <p:nvPr/>
        </p:nvGrpSpPr>
        <p:grpSpPr bwMode="auto">
          <a:xfrm>
            <a:off x="5881688" y="5257800"/>
            <a:ext cx="558800" cy="889000"/>
            <a:chOff x="3464" y="3312"/>
            <a:chExt cx="352" cy="560"/>
          </a:xfrm>
        </p:grpSpPr>
        <p:sp>
          <p:nvSpPr>
            <p:cNvPr id="47124" name="Line 23">
              <a:extLst>
                <a:ext uri="{FF2B5EF4-FFF2-40B4-BE49-F238E27FC236}">
                  <a16:creationId xmlns:a16="http://schemas.microsoft.com/office/drawing/2014/main" id="{D958E0C1-6D1B-4119-B936-7BBC5D81F8B3}"/>
                </a:ext>
              </a:extLst>
            </p:cNvPr>
            <p:cNvSpPr>
              <a:spLocks noChangeShapeType="1"/>
            </p:cNvSpPr>
            <p:nvPr/>
          </p:nvSpPr>
          <p:spPr bwMode="auto">
            <a:xfrm flipH="1" flipV="1">
              <a:off x="3464" y="3312"/>
              <a:ext cx="128" cy="5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25" name="Line 24">
              <a:extLst>
                <a:ext uri="{FF2B5EF4-FFF2-40B4-BE49-F238E27FC236}">
                  <a16:creationId xmlns:a16="http://schemas.microsoft.com/office/drawing/2014/main" id="{6F7DF175-4127-4B3A-B554-8ED7AA75C542}"/>
                </a:ext>
              </a:extLst>
            </p:cNvPr>
            <p:cNvSpPr>
              <a:spLocks noChangeShapeType="1"/>
            </p:cNvSpPr>
            <p:nvPr/>
          </p:nvSpPr>
          <p:spPr bwMode="auto">
            <a:xfrm flipV="1">
              <a:off x="3592" y="3360"/>
              <a:ext cx="224" cy="5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7120" name="Group 25">
            <a:extLst>
              <a:ext uri="{FF2B5EF4-FFF2-40B4-BE49-F238E27FC236}">
                <a16:creationId xmlns:a16="http://schemas.microsoft.com/office/drawing/2014/main" id="{97451938-5B7B-4D28-B12A-8B4A70926816}"/>
              </a:ext>
            </a:extLst>
          </p:cNvPr>
          <p:cNvGrpSpPr>
            <a:grpSpLocks/>
          </p:cNvGrpSpPr>
          <p:nvPr/>
        </p:nvGrpSpPr>
        <p:grpSpPr bwMode="auto">
          <a:xfrm>
            <a:off x="5589588" y="800100"/>
            <a:ext cx="939800" cy="990600"/>
            <a:chOff x="3280" y="504"/>
            <a:chExt cx="592" cy="624"/>
          </a:xfrm>
        </p:grpSpPr>
        <p:sp>
          <p:nvSpPr>
            <p:cNvPr id="47122" name="Line 26">
              <a:extLst>
                <a:ext uri="{FF2B5EF4-FFF2-40B4-BE49-F238E27FC236}">
                  <a16:creationId xmlns:a16="http://schemas.microsoft.com/office/drawing/2014/main" id="{1F9FA519-C7F0-4A5E-8B0C-9E2E70089605}"/>
                </a:ext>
              </a:extLst>
            </p:cNvPr>
            <p:cNvSpPr>
              <a:spLocks noChangeShapeType="1"/>
            </p:cNvSpPr>
            <p:nvPr/>
          </p:nvSpPr>
          <p:spPr bwMode="auto">
            <a:xfrm flipH="1">
              <a:off x="3280" y="504"/>
              <a:ext cx="192" cy="6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23" name="Line 27">
              <a:extLst>
                <a:ext uri="{FF2B5EF4-FFF2-40B4-BE49-F238E27FC236}">
                  <a16:creationId xmlns:a16="http://schemas.microsoft.com/office/drawing/2014/main" id="{7DE076DC-4F3D-4075-B56A-D66053D9FB0C}"/>
                </a:ext>
              </a:extLst>
            </p:cNvPr>
            <p:cNvSpPr>
              <a:spLocks noChangeShapeType="1"/>
            </p:cNvSpPr>
            <p:nvPr/>
          </p:nvSpPr>
          <p:spPr bwMode="auto">
            <a:xfrm>
              <a:off x="3472" y="504"/>
              <a:ext cx="400" cy="5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7121" name="Rectangle 2">
            <a:extLst>
              <a:ext uri="{FF2B5EF4-FFF2-40B4-BE49-F238E27FC236}">
                <a16:creationId xmlns:a16="http://schemas.microsoft.com/office/drawing/2014/main" id="{786C5190-10BB-4530-BBC1-D132664B293D}"/>
              </a:ext>
            </a:extLst>
          </p:cNvPr>
          <p:cNvSpPr>
            <a:spLocks noChangeArrowheads="1"/>
          </p:cNvSpPr>
          <p:nvPr/>
        </p:nvSpPr>
        <p:spPr bwMode="auto">
          <a:xfrm rot="-5400000">
            <a:off x="-976313" y="3106738"/>
            <a:ext cx="3571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r>
              <a:rPr lang="en-US" altLang="en-US" sz="3200" b="1">
                <a:solidFill>
                  <a:srgbClr val="FF0000"/>
                </a:solidFill>
                <a:latin typeface="Cambria" panose="02040503050406030204" pitchFamily="18" charset="0"/>
              </a:rPr>
              <a:t>The Cardiac Cycle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3C4098D-D508-401B-8FF5-FD02564CC2BB}"/>
              </a:ext>
            </a:extLst>
          </p:cNvPr>
          <p:cNvSpPr>
            <a:spLocks noGrp="1" noChangeArrowheads="1"/>
          </p:cNvSpPr>
          <p:nvPr>
            <p:ph type="title" idx="4294967295"/>
          </p:nvPr>
        </p:nvSpPr>
        <p:spPr>
          <a:xfrm>
            <a:off x="304800" y="461963"/>
            <a:ext cx="8066088" cy="1077912"/>
          </a:xfrm>
        </p:spPr>
        <p:txBody>
          <a:bodyPr/>
          <a:lstStyle/>
          <a:p>
            <a:pPr eaLnBrk="1" hangingPunct="1">
              <a:lnSpc>
                <a:spcPct val="80000"/>
              </a:lnSpc>
            </a:pPr>
            <a:r>
              <a:rPr lang="en-US" altLang="en-US" sz="4000">
                <a:solidFill>
                  <a:srgbClr val="FFC000"/>
                </a:solidFill>
                <a:latin typeface="Cambria" panose="02040503050406030204" pitchFamily="18" charset="0"/>
              </a:rPr>
              <a:t>The Pacemaker and the Control of Heart Rate</a:t>
            </a:r>
          </a:p>
        </p:txBody>
      </p:sp>
      <p:sp>
        <p:nvSpPr>
          <p:cNvPr id="49155" name="Rectangle 3">
            <a:extLst>
              <a:ext uri="{FF2B5EF4-FFF2-40B4-BE49-F238E27FC236}">
                <a16:creationId xmlns:a16="http://schemas.microsoft.com/office/drawing/2014/main" id="{EE65D93D-8318-4C07-9F35-0892CA7BD130}"/>
              </a:ext>
            </a:extLst>
          </p:cNvPr>
          <p:cNvSpPr>
            <a:spLocks noGrp="1" noChangeArrowheads="1"/>
          </p:cNvSpPr>
          <p:nvPr>
            <p:ph type="body" idx="4294967295"/>
          </p:nvPr>
        </p:nvSpPr>
        <p:spPr>
          <a:xfrm>
            <a:off x="495300" y="2109788"/>
            <a:ext cx="8153400" cy="3890962"/>
          </a:xfrm>
        </p:spPr>
        <p:txBody>
          <a:bodyPr/>
          <a:lstStyle/>
          <a:p>
            <a:pPr marL="446088" lvl="1" eaLnBrk="1" hangingPunct="1"/>
            <a:r>
              <a:rPr lang="en-US" altLang="en-US" sz="2400" b="1" dirty="0">
                <a:latin typeface="Cambria" panose="02040503050406030204" pitchFamily="18" charset="0"/>
              </a:rPr>
              <a:t>The pacemaker, or </a:t>
            </a:r>
            <a:r>
              <a:rPr lang="en-US" altLang="en-US" sz="3200" b="1" dirty="0">
                <a:solidFill>
                  <a:srgbClr val="FF0000"/>
                </a:solidFill>
                <a:latin typeface="Cambria" panose="02040503050406030204" pitchFamily="18" charset="0"/>
              </a:rPr>
              <a:t>SA node (sinoatrial node) </a:t>
            </a:r>
            <a:r>
              <a:rPr lang="zh-CN" altLang="en-US" sz="2400" b="1" dirty="0">
                <a:solidFill>
                  <a:srgbClr val="FF0000"/>
                </a:solidFill>
                <a:latin typeface="KaiTi" panose="02010609060101010101" pitchFamily="49" charset="-122"/>
                <a:ea typeface="KaiTi" panose="02010609060101010101" pitchFamily="49" charset="-122"/>
              </a:rPr>
              <a:t>（窦房结）</a:t>
            </a:r>
            <a:r>
              <a:rPr lang="en-US" altLang="en-US" sz="2400" b="1" dirty="0">
                <a:latin typeface="Cambria" panose="02040503050406030204" pitchFamily="18" charset="0"/>
              </a:rPr>
              <a:t>,</a:t>
            </a:r>
          </a:p>
          <a:p>
            <a:pPr marL="1054100" lvl="2" indent="-355600" eaLnBrk="1" hangingPunct="1"/>
            <a:r>
              <a:rPr lang="en-US" altLang="en-US" sz="2400" b="1" dirty="0">
                <a:latin typeface="Cambria" panose="02040503050406030204" pitchFamily="18" charset="0"/>
              </a:rPr>
              <a:t>sets the </a:t>
            </a:r>
            <a:r>
              <a:rPr lang="en-US" altLang="en-US" sz="2400" b="1" dirty="0">
                <a:solidFill>
                  <a:srgbClr val="FF0000"/>
                </a:solidFill>
                <a:latin typeface="Cambria" panose="02040503050406030204" pitchFamily="18" charset="0"/>
              </a:rPr>
              <a:t>tempo</a:t>
            </a:r>
            <a:r>
              <a:rPr lang="en-US" altLang="en-US" sz="2400" b="1" dirty="0">
                <a:latin typeface="Cambria" panose="02040503050406030204" pitchFamily="18" charset="0"/>
              </a:rPr>
              <a:t> of the heartbeat </a:t>
            </a:r>
          </a:p>
          <a:p>
            <a:pPr marL="1054100" lvl="2" indent="-355600" eaLnBrk="1" hangingPunct="1"/>
            <a:r>
              <a:rPr lang="en-US" altLang="en-US" sz="2400" b="1" dirty="0">
                <a:latin typeface="Cambria" panose="02040503050406030204" pitchFamily="18" charset="0"/>
              </a:rPr>
              <a:t>composed of specialized </a:t>
            </a:r>
            <a:r>
              <a:rPr lang="en-US" altLang="en-US" sz="2400" b="1" dirty="0">
                <a:solidFill>
                  <a:srgbClr val="FF0000"/>
                </a:solidFill>
                <a:latin typeface="Cambria" panose="02040503050406030204" pitchFamily="18" charset="0"/>
              </a:rPr>
              <a:t>muscle</a:t>
            </a:r>
            <a:r>
              <a:rPr lang="en-US" altLang="en-US" sz="2400" b="1" dirty="0">
                <a:latin typeface="Cambria" panose="02040503050406030204" pitchFamily="18" charset="0"/>
              </a:rPr>
              <a:t> tissue in the wall of the </a:t>
            </a:r>
            <a:r>
              <a:rPr lang="en-US" altLang="en-US" sz="2400" b="1" dirty="0">
                <a:solidFill>
                  <a:srgbClr val="FF0000"/>
                </a:solidFill>
                <a:latin typeface="Cambria" panose="02040503050406030204" pitchFamily="18" charset="0"/>
              </a:rPr>
              <a:t>right atrium</a:t>
            </a:r>
            <a:r>
              <a:rPr lang="en-US" altLang="en-US" sz="2400" b="1" dirty="0">
                <a:latin typeface="Cambria" panose="02040503050406030204" pitchFamily="18" charset="0"/>
              </a:rPr>
              <a:t>.</a:t>
            </a:r>
          </a:p>
          <a:p>
            <a:pPr marL="446088" lvl="1" eaLnBrk="1" hangingPunct="1"/>
            <a:r>
              <a:rPr lang="en-US" altLang="en-US" sz="2400" b="1" dirty="0">
                <a:latin typeface="Cambria" panose="02040503050406030204" pitchFamily="18" charset="0"/>
              </a:rPr>
              <a:t>Impulses from the pacemaker spread quickly through the walls of both atria, prompting the atria to contract </a:t>
            </a:r>
            <a:r>
              <a:rPr lang="en-US" altLang="en-US" sz="2400" b="1" dirty="0">
                <a:solidFill>
                  <a:srgbClr val="FF0000"/>
                </a:solidFill>
                <a:latin typeface="Cambria" panose="02040503050406030204" pitchFamily="18" charset="0"/>
              </a:rPr>
              <a:t>at the same time</a:t>
            </a:r>
            <a:r>
              <a:rPr lang="en-US" altLang="en-US" sz="2400" b="1" dirty="0">
                <a:latin typeface="Cambria" panose="02040503050406030204" pitchFamily="18" charset="0"/>
              </a:rPr>
              <a:t>.</a:t>
            </a:r>
          </a:p>
        </p:txBody>
      </p:sp>
      <p:sp>
        <p:nvSpPr>
          <p:cNvPr id="49156" name="Line 6">
            <a:extLst>
              <a:ext uri="{FF2B5EF4-FFF2-40B4-BE49-F238E27FC236}">
                <a16:creationId xmlns:a16="http://schemas.microsoft.com/office/drawing/2014/main" id="{BD1E88C0-1525-4ACE-867F-FF1988DB7061}"/>
              </a:ext>
            </a:extLst>
          </p:cNvPr>
          <p:cNvSpPr>
            <a:spLocks noChangeShapeType="1"/>
          </p:cNvSpPr>
          <p:nvPr/>
        </p:nvSpPr>
        <p:spPr bwMode="auto">
          <a:xfrm>
            <a:off x="304800" y="169703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BEBF617-C5D9-441C-90B9-A492D4DE41FB}"/>
              </a:ext>
            </a:extLst>
          </p:cNvPr>
          <p:cNvSpPr>
            <a:spLocks noGrp="1" noChangeArrowheads="1"/>
          </p:cNvSpPr>
          <p:nvPr>
            <p:ph type="title" idx="4294967295"/>
          </p:nvPr>
        </p:nvSpPr>
        <p:spPr>
          <a:xfrm>
            <a:off x="711200" y="555625"/>
            <a:ext cx="7720013" cy="1077913"/>
          </a:xfrm>
        </p:spPr>
        <p:txBody>
          <a:bodyPr/>
          <a:lstStyle/>
          <a:p>
            <a:pPr eaLnBrk="1" hangingPunct="1">
              <a:lnSpc>
                <a:spcPct val="80000"/>
              </a:lnSpc>
            </a:pPr>
            <a:r>
              <a:rPr lang="en-US" altLang="en-US" sz="4000">
                <a:solidFill>
                  <a:srgbClr val="FF0000"/>
                </a:solidFill>
                <a:latin typeface="Cambria" panose="02040503050406030204" pitchFamily="18" charset="0"/>
              </a:rPr>
              <a:t>The Pacemaker and the Control of Heart Rate</a:t>
            </a:r>
          </a:p>
        </p:txBody>
      </p:sp>
      <p:sp>
        <p:nvSpPr>
          <p:cNvPr id="51203" name="Rectangle 3">
            <a:extLst>
              <a:ext uri="{FF2B5EF4-FFF2-40B4-BE49-F238E27FC236}">
                <a16:creationId xmlns:a16="http://schemas.microsoft.com/office/drawing/2014/main" id="{1E2E7B64-AE33-4B24-9C56-8851C96905BB}"/>
              </a:ext>
            </a:extLst>
          </p:cNvPr>
          <p:cNvSpPr>
            <a:spLocks noGrp="1" noChangeArrowheads="1"/>
          </p:cNvSpPr>
          <p:nvPr>
            <p:ph type="body" idx="4294967295"/>
          </p:nvPr>
        </p:nvSpPr>
        <p:spPr>
          <a:xfrm>
            <a:off x="558800" y="2232025"/>
            <a:ext cx="8280400" cy="1849438"/>
          </a:xfrm>
        </p:spPr>
        <p:txBody>
          <a:bodyPr/>
          <a:lstStyle/>
          <a:p>
            <a:pPr marL="446088" lvl="1" eaLnBrk="1" hangingPunct="1"/>
            <a:r>
              <a:rPr lang="en-US" altLang="zh-CN" b="1" dirty="0">
                <a:solidFill>
                  <a:srgbClr val="0D0D0D"/>
                </a:solidFill>
                <a:latin typeface="Cambria" panose="02040503050406030204" pitchFamily="18" charset="0"/>
                <a:ea typeface="宋体" panose="02010600030101010101" pitchFamily="2" charset="-122"/>
              </a:rPr>
              <a:t>The </a:t>
            </a:r>
            <a:r>
              <a:rPr lang="en-US" altLang="zh-CN" b="1" dirty="0">
                <a:solidFill>
                  <a:srgbClr val="FF0000"/>
                </a:solidFill>
                <a:latin typeface="Cambria" panose="02040503050406030204" pitchFamily="18" charset="0"/>
                <a:ea typeface="宋体" panose="02010600030101010101" pitchFamily="2" charset="-122"/>
              </a:rPr>
              <a:t>AV node (atrioventricular node) </a:t>
            </a:r>
            <a:r>
              <a:rPr lang="en-US" altLang="zh-CN" b="1" dirty="0">
                <a:solidFill>
                  <a:srgbClr val="FF0000"/>
                </a:solidFill>
                <a:latin typeface="KaiTi" panose="02010609060101010101" pitchFamily="49" charset="-122"/>
                <a:ea typeface="KaiTi" panose="02010609060101010101" pitchFamily="49" charset="-122"/>
              </a:rPr>
              <a:t>(</a:t>
            </a:r>
            <a:r>
              <a:rPr lang="zh-CN" altLang="en-US" b="1" dirty="0">
                <a:solidFill>
                  <a:srgbClr val="FF0000"/>
                </a:solidFill>
                <a:latin typeface="KaiTi" panose="02010609060101010101" pitchFamily="49" charset="-122"/>
                <a:ea typeface="KaiTi" panose="02010609060101010101" pitchFamily="49" charset="-122"/>
              </a:rPr>
              <a:t>房室结）</a:t>
            </a:r>
          </a:p>
          <a:p>
            <a:pPr marL="1041400" lvl="2" indent="-342900" eaLnBrk="1" hangingPunct="1"/>
            <a:r>
              <a:rPr lang="en-US" altLang="zh-CN" b="1" dirty="0">
                <a:solidFill>
                  <a:srgbClr val="0D0D0D"/>
                </a:solidFill>
                <a:latin typeface="Cambria" panose="02040503050406030204" pitchFamily="18" charset="0"/>
                <a:ea typeface="宋体" panose="02010600030101010101" pitchFamily="2" charset="-122"/>
              </a:rPr>
              <a:t>a </a:t>
            </a:r>
            <a:r>
              <a:rPr lang="en-US" altLang="zh-CN" b="1" dirty="0">
                <a:solidFill>
                  <a:srgbClr val="FF0000"/>
                </a:solidFill>
                <a:latin typeface="Cambria" panose="02040503050406030204" pitchFamily="18" charset="0"/>
                <a:ea typeface="宋体" panose="02010600030101010101" pitchFamily="2" charset="-122"/>
              </a:rPr>
              <a:t>relay</a:t>
            </a:r>
            <a:r>
              <a:rPr lang="en-US" altLang="zh-CN" b="1" dirty="0">
                <a:solidFill>
                  <a:srgbClr val="0D0D0D"/>
                </a:solidFill>
                <a:latin typeface="Cambria" panose="02040503050406030204" pitchFamily="18" charset="0"/>
                <a:ea typeface="宋体" panose="02010600030101010101" pitchFamily="2" charset="-122"/>
              </a:rPr>
              <a:t> point that </a:t>
            </a:r>
            <a:r>
              <a:rPr lang="en-US" altLang="zh-CN" b="1" dirty="0">
                <a:solidFill>
                  <a:srgbClr val="0D0D0D"/>
                </a:solidFill>
                <a:highlight>
                  <a:srgbClr val="FFFF00"/>
                </a:highlight>
                <a:latin typeface="Cambria" panose="02040503050406030204" pitchFamily="18" charset="0"/>
                <a:ea typeface="宋体" panose="02010600030101010101" pitchFamily="2" charset="-122"/>
              </a:rPr>
              <a:t>delays</a:t>
            </a:r>
            <a:r>
              <a:rPr lang="en-US" altLang="zh-CN" b="1" dirty="0">
                <a:solidFill>
                  <a:srgbClr val="0D0D0D"/>
                </a:solidFill>
                <a:latin typeface="Cambria" panose="02040503050406030204" pitchFamily="18" charset="0"/>
                <a:ea typeface="宋体" panose="02010600030101010101" pitchFamily="2" charset="-122"/>
              </a:rPr>
              <a:t> the signal</a:t>
            </a:r>
          </a:p>
          <a:p>
            <a:pPr marL="1041400" lvl="2" indent="-342900" eaLnBrk="1" hangingPunct="1"/>
            <a:r>
              <a:rPr lang="en-US" altLang="zh-CN" b="1" dirty="0">
                <a:solidFill>
                  <a:srgbClr val="0D0D0D"/>
                </a:solidFill>
                <a:latin typeface="Cambria" panose="02040503050406030204" pitchFamily="18" charset="0"/>
                <a:ea typeface="宋体" panose="02010600030101010101" pitchFamily="2" charset="-122"/>
              </a:rPr>
              <a:t>sends impulses to the </a:t>
            </a:r>
            <a:r>
              <a:rPr lang="en-US" altLang="zh-CN" b="1" dirty="0">
                <a:solidFill>
                  <a:srgbClr val="FF0000"/>
                </a:solidFill>
                <a:latin typeface="Cambria" panose="02040503050406030204" pitchFamily="18" charset="0"/>
                <a:ea typeface="宋体" panose="02010600030101010101" pitchFamily="2" charset="-122"/>
              </a:rPr>
              <a:t>ventricles</a:t>
            </a:r>
            <a:endParaRPr lang="en-US" altLang="zh-CN" b="1" dirty="0">
              <a:solidFill>
                <a:srgbClr val="0D0D0D"/>
              </a:solidFill>
              <a:latin typeface="Cambria" panose="02040503050406030204" pitchFamily="18" charset="0"/>
              <a:ea typeface="宋体" panose="02010600030101010101" pitchFamily="2" charset="-122"/>
            </a:endParaRPr>
          </a:p>
        </p:txBody>
      </p:sp>
      <p:sp>
        <p:nvSpPr>
          <p:cNvPr id="51204" name="Line 6">
            <a:extLst>
              <a:ext uri="{FF2B5EF4-FFF2-40B4-BE49-F238E27FC236}">
                <a16:creationId xmlns:a16="http://schemas.microsoft.com/office/drawing/2014/main" id="{D2567191-185F-49C9-BA3E-515E0EE7C24B}"/>
              </a:ext>
            </a:extLst>
          </p:cNvPr>
          <p:cNvSpPr>
            <a:spLocks noChangeShapeType="1"/>
          </p:cNvSpPr>
          <p:nvPr/>
        </p:nvSpPr>
        <p:spPr bwMode="auto">
          <a:xfrm>
            <a:off x="304800" y="184943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23_06aNaturalPacemaker-U">
            <a:extLst>
              <a:ext uri="{FF2B5EF4-FFF2-40B4-BE49-F238E27FC236}">
                <a16:creationId xmlns:a16="http://schemas.microsoft.com/office/drawing/2014/main" id="{11813C5E-B162-4F0E-B9D3-1D18EFD4D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1498600"/>
            <a:ext cx="8548687" cy="385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3251" name="Group 4">
            <a:extLst>
              <a:ext uri="{FF2B5EF4-FFF2-40B4-BE49-F238E27FC236}">
                <a16:creationId xmlns:a16="http://schemas.microsoft.com/office/drawing/2014/main" id="{0CA9A0FA-A100-4C73-8250-FC84086B4828}"/>
              </a:ext>
            </a:extLst>
          </p:cNvPr>
          <p:cNvGrpSpPr>
            <a:grpSpLocks/>
          </p:cNvGrpSpPr>
          <p:nvPr/>
        </p:nvGrpSpPr>
        <p:grpSpPr bwMode="auto">
          <a:xfrm>
            <a:off x="660400" y="4076700"/>
            <a:ext cx="355600" cy="342900"/>
            <a:chOff x="1200" y="648"/>
            <a:chExt cx="224" cy="216"/>
          </a:xfrm>
        </p:grpSpPr>
        <p:sp>
          <p:nvSpPr>
            <p:cNvPr id="53270" name="Oval 5">
              <a:extLst>
                <a:ext uri="{FF2B5EF4-FFF2-40B4-BE49-F238E27FC236}">
                  <a16:creationId xmlns:a16="http://schemas.microsoft.com/office/drawing/2014/main" id="{3ADAA52B-51D2-48C7-9792-0570AFEF2DF9}"/>
                </a:ext>
              </a:extLst>
            </p:cNvPr>
            <p:cNvSpPr>
              <a:spLocks noChangeArrowheads="1"/>
            </p:cNvSpPr>
            <p:nvPr/>
          </p:nvSpPr>
          <p:spPr bwMode="auto">
            <a:xfrm>
              <a:off x="1200" y="648"/>
              <a:ext cx="224" cy="216"/>
            </a:xfrm>
            <a:prstGeom prst="ellipse">
              <a:avLst/>
            </a:prstGeom>
            <a:solidFill>
              <a:schemeClr val="bg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53271" name="Text Box 6">
              <a:extLst>
                <a:ext uri="{FF2B5EF4-FFF2-40B4-BE49-F238E27FC236}">
                  <a16:creationId xmlns:a16="http://schemas.microsoft.com/office/drawing/2014/main" id="{4FC20182-67A9-4DB4-A7AA-AE5550ED0094}"/>
                </a:ext>
              </a:extLst>
            </p:cNvPr>
            <p:cNvSpPr txBox="1">
              <a:spLocks noChangeArrowheads="1"/>
            </p:cNvSpPr>
            <p:nvPr/>
          </p:nvSpPr>
          <p:spPr bwMode="auto">
            <a:xfrm>
              <a:off x="1270" y="688"/>
              <a:ext cx="11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rPr>
                <a:t>1</a:t>
              </a:r>
            </a:p>
          </p:txBody>
        </p:sp>
      </p:grpSp>
      <p:grpSp>
        <p:nvGrpSpPr>
          <p:cNvPr id="53252" name="Group 7">
            <a:extLst>
              <a:ext uri="{FF2B5EF4-FFF2-40B4-BE49-F238E27FC236}">
                <a16:creationId xmlns:a16="http://schemas.microsoft.com/office/drawing/2014/main" id="{1C531C74-20E4-4BB7-823C-4C157FC57689}"/>
              </a:ext>
            </a:extLst>
          </p:cNvPr>
          <p:cNvGrpSpPr>
            <a:grpSpLocks/>
          </p:cNvGrpSpPr>
          <p:nvPr/>
        </p:nvGrpSpPr>
        <p:grpSpPr bwMode="auto">
          <a:xfrm>
            <a:off x="3873500" y="4064000"/>
            <a:ext cx="355600" cy="342900"/>
            <a:chOff x="1200" y="648"/>
            <a:chExt cx="224" cy="216"/>
          </a:xfrm>
        </p:grpSpPr>
        <p:sp>
          <p:nvSpPr>
            <p:cNvPr id="53268" name="Oval 8">
              <a:extLst>
                <a:ext uri="{FF2B5EF4-FFF2-40B4-BE49-F238E27FC236}">
                  <a16:creationId xmlns:a16="http://schemas.microsoft.com/office/drawing/2014/main" id="{39E4B5FC-56C8-42BF-B64B-B1DBE451E946}"/>
                </a:ext>
              </a:extLst>
            </p:cNvPr>
            <p:cNvSpPr>
              <a:spLocks noChangeArrowheads="1"/>
            </p:cNvSpPr>
            <p:nvPr/>
          </p:nvSpPr>
          <p:spPr bwMode="auto">
            <a:xfrm>
              <a:off x="1200" y="648"/>
              <a:ext cx="224" cy="216"/>
            </a:xfrm>
            <a:prstGeom prst="ellipse">
              <a:avLst/>
            </a:prstGeom>
            <a:solidFill>
              <a:schemeClr val="bg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53269" name="Text Box 9">
              <a:extLst>
                <a:ext uri="{FF2B5EF4-FFF2-40B4-BE49-F238E27FC236}">
                  <a16:creationId xmlns:a16="http://schemas.microsoft.com/office/drawing/2014/main" id="{B93FD4B2-BE90-40D6-AF22-D9CD341E82AC}"/>
                </a:ext>
              </a:extLst>
            </p:cNvPr>
            <p:cNvSpPr txBox="1">
              <a:spLocks noChangeArrowheads="1"/>
            </p:cNvSpPr>
            <p:nvPr/>
          </p:nvSpPr>
          <p:spPr bwMode="auto">
            <a:xfrm>
              <a:off x="1270" y="688"/>
              <a:ext cx="11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rPr>
                <a:t>2</a:t>
              </a:r>
            </a:p>
          </p:txBody>
        </p:sp>
      </p:grpSp>
      <p:grpSp>
        <p:nvGrpSpPr>
          <p:cNvPr id="53253" name="Group 10">
            <a:extLst>
              <a:ext uri="{FF2B5EF4-FFF2-40B4-BE49-F238E27FC236}">
                <a16:creationId xmlns:a16="http://schemas.microsoft.com/office/drawing/2014/main" id="{B17430D5-47C2-4419-AF16-219A21909A7C}"/>
              </a:ext>
            </a:extLst>
          </p:cNvPr>
          <p:cNvGrpSpPr>
            <a:grpSpLocks/>
          </p:cNvGrpSpPr>
          <p:nvPr/>
        </p:nvGrpSpPr>
        <p:grpSpPr bwMode="auto">
          <a:xfrm>
            <a:off x="6705600" y="4064000"/>
            <a:ext cx="355600" cy="342900"/>
            <a:chOff x="1200" y="648"/>
            <a:chExt cx="224" cy="216"/>
          </a:xfrm>
        </p:grpSpPr>
        <p:sp>
          <p:nvSpPr>
            <p:cNvPr id="53266" name="Oval 11">
              <a:extLst>
                <a:ext uri="{FF2B5EF4-FFF2-40B4-BE49-F238E27FC236}">
                  <a16:creationId xmlns:a16="http://schemas.microsoft.com/office/drawing/2014/main" id="{F0006344-08C7-4384-A407-747384ADA20E}"/>
                </a:ext>
              </a:extLst>
            </p:cNvPr>
            <p:cNvSpPr>
              <a:spLocks noChangeArrowheads="1"/>
            </p:cNvSpPr>
            <p:nvPr/>
          </p:nvSpPr>
          <p:spPr bwMode="auto">
            <a:xfrm>
              <a:off x="1200" y="648"/>
              <a:ext cx="224" cy="216"/>
            </a:xfrm>
            <a:prstGeom prst="ellipse">
              <a:avLst/>
            </a:prstGeom>
            <a:solidFill>
              <a:schemeClr val="bg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sp>
          <p:nvSpPr>
            <p:cNvPr id="53267" name="Text Box 12">
              <a:extLst>
                <a:ext uri="{FF2B5EF4-FFF2-40B4-BE49-F238E27FC236}">
                  <a16:creationId xmlns:a16="http://schemas.microsoft.com/office/drawing/2014/main" id="{D757629F-E1E6-45CF-977A-9720D93745CA}"/>
                </a:ext>
              </a:extLst>
            </p:cNvPr>
            <p:cNvSpPr txBox="1">
              <a:spLocks noChangeArrowheads="1"/>
            </p:cNvSpPr>
            <p:nvPr/>
          </p:nvSpPr>
          <p:spPr bwMode="auto">
            <a:xfrm>
              <a:off x="1270" y="688"/>
              <a:ext cx="11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chemeClr val="bg1"/>
                  </a:solidFill>
                  <a:latin typeface="Cambria" panose="02040503050406030204" pitchFamily="18" charset="0"/>
                </a:rPr>
                <a:t>3</a:t>
              </a:r>
            </a:p>
          </p:txBody>
        </p:sp>
      </p:grpSp>
      <p:sp>
        <p:nvSpPr>
          <p:cNvPr id="53254" name="Text Box 13">
            <a:extLst>
              <a:ext uri="{FF2B5EF4-FFF2-40B4-BE49-F238E27FC236}">
                <a16:creationId xmlns:a16="http://schemas.microsoft.com/office/drawing/2014/main" id="{55F20796-BE42-4AD7-BAD5-8069A31431CB}"/>
              </a:ext>
            </a:extLst>
          </p:cNvPr>
          <p:cNvSpPr txBox="1">
            <a:spLocks noChangeArrowheads="1"/>
          </p:cNvSpPr>
          <p:nvPr/>
        </p:nvSpPr>
        <p:spPr bwMode="auto">
          <a:xfrm>
            <a:off x="606425" y="1524000"/>
            <a:ext cx="13303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Pacemaker</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(SA node)</a:t>
            </a:r>
            <a:endParaRPr lang="en-US" altLang="en-US" sz="1800" b="1">
              <a:latin typeface="Cambria" panose="02040503050406030204" pitchFamily="18" charset="0"/>
            </a:endParaRPr>
          </a:p>
        </p:txBody>
      </p:sp>
      <p:sp>
        <p:nvSpPr>
          <p:cNvPr id="53255" name="Text Box 14">
            <a:extLst>
              <a:ext uri="{FF2B5EF4-FFF2-40B4-BE49-F238E27FC236}">
                <a16:creationId xmlns:a16="http://schemas.microsoft.com/office/drawing/2014/main" id="{9E637146-E0E1-4F9E-9344-370E360B949B}"/>
              </a:ext>
            </a:extLst>
          </p:cNvPr>
          <p:cNvSpPr txBox="1">
            <a:spLocks noChangeArrowheads="1"/>
          </p:cNvSpPr>
          <p:nvPr/>
        </p:nvSpPr>
        <p:spPr bwMode="auto">
          <a:xfrm>
            <a:off x="695325" y="2933700"/>
            <a:ext cx="738188"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Right </a:t>
            </a:r>
            <a:br>
              <a:rPr lang="en-US" altLang="en-US" sz="1800" b="1">
                <a:latin typeface="Cambria" panose="02040503050406030204" pitchFamily="18" charset="0"/>
              </a:rPr>
            </a:br>
            <a:r>
              <a:rPr lang="en-US" altLang="en-US" sz="1800" b="1">
                <a:latin typeface="Cambria" panose="02040503050406030204" pitchFamily="18" charset="0"/>
              </a:rPr>
              <a:t>atrium</a:t>
            </a:r>
          </a:p>
        </p:txBody>
      </p:sp>
      <p:sp>
        <p:nvSpPr>
          <p:cNvPr id="53256" name="Text Box 15">
            <a:extLst>
              <a:ext uri="{FF2B5EF4-FFF2-40B4-BE49-F238E27FC236}">
                <a16:creationId xmlns:a16="http://schemas.microsoft.com/office/drawing/2014/main" id="{74730F1F-75B9-4233-9128-3610E98BCEEF}"/>
              </a:ext>
            </a:extLst>
          </p:cNvPr>
          <p:cNvSpPr txBox="1">
            <a:spLocks noChangeArrowheads="1"/>
          </p:cNvSpPr>
          <p:nvPr/>
        </p:nvSpPr>
        <p:spPr bwMode="auto">
          <a:xfrm>
            <a:off x="3489325" y="1536700"/>
            <a:ext cx="1044575" cy="30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AV node</a:t>
            </a:r>
          </a:p>
        </p:txBody>
      </p:sp>
      <p:sp>
        <p:nvSpPr>
          <p:cNvPr id="53257" name="Text Box 16">
            <a:extLst>
              <a:ext uri="{FF2B5EF4-FFF2-40B4-BE49-F238E27FC236}">
                <a16:creationId xmlns:a16="http://schemas.microsoft.com/office/drawing/2014/main" id="{9C4A4BA2-EE8D-4B87-9039-441F792C474F}"/>
              </a:ext>
            </a:extLst>
          </p:cNvPr>
          <p:cNvSpPr txBox="1">
            <a:spLocks noChangeArrowheads="1"/>
          </p:cNvSpPr>
          <p:nvPr/>
        </p:nvSpPr>
        <p:spPr bwMode="auto">
          <a:xfrm>
            <a:off x="428625" y="3771900"/>
            <a:ext cx="178435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Right ventricle</a:t>
            </a:r>
          </a:p>
        </p:txBody>
      </p:sp>
      <p:sp>
        <p:nvSpPr>
          <p:cNvPr id="53258" name="Text Box 17">
            <a:extLst>
              <a:ext uri="{FF2B5EF4-FFF2-40B4-BE49-F238E27FC236}">
                <a16:creationId xmlns:a16="http://schemas.microsoft.com/office/drawing/2014/main" id="{9A43F0F6-D88D-4BD9-BEB8-74D2FCED8AE5}"/>
              </a:ext>
            </a:extLst>
          </p:cNvPr>
          <p:cNvSpPr txBox="1">
            <a:spLocks noChangeArrowheads="1"/>
          </p:cNvSpPr>
          <p:nvPr/>
        </p:nvSpPr>
        <p:spPr bwMode="auto">
          <a:xfrm>
            <a:off x="1114425" y="4114800"/>
            <a:ext cx="26574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Pacemaker generates</a:t>
            </a:r>
          </a:p>
          <a:p>
            <a:pPr>
              <a:spcBef>
                <a:spcPct val="0"/>
              </a:spcBef>
              <a:spcAft>
                <a:spcPct val="0"/>
              </a:spcAft>
              <a:buClrTx/>
              <a:buFontTx/>
              <a:buNone/>
            </a:pPr>
            <a:r>
              <a:rPr lang="en-US" altLang="en-US" sz="1800" b="1">
                <a:latin typeface="Cambria" panose="02040503050406030204" pitchFamily="18" charset="0"/>
              </a:rPr>
              <a:t>electrical impulses.</a:t>
            </a:r>
          </a:p>
        </p:txBody>
      </p:sp>
      <p:sp>
        <p:nvSpPr>
          <p:cNvPr id="53259" name="Text Box 18">
            <a:extLst>
              <a:ext uri="{FF2B5EF4-FFF2-40B4-BE49-F238E27FC236}">
                <a16:creationId xmlns:a16="http://schemas.microsoft.com/office/drawing/2014/main" id="{127ACDAF-3FAB-4A0A-975E-074B2012BE84}"/>
              </a:ext>
            </a:extLst>
          </p:cNvPr>
          <p:cNvSpPr txBox="1">
            <a:spLocks noChangeArrowheads="1"/>
          </p:cNvSpPr>
          <p:nvPr/>
        </p:nvSpPr>
        <p:spPr bwMode="auto">
          <a:xfrm>
            <a:off x="4314825" y="4114800"/>
            <a:ext cx="20701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Impulses spread</a:t>
            </a:r>
          </a:p>
          <a:p>
            <a:pPr>
              <a:spcBef>
                <a:spcPct val="0"/>
              </a:spcBef>
              <a:spcAft>
                <a:spcPct val="0"/>
              </a:spcAft>
              <a:buClrTx/>
              <a:buFontTx/>
              <a:buNone/>
            </a:pPr>
            <a:r>
              <a:rPr lang="en-US" altLang="en-US" sz="1800" b="1">
                <a:latin typeface="Cambria" panose="02040503050406030204" pitchFamily="18" charset="0"/>
              </a:rPr>
              <a:t>through atria.</a:t>
            </a:r>
          </a:p>
        </p:txBody>
      </p:sp>
      <p:sp>
        <p:nvSpPr>
          <p:cNvPr id="53260" name="Text Box 19">
            <a:extLst>
              <a:ext uri="{FF2B5EF4-FFF2-40B4-BE49-F238E27FC236}">
                <a16:creationId xmlns:a16="http://schemas.microsoft.com/office/drawing/2014/main" id="{1863ED30-7593-4874-9CB6-9D29EBD99A9A}"/>
              </a:ext>
            </a:extLst>
          </p:cNvPr>
          <p:cNvSpPr txBox="1">
            <a:spLocks noChangeArrowheads="1"/>
          </p:cNvSpPr>
          <p:nvPr/>
        </p:nvSpPr>
        <p:spPr bwMode="auto">
          <a:xfrm>
            <a:off x="7154863" y="4114800"/>
            <a:ext cx="1989137"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Impulses reach</a:t>
            </a:r>
          </a:p>
          <a:p>
            <a:pPr>
              <a:spcBef>
                <a:spcPct val="0"/>
              </a:spcBef>
              <a:spcAft>
                <a:spcPct val="0"/>
              </a:spcAft>
              <a:buClrTx/>
              <a:buFontTx/>
              <a:buNone/>
            </a:pPr>
            <a:r>
              <a:rPr lang="en-US" altLang="en-US" sz="1800" b="1">
                <a:latin typeface="Cambria" panose="02040503050406030204" pitchFamily="18" charset="0"/>
              </a:rPr>
              <a:t>ventricles.</a:t>
            </a:r>
          </a:p>
        </p:txBody>
      </p:sp>
      <p:sp>
        <p:nvSpPr>
          <p:cNvPr id="53261" name="Text Box 20">
            <a:extLst>
              <a:ext uri="{FF2B5EF4-FFF2-40B4-BE49-F238E27FC236}">
                <a16:creationId xmlns:a16="http://schemas.microsoft.com/office/drawing/2014/main" id="{3F3D38FD-77AB-42C9-A01D-298C48403730}"/>
              </a:ext>
            </a:extLst>
          </p:cNvPr>
          <p:cNvSpPr txBox="1">
            <a:spLocks noChangeArrowheads="1"/>
          </p:cNvSpPr>
          <p:nvPr/>
        </p:nvSpPr>
        <p:spPr bwMode="auto">
          <a:xfrm>
            <a:off x="428625" y="238125"/>
            <a:ext cx="45640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3600" b="1">
                <a:solidFill>
                  <a:srgbClr val="FF0000"/>
                </a:solidFill>
                <a:latin typeface="Cambria" panose="02040503050406030204" pitchFamily="18" charset="0"/>
                <a:sym typeface="Symbol" panose="05050102010706020507" pitchFamily="18" charset="2"/>
              </a:rPr>
              <a:t>The heart’s natural pacemaker</a:t>
            </a:r>
            <a:endParaRPr lang="en-US" altLang="en-US" sz="3600" b="1">
              <a:solidFill>
                <a:srgbClr val="FF0000"/>
              </a:solidFill>
              <a:latin typeface="Cambria" panose="02040503050406030204" pitchFamily="18" charset="0"/>
            </a:endParaRPr>
          </a:p>
        </p:txBody>
      </p:sp>
      <p:sp>
        <p:nvSpPr>
          <p:cNvPr id="53262" name="Line 21">
            <a:extLst>
              <a:ext uri="{FF2B5EF4-FFF2-40B4-BE49-F238E27FC236}">
                <a16:creationId xmlns:a16="http://schemas.microsoft.com/office/drawing/2014/main" id="{C5312BCD-89F8-44C3-8FF7-F0137C8F8D40}"/>
              </a:ext>
            </a:extLst>
          </p:cNvPr>
          <p:cNvSpPr>
            <a:spLocks noChangeShapeType="1"/>
          </p:cNvSpPr>
          <p:nvPr/>
        </p:nvSpPr>
        <p:spPr bwMode="auto">
          <a:xfrm>
            <a:off x="1435100" y="2019300"/>
            <a:ext cx="381000" cy="622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3" name="Line 22">
            <a:extLst>
              <a:ext uri="{FF2B5EF4-FFF2-40B4-BE49-F238E27FC236}">
                <a16:creationId xmlns:a16="http://schemas.microsoft.com/office/drawing/2014/main" id="{C43B5FE4-7BB1-476E-AE51-5006F135CC40}"/>
              </a:ext>
            </a:extLst>
          </p:cNvPr>
          <p:cNvSpPr>
            <a:spLocks noChangeShapeType="1"/>
          </p:cNvSpPr>
          <p:nvPr/>
        </p:nvSpPr>
        <p:spPr bwMode="auto">
          <a:xfrm flipV="1">
            <a:off x="1333500" y="2971800"/>
            <a:ext cx="457200" cy="76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4" name="Line 23">
            <a:extLst>
              <a:ext uri="{FF2B5EF4-FFF2-40B4-BE49-F238E27FC236}">
                <a16:creationId xmlns:a16="http://schemas.microsoft.com/office/drawing/2014/main" id="{BDDAB8DB-9E27-408A-81FB-2061F4C94DD3}"/>
              </a:ext>
            </a:extLst>
          </p:cNvPr>
          <p:cNvSpPr>
            <a:spLocks noChangeShapeType="1"/>
          </p:cNvSpPr>
          <p:nvPr/>
        </p:nvSpPr>
        <p:spPr bwMode="auto">
          <a:xfrm flipV="1">
            <a:off x="2019300" y="3302000"/>
            <a:ext cx="393700" cy="508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5" name="Line 24">
            <a:extLst>
              <a:ext uri="{FF2B5EF4-FFF2-40B4-BE49-F238E27FC236}">
                <a16:creationId xmlns:a16="http://schemas.microsoft.com/office/drawing/2014/main" id="{B0D6B2DC-424D-47FB-8D92-B29DA4EFEF17}"/>
              </a:ext>
            </a:extLst>
          </p:cNvPr>
          <p:cNvSpPr>
            <a:spLocks noChangeShapeType="1"/>
          </p:cNvSpPr>
          <p:nvPr/>
        </p:nvSpPr>
        <p:spPr bwMode="auto">
          <a:xfrm>
            <a:off x="4203700" y="1765300"/>
            <a:ext cx="482600" cy="977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1" descr="AP4e-Fig-25-04-0.jpg">
            <a:extLst>
              <a:ext uri="{FF2B5EF4-FFF2-40B4-BE49-F238E27FC236}">
                <a16:creationId xmlns:a16="http://schemas.microsoft.com/office/drawing/2014/main" id="{3275EF28-F09B-4777-963F-8102B0A42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0" y="79375"/>
            <a:ext cx="8978900" cy="669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6439988" y="0"/>
            <a:ext cx="2704012" cy="461665"/>
          </a:xfrm>
          <a:prstGeom prst="rect">
            <a:avLst/>
          </a:prstGeom>
          <a:noFill/>
        </p:spPr>
        <p:txBody>
          <a:bodyPr wrap="square" rtlCol="0">
            <a:spAutoFit/>
          </a:bodyPr>
          <a:lstStyle/>
          <a:p>
            <a:pPr algn="r"/>
            <a:r>
              <a:rPr lang="en-US" altLang="zh-CN" dirty="0">
                <a:ln w="0"/>
                <a:solidFill>
                  <a:schemeClr val="accent1"/>
                </a:solidFill>
                <a:effectLst>
                  <a:outerShdw blurRad="38100" dist="25400" dir="5400000" algn="ctr" rotWithShape="0">
                    <a:srgbClr val="6E747A">
                      <a:alpha val="43000"/>
                    </a:srgbClr>
                  </a:outerShdw>
                </a:effectLst>
              </a:rPr>
              <a:t>Additional Slides </a:t>
            </a:r>
            <a:endParaRPr lang="zh-CN" altLang="en-US"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23_06bArtificialPacemaker-U">
            <a:extLst>
              <a:ext uri="{FF2B5EF4-FFF2-40B4-BE49-F238E27FC236}">
                <a16:creationId xmlns:a16="http://schemas.microsoft.com/office/drawing/2014/main" id="{3012DE29-FACA-439C-A39D-31696D40E0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213" y="931863"/>
            <a:ext cx="6207125" cy="589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Text Box 4">
            <a:extLst>
              <a:ext uri="{FF2B5EF4-FFF2-40B4-BE49-F238E27FC236}">
                <a16:creationId xmlns:a16="http://schemas.microsoft.com/office/drawing/2014/main" id="{42584ACD-E609-4113-8E06-CE55DCC99162}"/>
              </a:ext>
            </a:extLst>
          </p:cNvPr>
          <p:cNvSpPr txBox="1">
            <a:spLocks noChangeArrowheads="1"/>
          </p:cNvSpPr>
          <p:nvPr/>
        </p:nvSpPr>
        <p:spPr bwMode="auto">
          <a:xfrm>
            <a:off x="1981200" y="971550"/>
            <a:ext cx="143827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Wire leading</a:t>
            </a:r>
          </a:p>
          <a:p>
            <a:pPr>
              <a:lnSpc>
                <a:spcPct val="90000"/>
              </a:lnSpc>
              <a:spcBef>
                <a:spcPct val="0"/>
              </a:spcBef>
              <a:spcAft>
                <a:spcPct val="0"/>
              </a:spcAft>
              <a:buClrTx/>
              <a:buFontTx/>
              <a:buNone/>
            </a:pPr>
            <a:r>
              <a:rPr lang="en-US" altLang="en-US" sz="1800" b="1">
                <a:latin typeface="Cambria" panose="02040503050406030204" pitchFamily="18" charset="0"/>
              </a:rPr>
              <a:t>to SA node</a:t>
            </a:r>
          </a:p>
        </p:txBody>
      </p:sp>
      <p:sp>
        <p:nvSpPr>
          <p:cNvPr id="56324" name="Text Box 5">
            <a:extLst>
              <a:ext uri="{FF2B5EF4-FFF2-40B4-BE49-F238E27FC236}">
                <a16:creationId xmlns:a16="http://schemas.microsoft.com/office/drawing/2014/main" id="{CEE423C5-7315-45AC-B1F2-2E5B995AF20A}"/>
              </a:ext>
            </a:extLst>
          </p:cNvPr>
          <p:cNvSpPr txBox="1">
            <a:spLocks noChangeArrowheads="1"/>
          </p:cNvSpPr>
          <p:nvPr/>
        </p:nvSpPr>
        <p:spPr bwMode="auto">
          <a:xfrm>
            <a:off x="6515100" y="971550"/>
            <a:ext cx="1246188"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Artificial</a:t>
            </a:r>
          </a:p>
          <a:p>
            <a:pPr>
              <a:lnSpc>
                <a:spcPct val="90000"/>
              </a:lnSpc>
              <a:spcBef>
                <a:spcPct val="0"/>
              </a:spcBef>
              <a:spcAft>
                <a:spcPct val="0"/>
              </a:spcAft>
              <a:buClrTx/>
              <a:buFontTx/>
              <a:buNone/>
            </a:pPr>
            <a:r>
              <a:rPr lang="en-US" altLang="en-US" sz="1800" b="1">
                <a:latin typeface="Cambria" panose="02040503050406030204" pitchFamily="18" charset="0"/>
              </a:rPr>
              <a:t>pacemaker</a:t>
            </a:r>
          </a:p>
        </p:txBody>
      </p:sp>
      <p:sp>
        <p:nvSpPr>
          <p:cNvPr id="56325" name="Text Box 6">
            <a:extLst>
              <a:ext uri="{FF2B5EF4-FFF2-40B4-BE49-F238E27FC236}">
                <a16:creationId xmlns:a16="http://schemas.microsoft.com/office/drawing/2014/main" id="{12F59A6A-22CE-45E1-9DD1-7862F093DE83}"/>
              </a:ext>
            </a:extLst>
          </p:cNvPr>
          <p:cNvSpPr txBox="1">
            <a:spLocks noChangeArrowheads="1"/>
          </p:cNvSpPr>
          <p:nvPr/>
        </p:nvSpPr>
        <p:spPr bwMode="auto">
          <a:xfrm>
            <a:off x="4089400" y="971550"/>
            <a:ext cx="638175" cy="31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Heart</a:t>
            </a:r>
          </a:p>
        </p:txBody>
      </p:sp>
      <p:sp>
        <p:nvSpPr>
          <p:cNvPr id="56326" name="Text Box 7">
            <a:extLst>
              <a:ext uri="{FF2B5EF4-FFF2-40B4-BE49-F238E27FC236}">
                <a16:creationId xmlns:a16="http://schemas.microsoft.com/office/drawing/2014/main" id="{BF93A408-D9AB-4C4E-B73D-C4E004317771}"/>
              </a:ext>
            </a:extLst>
          </p:cNvPr>
          <p:cNvSpPr txBox="1">
            <a:spLocks noChangeArrowheads="1"/>
          </p:cNvSpPr>
          <p:nvPr/>
        </p:nvSpPr>
        <p:spPr bwMode="auto">
          <a:xfrm>
            <a:off x="512763" y="120650"/>
            <a:ext cx="293687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3200" b="1">
                <a:solidFill>
                  <a:srgbClr val="FF0000"/>
                </a:solidFill>
                <a:latin typeface="Cambria" panose="02040503050406030204" pitchFamily="18" charset="0"/>
                <a:sym typeface="Symbol" panose="05050102010706020507" pitchFamily="18" charset="2"/>
              </a:rPr>
              <a:t>Artificial pacemaker</a:t>
            </a:r>
            <a:endParaRPr lang="en-US" altLang="en-US" sz="3200" b="1">
              <a:solidFill>
                <a:srgbClr val="FF0000"/>
              </a:solidFill>
              <a:latin typeface="Cambria" panose="02040503050406030204" pitchFamily="18" charset="0"/>
            </a:endParaRPr>
          </a:p>
        </p:txBody>
      </p:sp>
      <p:sp>
        <p:nvSpPr>
          <p:cNvPr id="56327" name="Line 8">
            <a:extLst>
              <a:ext uri="{FF2B5EF4-FFF2-40B4-BE49-F238E27FC236}">
                <a16:creationId xmlns:a16="http://schemas.microsoft.com/office/drawing/2014/main" id="{17F3FB8A-9B53-40B8-AD6F-BE54722444C3}"/>
              </a:ext>
            </a:extLst>
          </p:cNvPr>
          <p:cNvSpPr>
            <a:spLocks noChangeShapeType="1"/>
          </p:cNvSpPr>
          <p:nvPr/>
        </p:nvSpPr>
        <p:spPr bwMode="auto">
          <a:xfrm>
            <a:off x="2987675" y="1479550"/>
            <a:ext cx="1473200" cy="1676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28" name="Line 9">
            <a:extLst>
              <a:ext uri="{FF2B5EF4-FFF2-40B4-BE49-F238E27FC236}">
                <a16:creationId xmlns:a16="http://schemas.microsoft.com/office/drawing/2014/main" id="{11B3F339-0F60-4D69-84C9-FD0ED290CEF0}"/>
              </a:ext>
            </a:extLst>
          </p:cNvPr>
          <p:cNvSpPr>
            <a:spLocks noChangeShapeType="1"/>
          </p:cNvSpPr>
          <p:nvPr/>
        </p:nvSpPr>
        <p:spPr bwMode="auto">
          <a:xfrm>
            <a:off x="4587875" y="1250950"/>
            <a:ext cx="685800" cy="3048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29" name="Line 10">
            <a:extLst>
              <a:ext uri="{FF2B5EF4-FFF2-40B4-BE49-F238E27FC236}">
                <a16:creationId xmlns:a16="http://schemas.microsoft.com/office/drawing/2014/main" id="{8CB2A917-2140-4AF5-8448-2F90EE3B8BC9}"/>
              </a:ext>
            </a:extLst>
          </p:cNvPr>
          <p:cNvSpPr>
            <a:spLocks noChangeShapeType="1"/>
          </p:cNvSpPr>
          <p:nvPr/>
        </p:nvSpPr>
        <p:spPr bwMode="auto">
          <a:xfrm flipH="1">
            <a:off x="6175375" y="1479550"/>
            <a:ext cx="520700" cy="2006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8501DD0-A345-4954-87E2-5D20D149411B}"/>
              </a:ext>
            </a:extLst>
          </p:cNvPr>
          <p:cNvSpPr>
            <a:spLocks noGrp="1" noChangeArrowheads="1"/>
          </p:cNvSpPr>
          <p:nvPr>
            <p:ph type="title" idx="4294967295"/>
          </p:nvPr>
        </p:nvSpPr>
        <p:spPr>
          <a:xfrm>
            <a:off x="447675" y="407988"/>
            <a:ext cx="8534400" cy="584200"/>
          </a:xfrm>
        </p:spPr>
        <p:txBody>
          <a:bodyPr/>
          <a:lstStyle/>
          <a:p>
            <a:pPr eaLnBrk="1" hangingPunct="1">
              <a:lnSpc>
                <a:spcPct val="80000"/>
              </a:lnSpc>
            </a:pPr>
            <a:r>
              <a:rPr lang="en-US" altLang="en-US" sz="4000">
                <a:solidFill>
                  <a:srgbClr val="FF0000"/>
                </a:solidFill>
                <a:latin typeface="Cambria" panose="02040503050406030204" pitchFamily="18" charset="0"/>
              </a:rPr>
              <a:t>Blood Vessels</a:t>
            </a:r>
          </a:p>
        </p:txBody>
      </p:sp>
      <p:sp>
        <p:nvSpPr>
          <p:cNvPr id="58371" name="Rectangle 3">
            <a:extLst>
              <a:ext uri="{FF2B5EF4-FFF2-40B4-BE49-F238E27FC236}">
                <a16:creationId xmlns:a16="http://schemas.microsoft.com/office/drawing/2014/main" id="{DFBAC3AF-9A3B-4001-B1AF-1A5C55FE5AEA}"/>
              </a:ext>
            </a:extLst>
          </p:cNvPr>
          <p:cNvSpPr>
            <a:spLocks noGrp="1" noChangeArrowheads="1"/>
          </p:cNvSpPr>
          <p:nvPr>
            <p:ph type="body" idx="4294967295"/>
          </p:nvPr>
        </p:nvSpPr>
        <p:spPr>
          <a:xfrm>
            <a:off x="304800" y="1547813"/>
            <a:ext cx="8412163" cy="4502150"/>
          </a:xfrm>
        </p:spPr>
        <p:txBody>
          <a:bodyPr/>
          <a:lstStyle/>
          <a:p>
            <a:pPr marL="446088" lvl="1" eaLnBrk="1" hangingPunct="1"/>
            <a:r>
              <a:rPr lang="en-US" altLang="en-US" b="1" dirty="0">
                <a:latin typeface="Cambria" panose="02040503050406030204" pitchFamily="18" charset="0"/>
              </a:rPr>
              <a:t>If the heart is the body’s “pump,” then the “</a:t>
            </a:r>
            <a:r>
              <a:rPr lang="en-US" altLang="en-US" b="1" dirty="0">
                <a:solidFill>
                  <a:srgbClr val="FF0000"/>
                </a:solidFill>
                <a:latin typeface="Cambria" panose="02040503050406030204" pitchFamily="18" charset="0"/>
              </a:rPr>
              <a:t>plumbing</a:t>
            </a:r>
            <a:r>
              <a:rPr lang="en-US" altLang="en-US" b="1" dirty="0">
                <a:latin typeface="Cambria" panose="02040503050406030204" pitchFamily="18" charset="0"/>
              </a:rPr>
              <a:t>” is the system of arteries, veins, and capillaries.</a:t>
            </a:r>
          </a:p>
          <a:p>
            <a:pPr marL="1054100" lvl="2" indent="-368300" eaLnBrk="1" hangingPunct="1"/>
            <a:r>
              <a:rPr lang="en-US" altLang="en-US" sz="3600" b="1" dirty="0">
                <a:solidFill>
                  <a:srgbClr val="FF0000"/>
                </a:solidFill>
                <a:latin typeface="Cambria" panose="02040503050406030204" pitchFamily="18" charset="0"/>
              </a:rPr>
              <a:t>Arteries</a:t>
            </a:r>
            <a:r>
              <a:rPr lang="en-US" altLang="en-US" sz="3600" b="1" dirty="0">
                <a:latin typeface="Cambria" panose="02040503050406030204" pitchFamily="18" charset="0"/>
              </a:rPr>
              <a:t> </a:t>
            </a:r>
            <a:r>
              <a:rPr lang="en-US" altLang="en-US" b="1" dirty="0">
                <a:latin typeface="Cambria" panose="02040503050406030204" pitchFamily="18" charset="0"/>
              </a:rPr>
              <a:t>carry blood </a:t>
            </a:r>
            <a:r>
              <a:rPr lang="en-US" altLang="en-US" b="1" i="1" dirty="0">
                <a:solidFill>
                  <a:srgbClr val="FF0000"/>
                </a:solidFill>
                <a:latin typeface="Cambria" panose="02040503050406030204" pitchFamily="18" charset="0"/>
              </a:rPr>
              <a:t>away</a:t>
            </a:r>
            <a:r>
              <a:rPr lang="en-US" altLang="en-US" b="1" i="1" dirty="0">
                <a:latin typeface="Cambria" panose="02040503050406030204" pitchFamily="18" charset="0"/>
              </a:rPr>
              <a:t> </a:t>
            </a:r>
            <a:r>
              <a:rPr lang="en-US" altLang="en-US" b="1" dirty="0">
                <a:latin typeface="Cambria" panose="02040503050406030204" pitchFamily="18" charset="0"/>
              </a:rPr>
              <a:t>from the heart.</a:t>
            </a:r>
          </a:p>
          <a:p>
            <a:pPr marL="1054100" lvl="2" indent="-368300" eaLnBrk="1" hangingPunct="1"/>
            <a:r>
              <a:rPr lang="en-US" altLang="en-US" sz="3600" b="1" dirty="0">
                <a:solidFill>
                  <a:srgbClr val="FF0000"/>
                </a:solidFill>
                <a:latin typeface="Cambria" panose="02040503050406030204" pitchFamily="18" charset="0"/>
              </a:rPr>
              <a:t>Veins </a:t>
            </a:r>
            <a:r>
              <a:rPr lang="en-US" altLang="en-US" b="1" dirty="0">
                <a:latin typeface="Cambria" panose="02040503050406030204" pitchFamily="18" charset="0"/>
              </a:rPr>
              <a:t>carry blood </a:t>
            </a:r>
            <a:r>
              <a:rPr lang="en-US" altLang="en-US" b="1" i="1" dirty="0">
                <a:solidFill>
                  <a:srgbClr val="FF0000"/>
                </a:solidFill>
                <a:latin typeface="Cambria" panose="02040503050406030204" pitchFamily="18" charset="0"/>
              </a:rPr>
              <a:t>toward</a:t>
            </a:r>
            <a:r>
              <a:rPr lang="en-US" altLang="en-US" b="1" i="1" dirty="0">
                <a:latin typeface="Cambria" panose="02040503050406030204" pitchFamily="18" charset="0"/>
              </a:rPr>
              <a:t> </a:t>
            </a:r>
            <a:r>
              <a:rPr lang="en-US" altLang="en-US" b="1" dirty="0">
                <a:latin typeface="Cambria" panose="02040503050406030204" pitchFamily="18" charset="0"/>
              </a:rPr>
              <a:t>the heart.</a:t>
            </a:r>
          </a:p>
          <a:p>
            <a:pPr marL="1054100" lvl="2" indent="-368300" eaLnBrk="1" hangingPunct="1"/>
            <a:r>
              <a:rPr lang="en-US" altLang="en-US" sz="3600" b="1" dirty="0">
                <a:solidFill>
                  <a:srgbClr val="FF0000"/>
                </a:solidFill>
                <a:latin typeface="Cambria" panose="02040503050406030204" pitchFamily="18" charset="0"/>
              </a:rPr>
              <a:t>Capillaries</a:t>
            </a:r>
            <a:r>
              <a:rPr lang="en-US" altLang="en-US" sz="3600" b="1" dirty="0">
                <a:latin typeface="Cambria" panose="02040503050406030204" pitchFamily="18" charset="0"/>
              </a:rPr>
              <a:t> </a:t>
            </a:r>
            <a:r>
              <a:rPr lang="en-US" altLang="en-US" b="1" dirty="0">
                <a:latin typeface="Cambria" panose="02040503050406030204" pitchFamily="18" charset="0"/>
              </a:rPr>
              <a:t>allow for </a:t>
            </a:r>
            <a:r>
              <a:rPr lang="en-US" altLang="en-US" b="1" dirty="0">
                <a:solidFill>
                  <a:srgbClr val="FF0000"/>
                </a:solidFill>
                <a:latin typeface="Cambria" panose="02040503050406030204" pitchFamily="18" charset="0"/>
              </a:rPr>
              <a:t>exchange</a:t>
            </a:r>
            <a:r>
              <a:rPr lang="en-US" altLang="en-US" b="1" dirty="0">
                <a:latin typeface="Cambria" panose="02040503050406030204" pitchFamily="18" charset="0"/>
              </a:rPr>
              <a:t> between the bloodstream and tissue cells.</a:t>
            </a:r>
          </a:p>
        </p:txBody>
      </p:sp>
      <p:sp>
        <p:nvSpPr>
          <p:cNvPr id="58372" name="Line 6">
            <a:extLst>
              <a:ext uri="{FF2B5EF4-FFF2-40B4-BE49-F238E27FC236}">
                <a16:creationId xmlns:a16="http://schemas.microsoft.com/office/drawing/2014/main" id="{DD5B847C-B16D-47E3-B64A-75BEB25BB3D7}"/>
              </a:ext>
            </a:extLst>
          </p:cNvPr>
          <p:cNvSpPr>
            <a:spLocks noChangeShapeType="1"/>
          </p:cNvSpPr>
          <p:nvPr/>
        </p:nvSpPr>
        <p:spPr bwMode="auto">
          <a:xfrm>
            <a:off x="304800" y="127158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4D8C2D6-E65D-4B68-B3AC-137223B4C377}"/>
              </a:ext>
            </a:extLst>
          </p:cNvPr>
          <p:cNvSpPr>
            <a:spLocks noGrp="1" noChangeArrowheads="1"/>
          </p:cNvSpPr>
          <p:nvPr>
            <p:ph type="body" idx="4294967295"/>
          </p:nvPr>
        </p:nvSpPr>
        <p:spPr>
          <a:xfrm>
            <a:off x="501650" y="1778000"/>
            <a:ext cx="8231188" cy="2590800"/>
          </a:xfrm>
        </p:spPr>
        <p:txBody>
          <a:bodyPr/>
          <a:lstStyle/>
          <a:p>
            <a:pPr marL="446088" lvl="1" eaLnBrk="1" hangingPunct="1"/>
            <a:r>
              <a:rPr lang="en-US" altLang="en-US" b="1" dirty="0">
                <a:latin typeface="Cambria" panose="02040503050406030204" pitchFamily="18" charset="0"/>
              </a:rPr>
              <a:t>All blood vessels are lined by a thin layer of tightly packed </a:t>
            </a:r>
            <a:r>
              <a:rPr lang="en-US" altLang="en-US" b="1" dirty="0">
                <a:solidFill>
                  <a:srgbClr val="FF0000"/>
                </a:solidFill>
                <a:latin typeface="Cambria" panose="02040503050406030204" pitchFamily="18" charset="0"/>
              </a:rPr>
              <a:t>epithelial cells</a:t>
            </a:r>
            <a:r>
              <a:rPr lang="en-US" altLang="en-US" b="1" dirty="0">
                <a:latin typeface="Cambria" panose="02040503050406030204" pitchFamily="18" charset="0"/>
              </a:rPr>
              <a:t>.</a:t>
            </a:r>
          </a:p>
          <a:p>
            <a:pPr marL="446088" lvl="1" eaLnBrk="1" hangingPunct="1"/>
            <a:r>
              <a:rPr lang="en-US" altLang="en-US" b="1" dirty="0">
                <a:latin typeface="Cambria" panose="02040503050406030204" pitchFamily="18" charset="0"/>
              </a:rPr>
              <a:t>Structural differences in the walls of the different kinds of blood vessels correlate with their different functions.</a:t>
            </a:r>
          </a:p>
        </p:txBody>
      </p:sp>
      <p:sp>
        <p:nvSpPr>
          <p:cNvPr id="60419" name="Rectangle 2">
            <a:extLst>
              <a:ext uri="{FF2B5EF4-FFF2-40B4-BE49-F238E27FC236}">
                <a16:creationId xmlns:a16="http://schemas.microsoft.com/office/drawing/2014/main" id="{54A21B9F-9178-409E-89D5-7240EFAD9240}"/>
              </a:ext>
            </a:extLst>
          </p:cNvPr>
          <p:cNvSpPr>
            <a:spLocks noChangeArrowheads="1"/>
          </p:cNvSpPr>
          <p:nvPr/>
        </p:nvSpPr>
        <p:spPr bwMode="auto">
          <a:xfrm>
            <a:off x="501650" y="457200"/>
            <a:ext cx="7759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Blood Vessels</a:t>
            </a:r>
          </a:p>
        </p:txBody>
      </p:sp>
      <p:sp>
        <p:nvSpPr>
          <p:cNvPr id="60420" name="Line 6">
            <a:extLst>
              <a:ext uri="{FF2B5EF4-FFF2-40B4-BE49-F238E27FC236}">
                <a16:creationId xmlns:a16="http://schemas.microsoft.com/office/drawing/2014/main" id="{878F2889-F68F-4286-87BA-07067F892B63}"/>
              </a:ext>
            </a:extLst>
          </p:cNvPr>
          <p:cNvSpPr>
            <a:spLocks noChangeShapeType="1"/>
          </p:cNvSpPr>
          <p:nvPr/>
        </p:nvSpPr>
        <p:spPr bwMode="auto">
          <a:xfrm>
            <a:off x="501650" y="129540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descr="23_07BloodVessels-U">
            <a:extLst>
              <a:ext uri="{FF2B5EF4-FFF2-40B4-BE49-F238E27FC236}">
                <a16:creationId xmlns:a16="http://schemas.microsoft.com/office/drawing/2014/main" id="{6A54E4F6-B2E9-4FFC-9A22-9ED86B0316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5" y="688975"/>
            <a:ext cx="8297863" cy="641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Text Box 4">
            <a:extLst>
              <a:ext uri="{FF2B5EF4-FFF2-40B4-BE49-F238E27FC236}">
                <a16:creationId xmlns:a16="http://schemas.microsoft.com/office/drawing/2014/main" id="{415F68A7-C2C2-4C5E-8F7C-2F1E4B95CCAD}"/>
              </a:ext>
            </a:extLst>
          </p:cNvPr>
          <p:cNvSpPr txBox="1">
            <a:spLocks noChangeArrowheads="1"/>
          </p:cNvSpPr>
          <p:nvPr/>
        </p:nvSpPr>
        <p:spPr bwMode="auto">
          <a:xfrm>
            <a:off x="1133475" y="708025"/>
            <a:ext cx="1254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From heart</a:t>
            </a:r>
          </a:p>
        </p:txBody>
      </p:sp>
      <p:sp>
        <p:nvSpPr>
          <p:cNvPr id="62468" name="Text Box 5">
            <a:extLst>
              <a:ext uri="{FF2B5EF4-FFF2-40B4-BE49-F238E27FC236}">
                <a16:creationId xmlns:a16="http://schemas.microsoft.com/office/drawing/2014/main" id="{43D72AF0-C58E-44A8-AD04-14CE596E3013}"/>
              </a:ext>
            </a:extLst>
          </p:cNvPr>
          <p:cNvSpPr txBox="1">
            <a:spLocks noChangeArrowheads="1"/>
          </p:cNvSpPr>
          <p:nvPr/>
        </p:nvSpPr>
        <p:spPr bwMode="auto">
          <a:xfrm>
            <a:off x="2339975" y="1533525"/>
            <a:ext cx="1254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2000" b="1">
                <a:solidFill>
                  <a:srgbClr val="00B050"/>
                </a:solidFill>
                <a:latin typeface="Cambria" panose="02040503050406030204" pitchFamily="18" charset="0"/>
              </a:rPr>
              <a:t>Endothelium</a:t>
            </a:r>
          </a:p>
        </p:txBody>
      </p:sp>
      <p:sp>
        <p:nvSpPr>
          <p:cNvPr id="62469" name="Text Box 6">
            <a:extLst>
              <a:ext uri="{FF2B5EF4-FFF2-40B4-BE49-F238E27FC236}">
                <a16:creationId xmlns:a16="http://schemas.microsoft.com/office/drawing/2014/main" id="{3F7F73C9-A76D-4691-B97D-4AAC0E317AEE}"/>
              </a:ext>
            </a:extLst>
          </p:cNvPr>
          <p:cNvSpPr txBox="1">
            <a:spLocks noChangeArrowheads="1"/>
          </p:cNvSpPr>
          <p:nvPr/>
        </p:nvSpPr>
        <p:spPr bwMode="auto">
          <a:xfrm>
            <a:off x="2644775" y="2105025"/>
            <a:ext cx="87312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Smooth</a:t>
            </a:r>
            <a:br>
              <a:rPr lang="en-US" altLang="en-US" sz="1800" b="1">
                <a:latin typeface="Cambria" panose="02040503050406030204" pitchFamily="18" charset="0"/>
              </a:rPr>
            </a:br>
            <a:r>
              <a:rPr lang="en-US" altLang="en-US" sz="1800" b="1">
                <a:latin typeface="Cambria" panose="02040503050406030204" pitchFamily="18" charset="0"/>
              </a:rPr>
              <a:t>muscle</a:t>
            </a:r>
          </a:p>
        </p:txBody>
      </p:sp>
      <p:sp>
        <p:nvSpPr>
          <p:cNvPr id="62470" name="Text Box 7">
            <a:extLst>
              <a:ext uri="{FF2B5EF4-FFF2-40B4-BE49-F238E27FC236}">
                <a16:creationId xmlns:a16="http://schemas.microsoft.com/office/drawing/2014/main" id="{56189043-5362-4E53-BC98-854B84688EE3}"/>
              </a:ext>
            </a:extLst>
          </p:cNvPr>
          <p:cNvSpPr txBox="1">
            <a:spLocks noChangeArrowheads="1"/>
          </p:cNvSpPr>
          <p:nvPr/>
        </p:nvSpPr>
        <p:spPr bwMode="auto">
          <a:xfrm>
            <a:off x="2886075" y="2854325"/>
            <a:ext cx="12795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Connective</a:t>
            </a:r>
            <a:br>
              <a:rPr lang="en-US" altLang="en-US" sz="1800" b="1">
                <a:latin typeface="Cambria" panose="02040503050406030204" pitchFamily="18" charset="0"/>
              </a:rPr>
            </a:br>
            <a:r>
              <a:rPr lang="en-US" altLang="en-US" sz="1800" b="1">
                <a:latin typeface="Cambria" panose="02040503050406030204" pitchFamily="18" charset="0"/>
              </a:rPr>
              <a:t>tissue</a:t>
            </a:r>
          </a:p>
        </p:txBody>
      </p:sp>
      <p:sp>
        <p:nvSpPr>
          <p:cNvPr id="62471" name="Text Box 8">
            <a:extLst>
              <a:ext uri="{FF2B5EF4-FFF2-40B4-BE49-F238E27FC236}">
                <a16:creationId xmlns:a16="http://schemas.microsoft.com/office/drawing/2014/main" id="{D2CD15E5-10A6-4966-BE9E-EF894E10DFDA}"/>
              </a:ext>
            </a:extLst>
          </p:cNvPr>
          <p:cNvSpPr txBox="1">
            <a:spLocks noChangeArrowheads="1"/>
          </p:cNvSpPr>
          <p:nvPr/>
        </p:nvSpPr>
        <p:spPr bwMode="auto">
          <a:xfrm>
            <a:off x="1057275" y="3679825"/>
            <a:ext cx="74612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Artery</a:t>
            </a:r>
          </a:p>
        </p:txBody>
      </p:sp>
      <p:sp>
        <p:nvSpPr>
          <p:cNvPr id="62472" name="Text Box 9">
            <a:extLst>
              <a:ext uri="{FF2B5EF4-FFF2-40B4-BE49-F238E27FC236}">
                <a16:creationId xmlns:a16="http://schemas.microsoft.com/office/drawing/2014/main" id="{CB47434C-1395-469E-8F95-E426B78B1B87}"/>
              </a:ext>
            </a:extLst>
          </p:cNvPr>
          <p:cNvSpPr txBox="1">
            <a:spLocks noChangeArrowheads="1"/>
          </p:cNvSpPr>
          <p:nvPr/>
        </p:nvSpPr>
        <p:spPr bwMode="auto">
          <a:xfrm>
            <a:off x="2111375" y="5826125"/>
            <a:ext cx="10001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rgbClr val="FF0000"/>
                </a:solidFill>
                <a:latin typeface="Cambria" panose="02040503050406030204" pitchFamily="18" charset="0"/>
              </a:rPr>
              <a:t>Arteriole</a:t>
            </a:r>
          </a:p>
        </p:txBody>
      </p:sp>
      <p:sp>
        <p:nvSpPr>
          <p:cNvPr id="62473" name="Text Box 10">
            <a:extLst>
              <a:ext uri="{FF2B5EF4-FFF2-40B4-BE49-F238E27FC236}">
                <a16:creationId xmlns:a16="http://schemas.microsoft.com/office/drawing/2014/main" id="{60360E2F-4129-41CC-8EB6-0EFD688D0E6F}"/>
              </a:ext>
            </a:extLst>
          </p:cNvPr>
          <p:cNvSpPr txBox="1">
            <a:spLocks noChangeArrowheads="1"/>
          </p:cNvSpPr>
          <p:nvPr/>
        </p:nvSpPr>
        <p:spPr bwMode="auto">
          <a:xfrm>
            <a:off x="4219575" y="6435725"/>
            <a:ext cx="10128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Capillary</a:t>
            </a:r>
          </a:p>
        </p:txBody>
      </p:sp>
      <p:sp>
        <p:nvSpPr>
          <p:cNvPr id="62474" name="Text Box 11">
            <a:extLst>
              <a:ext uri="{FF2B5EF4-FFF2-40B4-BE49-F238E27FC236}">
                <a16:creationId xmlns:a16="http://schemas.microsoft.com/office/drawing/2014/main" id="{AE42C87C-B7DD-4036-A0EA-559D674B0C57}"/>
              </a:ext>
            </a:extLst>
          </p:cNvPr>
          <p:cNvSpPr txBox="1">
            <a:spLocks noChangeArrowheads="1"/>
          </p:cNvSpPr>
          <p:nvPr/>
        </p:nvSpPr>
        <p:spPr bwMode="auto">
          <a:xfrm>
            <a:off x="6327775" y="5788025"/>
            <a:ext cx="8096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solidFill>
                  <a:srgbClr val="FF0000"/>
                </a:solidFill>
                <a:latin typeface="Cambria" panose="02040503050406030204" pitchFamily="18" charset="0"/>
              </a:rPr>
              <a:t>Venule</a:t>
            </a:r>
          </a:p>
        </p:txBody>
      </p:sp>
      <p:sp>
        <p:nvSpPr>
          <p:cNvPr id="62475" name="Text Box 12">
            <a:extLst>
              <a:ext uri="{FF2B5EF4-FFF2-40B4-BE49-F238E27FC236}">
                <a16:creationId xmlns:a16="http://schemas.microsoft.com/office/drawing/2014/main" id="{00122A03-5ED9-4172-8FAE-980D60AB050F}"/>
              </a:ext>
            </a:extLst>
          </p:cNvPr>
          <p:cNvSpPr txBox="1">
            <a:spLocks noChangeArrowheads="1"/>
          </p:cNvSpPr>
          <p:nvPr/>
        </p:nvSpPr>
        <p:spPr bwMode="auto">
          <a:xfrm>
            <a:off x="7521575" y="3679825"/>
            <a:ext cx="8096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Vein</a:t>
            </a:r>
          </a:p>
        </p:txBody>
      </p:sp>
      <p:sp>
        <p:nvSpPr>
          <p:cNvPr id="62476" name="Text Box 13">
            <a:extLst>
              <a:ext uri="{FF2B5EF4-FFF2-40B4-BE49-F238E27FC236}">
                <a16:creationId xmlns:a16="http://schemas.microsoft.com/office/drawing/2014/main" id="{578FCE5A-C1BC-4C6E-99A5-3B451DF7E45A}"/>
              </a:ext>
            </a:extLst>
          </p:cNvPr>
          <p:cNvSpPr txBox="1">
            <a:spLocks noChangeArrowheads="1"/>
          </p:cNvSpPr>
          <p:nvPr/>
        </p:nvSpPr>
        <p:spPr bwMode="auto">
          <a:xfrm>
            <a:off x="8202613" y="942975"/>
            <a:ext cx="809625"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b="1">
                <a:solidFill>
                  <a:srgbClr val="FF0000"/>
                </a:solidFill>
                <a:latin typeface="Cambria" panose="02040503050406030204" pitchFamily="18" charset="0"/>
              </a:rPr>
              <a:t>Valve</a:t>
            </a:r>
          </a:p>
        </p:txBody>
      </p:sp>
      <p:sp>
        <p:nvSpPr>
          <p:cNvPr id="62477" name="Text Box 14">
            <a:extLst>
              <a:ext uri="{FF2B5EF4-FFF2-40B4-BE49-F238E27FC236}">
                <a16:creationId xmlns:a16="http://schemas.microsoft.com/office/drawing/2014/main" id="{6610ECA9-A87D-4F3E-BABB-B2468DBA9DAA}"/>
              </a:ext>
            </a:extLst>
          </p:cNvPr>
          <p:cNvSpPr txBox="1">
            <a:spLocks noChangeArrowheads="1"/>
          </p:cNvSpPr>
          <p:nvPr/>
        </p:nvSpPr>
        <p:spPr bwMode="auto">
          <a:xfrm>
            <a:off x="7038975" y="720725"/>
            <a:ext cx="102552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To heart</a:t>
            </a:r>
          </a:p>
        </p:txBody>
      </p:sp>
      <p:sp>
        <p:nvSpPr>
          <p:cNvPr id="62478" name="Text Box 15">
            <a:extLst>
              <a:ext uri="{FF2B5EF4-FFF2-40B4-BE49-F238E27FC236}">
                <a16:creationId xmlns:a16="http://schemas.microsoft.com/office/drawing/2014/main" id="{AC8D2A50-E06F-4C5E-A3A5-71BF53738CC4}"/>
              </a:ext>
            </a:extLst>
          </p:cNvPr>
          <p:cNvSpPr txBox="1">
            <a:spLocks noChangeArrowheads="1"/>
          </p:cNvSpPr>
          <p:nvPr/>
        </p:nvSpPr>
        <p:spPr bwMode="auto">
          <a:xfrm>
            <a:off x="2873375" y="838200"/>
            <a:ext cx="1254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solidFill>
                  <a:srgbClr val="00B050"/>
                </a:solidFill>
                <a:latin typeface="Cambria" panose="02040503050406030204" pitchFamily="18" charset="0"/>
              </a:rPr>
              <a:t>Endothelium </a:t>
            </a:r>
          </a:p>
        </p:txBody>
      </p:sp>
      <p:sp>
        <p:nvSpPr>
          <p:cNvPr id="62479" name="Text Box 16">
            <a:extLst>
              <a:ext uri="{FF2B5EF4-FFF2-40B4-BE49-F238E27FC236}">
                <a16:creationId xmlns:a16="http://schemas.microsoft.com/office/drawing/2014/main" id="{203F96A7-AFD9-4BDE-9DF3-13319FC9A59C}"/>
              </a:ext>
            </a:extLst>
          </p:cNvPr>
          <p:cNvSpPr txBox="1">
            <a:spLocks noChangeArrowheads="1"/>
          </p:cNvSpPr>
          <p:nvPr/>
        </p:nvSpPr>
        <p:spPr bwMode="auto">
          <a:xfrm>
            <a:off x="5618163" y="1220788"/>
            <a:ext cx="1254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solidFill>
                  <a:srgbClr val="00B050"/>
                </a:solidFill>
                <a:latin typeface="Cambria" panose="02040503050406030204" pitchFamily="18" charset="0"/>
              </a:rPr>
              <a:t>Endothelium</a:t>
            </a:r>
          </a:p>
        </p:txBody>
      </p:sp>
      <p:sp>
        <p:nvSpPr>
          <p:cNvPr id="62480" name="Text Box 17">
            <a:extLst>
              <a:ext uri="{FF2B5EF4-FFF2-40B4-BE49-F238E27FC236}">
                <a16:creationId xmlns:a16="http://schemas.microsoft.com/office/drawing/2014/main" id="{639856B6-36DE-4381-9BCB-338E34B98E76}"/>
              </a:ext>
            </a:extLst>
          </p:cNvPr>
          <p:cNvSpPr txBox="1">
            <a:spLocks noChangeArrowheads="1"/>
          </p:cNvSpPr>
          <p:nvPr/>
        </p:nvSpPr>
        <p:spPr bwMode="auto">
          <a:xfrm>
            <a:off x="5641975" y="2498725"/>
            <a:ext cx="87312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Smooth</a:t>
            </a:r>
            <a:br>
              <a:rPr lang="en-US" altLang="en-US" sz="1800" b="1">
                <a:latin typeface="Cambria" panose="02040503050406030204" pitchFamily="18" charset="0"/>
              </a:rPr>
            </a:br>
            <a:r>
              <a:rPr lang="en-US" altLang="en-US" sz="1800" b="1">
                <a:latin typeface="Cambria" panose="02040503050406030204" pitchFamily="18" charset="0"/>
              </a:rPr>
              <a:t>muscle</a:t>
            </a:r>
          </a:p>
        </p:txBody>
      </p:sp>
      <p:sp>
        <p:nvSpPr>
          <p:cNvPr id="62481" name="Text Box 18">
            <a:extLst>
              <a:ext uri="{FF2B5EF4-FFF2-40B4-BE49-F238E27FC236}">
                <a16:creationId xmlns:a16="http://schemas.microsoft.com/office/drawing/2014/main" id="{9E1DB4F6-53C7-49F2-B1EB-CCF72131D44B}"/>
              </a:ext>
            </a:extLst>
          </p:cNvPr>
          <p:cNvSpPr txBox="1">
            <a:spLocks noChangeArrowheads="1"/>
          </p:cNvSpPr>
          <p:nvPr/>
        </p:nvSpPr>
        <p:spPr bwMode="auto">
          <a:xfrm>
            <a:off x="5514975" y="3400425"/>
            <a:ext cx="12795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Connective</a:t>
            </a:r>
            <a:br>
              <a:rPr lang="en-US" altLang="en-US" sz="1800" b="1">
                <a:latin typeface="Cambria" panose="02040503050406030204" pitchFamily="18" charset="0"/>
              </a:rPr>
            </a:br>
            <a:r>
              <a:rPr lang="en-US" altLang="en-US" sz="1800" b="1">
                <a:latin typeface="Cambria" panose="02040503050406030204" pitchFamily="18" charset="0"/>
              </a:rPr>
              <a:t>tissue</a:t>
            </a:r>
          </a:p>
        </p:txBody>
      </p:sp>
      <p:sp>
        <p:nvSpPr>
          <p:cNvPr id="62482" name="Line 19">
            <a:extLst>
              <a:ext uri="{FF2B5EF4-FFF2-40B4-BE49-F238E27FC236}">
                <a16:creationId xmlns:a16="http://schemas.microsoft.com/office/drawing/2014/main" id="{1C77A7B9-A857-4C2E-9503-1A952600C4F0}"/>
              </a:ext>
            </a:extLst>
          </p:cNvPr>
          <p:cNvSpPr>
            <a:spLocks noChangeShapeType="1"/>
          </p:cNvSpPr>
          <p:nvPr/>
        </p:nvSpPr>
        <p:spPr bwMode="auto">
          <a:xfrm flipH="1">
            <a:off x="1924050" y="1685925"/>
            <a:ext cx="342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3" name="Line 20">
            <a:extLst>
              <a:ext uri="{FF2B5EF4-FFF2-40B4-BE49-F238E27FC236}">
                <a16:creationId xmlns:a16="http://schemas.microsoft.com/office/drawing/2014/main" id="{4DBE1001-3362-4E6D-A04B-0A5287217BEB}"/>
              </a:ext>
            </a:extLst>
          </p:cNvPr>
          <p:cNvSpPr>
            <a:spLocks noChangeShapeType="1"/>
          </p:cNvSpPr>
          <p:nvPr/>
        </p:nvSpPr>
        <p:spPr bwMode="auto">
          <a:xfrm flipH="1">
            <a:off x="2228850" y="2206625"/>
            <a:ext cx="355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4" name="Line 21">
            <a:extLst>
              <a:ext uri="{FF2B5EF4-FFF2-40B4-BE49-F238E27FC236}">
                <a16:creationId xmlns:a16="http://schemas.microsoft.com/office/drawing/2014/main" id="{C31C475E-7CE0-4DE8-9737-33957E9F6D52}"/>
              </a:ext>
            </a:extLst>
          </p:cNvPr>
          <p:cNvSpPr>
            <a:spLocks noChangeShapeType="1"/>
          </p:cNvSpPr>
          <p:nvPr/>
        </p:nvSpPr>
        <p:spPr bwMode="auto">
          <a:xfrm flipH="1">
            <a:off x="2228850" y="2968625"/>
            <a:ext cx="596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5" name="Line 22">
            <a:extLst>
              <a:ext uri="{FF2B5EF4-FFF2-40B4-BE49-F238E27FC236}">
                <a16:creationId xmlns:a16="http://schemas.microsoft.com/office/drawing/2014/main" id="{242531E1-34F2-49C7-B538-ACFF9EA6CB6D}"/>
              </a:ext>
            </a:extLst>
          </p:cNvPr>
          <p:cNvSpPr>
            <a:spLocks noChangeShapeType="1"/>
          </p:cNvSpPr>
          <p:nvPr/>
        </p:nvSpPr>
        <p:spPr bwMode="auto">
          <a:xfrm flipV="1">
            <a:off x="2559050" y="5368925"/>
            <a:ext cx="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6" name="Line 23">
            <a:extLst>
              <a:ext uri="{FF2B5EF4-FFF2-40B4-BE49-F238E27FC236}">
                <a16:creationId xmlns:a16="http://schemas.microsoft.com/office/drawing/2014/main" id="{B935F3D3-72DE-4DC4-8B05-B0E6981FFE06}"/>
              </a:ext>
            </a:extLst>
          </p:cNvPr>
          <p:cNvSpPr>
            <a:spLocks noChangeShapeType="1"/>
          </p:cNvSpPr>
          <p:nvPr/>
        </p:nvSpPr>
        <p:spPr bwMode="auto">
          <a:xfrm flipV="1">
            <a:off x="4692650" y="6092825"/>
            <a:ext cx="0" cy="304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7" name="Line 24">
            <a:extLst>
              <a:ext uri="{FF2B5EF4-FFF2-40B4-BE49-F238E27FC236}">
                <a16:creationId xmlns:a16="http://schemas.microsoft.com/office/drawing/2014/main" id="{41481BBC-E00A-40AE-AF24-A3778847851C}"/>
              </a:ext>
            </a:extLst>
          </p:cNvPr>
          <p:cNvSpPr>
            <a:spLocks noChangeShapeType="1"/>
          </p:cNvSpPr>
          <p:nvPr/>
        </p:nvSpPr>
        <p:spPr bwMode="auto">
          <a:xfrm flipV="1">
            <a:off x="6699250" y="5140325"/>
            <a:ext cx="0" cy="647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8" name="Line 25">
            <a:extLst>
              <a:ext uri="{FF2B5EF4-FFF2-40B4-BE49-F238E27FC236}">
                <a16:creationId xmlns:a16="http://schemas.microsoft.com/office/drawing/2014/main" id="{84E92F0D-4BF7-4586-9776-6F15BBC9BE6C}"/>
              </a:ext>
            </a:extLst>
          </p:cNvPr>
          <p:cNvSpPr>
            <a:spLocks noChangeShapeType="1"/>
          </p:cNvSpPr>
          <p:nvPr/>
        </p:nvSpPr>
        <p:spPr bwMode="auto">
          <a:xfrm flipV="1">
            <a:off x="6775450" y="3260725"/>
            <a:ext cx="469900" cy="241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9" name="Line 26">
            <a:extLst>
              <a:ext uri="{FF2B5EF4-FFF2-40B4-BE49-F238E27FC236}">
                <a16:creationId xmlns:a16="http://schemas.microsoft.com/office/drawing/2014/main" id="{4D30B879-A85F-4BF1-A11E-5A291797CE2F}"/>
              </a:ext>
            </a:extLst>
          </p:cNvPr>
          <p:cNvSpPr>
            <a:spLocks noChangeShapeType="1"/>
          </p:cNvSpPr>
          <p:nvPr/>
        </p:nvSpPr>
        <p:spPr bwMode="auto">
          <a:xfrm>
            <a:off x="6521450" y="2613025"/>
            <a:ext cx="342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0" name="Line 27">
            <a:extLst>
              <a:ext uri="{FF2B5EF4-FFF2-40B4-BE49-F238E27FC236}">
                <a16:creationId xmlns:a16="http://schemas.microsoft.com/office/drawing/2014/main" id="{AAF6AA93-FD74-4FBA-8257-802DF2192788}"/>
              </a:ext>
            </a:extLst>
          </p:cNvPr>
          <p:cNvSpPr>
            <a:spLocks noChangeShapeType="1"/>
          </p:cNvSpPr>
          <p:nvPr/>
        </p:nvSpPr>
        <p:spPr bwMode="auto">
          <a:xfrm>
            <a:off x="6699250" y="1525588"/>
            <a:ext cx="342900" cy="38893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1" name="Line 28">
            <a:extLst>
              <a:ext uri="{FF2B5EF4-FFF2-40B4-BE49-F238E27FC236}">
                <a16:creationId xmlns:a16="http://schemas.microsoft.com/office/drawing/2014/main" id="{EE24088A-E8D8-4B71-8A0C-A421079FBF5D}"/>
              </a:ext>
            </a:extLst>
          </p:cNvPr>
          <p:cNvSpPr>
            <a:spLocks noChangeShapeType="1"/>
          </p:cNvSpPr>
          <p:nvPr/>
        </p:nvSpPr>
        <p:spPr bwMode="auto">
          <a:xfrm flipH="1">
            <a:off x="7816850" y="1177925"/>
            <a:ext cx="330200" cy="482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2" name="Line 29">
            <a:extLst>
              <a:ext uri="{FF2B5EF4-FFF2-40B4-BE49-F238E27FC236}">
                <a16:creationId xmlns:a16="http://schemas.microsoft.com/office/drawing/2014/main" id="{67B56109-6A1B-40B7-996C-B5A9373F29F8}"/>
              </a:ext>
            </a:extLst>
          </p:cNvPr>
          <p:cNvSpPr>
            <a:spLocks noChangeShapeType="1"/>
          </p:cNvSpPr>
          <p:nvPr/>
        </p:nvSpPr>
        <p:spPr bwMode="auto">
          <a:xfrm>
            <a:off x="3917950" y="1127125"/>
            <a:ext cx="368300" cy="495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3" name="Rectangle 2">
            <a:extLst>
              <a:ext uri="{FF2B5EF4-FFF2-40B4-BE49-F238E27FC236}">
                <a16:creationId xmlns:a16="http://schemas.microsoft.com/office/drawing/2014/main" id="{F9F51A2F-05A5-438E-8E4B-7D8A60AF1EFC}"/>
              </a:ext>
            </a:extLst>
          </p:cNvPr>
          <p:cNvSpPr>
            <a:spLocks noChangeArrowheads="1"/>
          </p:cNvSpPr>
          <p:nvPr/>
        </p:nvSpPr>
        <p:spPr bwMode="auto">
          <a:xfrm>
            <a:off x="1876425" y="71438"/>
            <a:ext cx="5889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r>
              <a:rPr lang="en-US" altLang="en-US" sz="3200" b="1">
                <a:solidFill>
                  <a:srgbClr val="FF0000"/>
                </a:solidFill>
                <a:latin typeface="Cambria" panose="02040503050406030204" pitchFamily="18" charset="0"/>
              </a:rPr>
              <a:t>The Structure of Blood Vessels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638D60C-9C0D-429B-B060-2B06CC1B3AB4}"/>
              </a:ext>
            </a:extLst>
          </p:cNvPr>
          <p:cNvSpPr>
            <a:spLocks noGrp="1" noChangeArrowheads="1"/>
          </p:cNvSpPr>
          <p:nvPr>
            <p:ph type="title" idx="4294967295"/>
          </p:nvPr>
        </p:nvSpPr>
        <p:spPr>
          <a:xfrm>
            <a:off x="633413" y="355600"/>
            <a:ext cx="7877175" cy="584200"/>
          </a:xfrm>
        </p:spPr>
        <p:txBody>
          <a:bodyPr/>
          <a:lstStyle/>
          <a:p>
            <a:pPr eaLnBrk="1" hangingPunct="1">
              <a:lnSpc>
                <a:spcPct val="80000"/>
              </a:lnSpc>
            </a:pPr>
            <a:r>
              <a:rPr lang="en-US" altLang="en-US" sz="4000">
                <a:solidFill>
                  <a:srgbClr val="FF0000"/>
                </a:solidFill>
                <a:latin typeface="Cambria" panose="02040503050406030204" pitchFamily="18" charset="0"/>
              </a:rPr>
              <a:t>Blood Flow through Arteries</a:t>
            </a:r>
          </a:p>
        </p:txBody>
      </p:sp>
      <p:sp>
        <p:nvSpPr>
          <p:cNvPr id="64515" name="Rectangle 3">
            <a:extLst>
              <a:ext uri="{FF2B5EF4-FFF2-40B4-BE49-F238E27FC236}">
                <a16:creationId xmlns:a16="http://schemas.microsoft.com/office/drawing/2014/main" id="{7B1BDE10-067A-4DF2-B3B0-DE8178FC76A3}"/>
              </a:ext>
            </a:extLst>
          </p:cNvPr>
          <p:cNvSpPr>
            <a:spLocks noGrp="1" noChangeArrowheads="1"/>
          </p:cNvSpPr>
          <p:nvPr>
            <p:ph type="body" idx="4294967295"/>
          </p:nvPr>
        </p:nvSpPr>
        <p:spPr>
          <a:xfrm>
            <a:off x="479425" y="1574800"/>
            <a:ext cx="8185150" cy="3533775"/>
          </a:xfrm>
        </p:spPr>
        <p:txBody>
          <a:bodyPr/>
          <a:lstStyle/>
          <a:p>
            <a:pPr marL="446088" lvl="1" eaLnBrk="1" hangingPunct="1"/>
            <a:r>
              <a:rPr lang="en-US" altLang="en-US" b="1">
                <a:latin typeface="Cambria" panose="02040503050406030204" pitchFamily="18" charset="0"/>
              </a:rPr>
              <a:t>The force that blood exerts against the walls of blood vessels is </a:t>
            </a:r>
            <a:r>
              <a:rPr lang="en-US" altLang="en-US" b="1">
                <a:solidFill>
                  <a:srgbClr val="FF0000"/>
                </a:solidFill>
                <a:latin typeface="Cambria" panose="02040503050406030204" pitchFamily="18" charset="0"/>
              </a:rPr>
              <a:t>blood pressure</a:t>
            </a:r>
            <a:r>
              <a:rPr lang="en-US" altLang="en-US" b="1">
                <a:latin typeface="Cambria" panose="02040503050406030204" pitchFamily="18" charset="0"/>
              </a:rPr>
              <a:t>.</a:t>
            </a:r>
          </a:p>
          <a:p>
            <a:pPr marL="1054100" lvl="2" indent="-368300" eaLnBrk="1" hangingPunct="1"/>
            <a:r>
              <a:rPr lang="en-US" altLang="en-US" b="1">
                <a:latin typeface="Cambria" panose="02040503050406030204" pitchFamily="18" charset="0"/>
              </a:rPr>
              <a:t>Blood pressure pushes blood from the heart to the capillary beds.</a:t>
            </a:r>
          </a:p>
          <a:p>
            <a:pPr marL="1054100" lvl="2" indent="-368300" eaLnBrk="1" hangingPunct="1"/>
            <a:r>
              <a:rPr lang="en-US" altLang="en-US" b="1">
                <a:latin typeface="Cambria" panose="02040503050406030204" pitchFamily="18" charset="0"/>
              </a:rPr>
              <a:t>A </a:t>
            </a:r>
            <a:r>
              <a:rPr lang="en-US" altLang="en-US" b="1">
                <a:solidFill>
                  <a:srgbClr val="FF0000"/>
                </a:solidFill>
                <a:latin typeface="Cambria" panose="02040503050406030204" pitchFamily="18" charset="0"/>
              </a:rPr>
              <a:t>pulse</a:t>
            </a:r>
            <a:r>
              <a:rPr lang="en-US" altLang="en-US" b="1">
                <a:latin typeface="Cambria" panose="02040503050406030204" pitchFamily="18" charset="0"/>
              </a:rPr>
              <a:t> is the rhythmic stretching of the arteries caused by the pressure of blood forced into the arteries during systole.</a:t>
            </a:r>
          </a:p>
        </p:txBody>
      </p:sp>
      <p:sp>
        <p:nvSpPr>
          <p:cNvPr id="64516" name="Line 6">
            <a:extLst>
              <a:ext uri="{FF2B5EF4-FFF2-40B4-BE49-F238E27FC236}">
                <a16:creationId xmlns:a16="http://schemas.microsoft.com/office/drawing/2014/main" id="{EB717FBF-D990-4D96-8B95-D0E57D4B1F8B}"/>
              </a:ext>
            </a:extLst>
          </p:cNvPr>
          <p:cNvSpPr>
            <a:spLocks noChangeShapeType="1"/>
          </p:cNvSpPr>
          <p:nvPr/>
        </p:nvSpPr>
        <p:spPr bwMode="auto">
          <a:xfrm>
            <a:off x="304800" y="127000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Box 1">
            <a:extLst>
              <a:ext uri="{FF2B5EF4-FFF2-40B4-BE49-F238E27FC236}">
                <a16:creationId xmlns:a16="http://schemas.microsoft.com/office/drawing/2014/main" id="{71F0B973-49AE-4EB9-AE5D-B881AD81EA98}"/>
              </a:ext>
            </a:extLst>
          </p:cNvPr>
          <p:cNvSpPr txBox="1">
            <a:spLocks noChangeArrowheads="1"/>
          </p:cNvSpPr>
          <p:nvPr/>
        </p:nvSpPr>
        <p:spPr bwMode="auto">
          <a:xfrm>
            <a:off x="493713" y="419100"/>
            <a:ext cx="8342312"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b="1">
                <a:solidFill>
                  <a:srgbClr val="C39150"/>
                </a:solidFill>
              </a:rPr>
              <a:t>Pulse rate ---- resting heart rate</a:t>
            </a:r>
          </a:p>
          <a:p>
            <a:endParaRPr lang="en-US" altLang="en-US" b="1">
              <a:solidFill>
                <a:srgbClr val="C39150"/>
              </a:solidFill>
            </a:endParaRPr>
          </a:p>
          <a:p>
            <a:r>
              <a:rPr lang="en-US" altLang="en-US" b="1">
                <a:solidFill>
                  <a:srgbClr val="C39150"/>
                </a:solidFill>
              </a:rPr>
              <a:t>Your resting heart rate indicates how efficiently your heart pumps blood throughout your body, your pulse rate is a useful tool for gauging your fitness level.</a:t>
            </a:r>
          </a:p>
          <a:p>
            <a:endParaRPr lang="en-US" altLang="en-US" b="1">
              <a:solidFill>
                <a:srgbClr val="C39150"/>
              </a:solidFill>
            </a:endParaRPr>
          </a:p>
          <a:p>
            <a:r>
              <a:rPr lang="en-US" altLang="en-US" b="1">
                <a:solidFill>
                  <a:srgbClr val="4473B8"/>
                </a:solidFill>
              </a:rPr>
              <a:t>Average adults : 60-100 beats per minute</a:t>
            </a:r>
          </a:p>
          <a:p>
            <a:r>
              <a:rPr lang="en-US" altLang="en-US" b="1">
                <a:solidFill>
                  <a:srgbClr val="4473B8"/>
                </a:solidFill>
              </a:rPr>
              <a:t>Conditioned athlete and other highly fit individuals: 40-60 beats per minute</a:t>
            </a:r>
          </a:p>
          <a:p>
            <a:endParaRPr lang="en-US" altLang="en-US"/>
          </a:p>
        </p:txBody>
      </p:sp>
      <p:pic>
        <p:nvPicPr>
          <p:cNvPr id="66563" name="Picture 2" descr="Image result for measure pulse rate">
            <a:extLst>
              <a:ext uri="{FF2B5EF4-FFF2-40B4-BE49-F238E27FC236}">
                <a16:creationId xmlns:a16="http://schemas.microsoft.com/office/drawing/2014/main" id="{3B68F217-4A6B-4268-94A3-AB77CAAF1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3888" y="3857625"/>
            <a:ext cx="4381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TextBox 2">
            <a:extLst>
              <a:ext uri="{FF2B5EF4-FFF2-40B4-BE49-F238E27FC236}">
                <a16:creationId xmlns:a16="http://schemas.microsoft.com/office/drawing/2014/main" id="{3A3B5ED9-EE24-47CE-8A6C-29491AA29C46}"/>
              </a:ext>
            </a:extLst>
          </p:cNvPr>
          <p:cNvSpPr txBox="1">
            <a:spLocks noChangeArrowheads="1"/>
          </p:cNvSpPr>
          <p:nvPr/>
        </p:nvSpPr>
        <p:spPr bwMode="auto">
          <a:xfrm>
            <a:off x="93663" y="4208463"/>
            <a:ext cx="44450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You can check your own pulse rate by putting two fingers over the radical artery, and count the number of beats for 15 seconds.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38A85389-8110-47C6-B108-7855BA1B0923}"/>
              </a:ext>
            </a:extLst>
          </p:cNvPr>
          <p:cNvSpPr>
            <a:spLocks noGrp="1" noChangeArrowheads="1"/>
          </p:cNvSpPr>
          <p:nvPr>
            <p:ph type="body" idx="4294967295"/>
          </p:nvPr>
        </p:nvSpPr>
        <p:spPr>
          <a:xfrm>
            <a:off x="415925" y="1346200"/>
            <a:ext cx="8186738" cy="5511800"/>
          </a:xfrm>
        </p:spPr>
        <p:txBody>
          <a:bodyPr/>
          <a:lstStyle/>
          <a:p>
            <a:pPr marL="446088" lvl="1" eaLnBrk="1" hangingPunct="1"/>
            <a:r>
              <a:rPr lang="en-US" altLang="en-US" b="1" dirty="0">
                <a:latin typeface="Cambria" panose="02040503050406030204" pitchFamily="18" charset="0"/>
              </a:rPr>
              <a:t>Optimal blood pressure for adults is</a:t>
            </a:r>
          </a:p>
          <a:p>
            <a:pPr marL="1041400" lvl="2" indent="-330200" eaLnBrk="1" hangingPunct="1"/>
            <a:r>
              <a:rPr lang="en-US" altLang="en-US" b="1" dirty="0">
                <a:solidFill>
                  <a:srgbClr val="FF0000"/>
                </a:solidFill>
                <a:latin typeface="Cambria" panose="02040503050406030204" pitchFamily="18" charset="0"/>
              </a:rPr>
              <a:t>&lt; 120 mmHg </a:t>
            </a:r>
            <a:r>
              <a:rPr lang="en-US" altLang="en-US" b="1" dirty="0">
                <a:latin typeface="Cambria" panose="02040503050406030204" pitchFamily="18" charset="0"/>
              </a:rPr>
              <a:t>for systolic (</a:t>
            </a:r>
            <a:r>
              <a:rPr lang="en-US" altLang="en-US" b="1" dirty="0">
                <a:solidFill>
                  <a:srgbClr val="FFC000"/>
                </a:solidFill>
                <a:latin typeface="Cambria" panose="02040503050406030204" pitchFamily="18" charset="0"/>
              </a:rPr>
              <a:t>results from blood being forced into the arteries during ventricular systole</a:t>
            </a:r>
            <a:r>
              <a:rPr lang="en-US" altLang="en-US" b="1" dirty="0">
                <a:latin typeface="Cambria" panose="02040503050406030204" pitchFamily="18" charset="0"/>
              </a:rPr>
              <a:t>) </a:t>
            </a:r>
          </a:p>
          <a:p>
            <a:pPr marL="1041400" lvl="2" indent="-330200" eaLnBrk="1" hangingPunct="1"/>
            <a:r>
              <a:rPr lang="en-US" altLang="en-US" b="1" dirty="0">
                <a:solidFill>
                  <a:srgbClr val="FF0000"/>
                </a:solidFill>
                <a:latin typeface="Cambria" panose="02040503050406030204" pitchFamily="18" charset="0"/>
              </a:rPr>
              <a:t>&lt; 80 mmHg </a:t>
            </a:r>
            <a:r>
              <a:rPr lang="en-US" altLang="en-US" b="1" dirty="0">
                <a:latin typeface="Cambria" panose="02040503050406030204" pitchFamily="18" charset="0"/>
              </a:rPr>
              <a:t>for diastolic (</a:t>
            </a:r>
            <a:r>
              <a:rPr lang="en-US" altLang="zh-CN" b="1" dirty="0">
                <a:solidFill>
                  <a:srgbClr val="FFC000"/>
                </a:solidFill>
                <a:latin typeface="Cambria" panose="02040503050406030204" pitchFamily="18" charset="0"/>
                <a:ea typeface="宋体" panose="02010600030101010101" pitchFamily="2" charset="-122"/>
              </a:rPr>
              <a:t>is the pressure in the arteries during ventricular diastole</a:t>
            </a:r>
            <a:r>
              <a:rPr lang="en-US" altLang="en-US" b="1" dirty="0">
                <a:latin typeface="Cambria" panose="02040503050406030204" pitchFamily="18" charset="0"/>
              </a:rPr>
              <a:t>)</a:t>
            </a:r>
          </a:p>
          <a:p>
            <a:pPr marL="446088" lvl="1" eaLnBrk="1" hangingPunct="1"/>
            <a:r>
              <a:rPr lang="en-US" altLang="en-US" b="1" dirty="0">
                <a:latin typeface="Cambria" panose="02040503050406030204" pitchFamily="18" charset="0"/>
              </a:rPr>
              <a:t>High blood pressure, or </a:t>
            </a:r>
            <a:r>
              <a:rPr lang="en-US" altLang="en-US" b="1" dirty="0">
                <a:solidFill>
                  <a:srgbClr val="FF0000"/>
                </a:solidFill>
                <a:latin typeface="Cambria" panose="02040503050406030204" pitchFamily="18" charset="0"/>
              </a:rPr>
              <a:t>hypertension</a:t>
            </a:r>
            <a:r>
              <a:rPr lang="en-US" altLang="en-US" b="1" dirty="0">
                <a:latin typeface="Cambria" panose="02040503050406030204" pitchFamily="18" charset="0"/>
              </a:rPr>
              <a:t>, is persistent</a:t>
            </a:r>
          </a:p>
          <a:p>
            <a:pPr marL="1041400" lvl="2" indent="-330200" eaLnBrk="1" hangingPunct="1"/>
            <a:r>
              <a:rPr lang="en-US" altLang="en-US" b="1" dirty="0">
                <a:latin typeface="Cambria" panose="02040503050406030204" pitchFamily="18" charset="0"/>
              </a:rPr>
              <a:t>systolic blood pressure </a:t>
            </a:r>
            <a:r>
              <a:rPr lang="en-US" altLang="en-US" b="1" dirty="0">
                <a:solidFill>
                  <a:srgbClr val="FF0000"/>
                </a:solidFill>
                <a:latin typeface="Cambria" panose="02040503050406030204" pitchFamily="18" charset="0"/>
              </a:rPr>
              <a:t>&gt; 130 mmHg, </a:t>
            </a:r>
            <a:r>
              <a:rPr lang="en-US" altLang="en-US" b="1" dirty="0">
                <a:latin typeface="Cambria" panose="02040503050406030204" pitchFamily="18" charset="0"/>
              </a:rPr>
              <a:t>and/or </a:t>
            </a:r>
          </a:p>
          <a:p>
            <a:pPr marL="1041400" lvl="2" indent="-330200" eaLnBrk="1" hangingPunct="1"/>
            <a:r>
              <a:rPr lang="en-US" altLang="en-US" b="1" dirty="0">
                <a:latin typeface="Cambria" panose="02040503050406030204" pitchFamily="18" charset="0"/>
              </a:rPr>
              <a:t>diastolic blood pressure </a:t>
            </a:r>
            <a:r>
              <a:rPr lang="en-US" altLang="en-US" b="1" dirty="0">
                <a:solidFill>
                  <a:srgbClr val="FF0000"/>
                </a:solidFill>
                <a:latin typeface="Cambria" panose="02040503050406030204" pitchFamily="18" charset="0"/>
              </a:rPr>
              <a:t>&gt; 80 mmHg</a:t>
            </a:r>
            <a:endParaRPr lang="en-US" altLang="en-US" b="1" dirty="0">
              <a:latin typeface="Cambria" panose="02040503050406030204" pitchFamily="18" charset="0"/>
            </a:endParaRPr>
          </a:p>
        </p:txBody>
      </p:sp>
      <p:sp>
        <p:nvSpPr>
          <p:cNvPr id="68611" name="Rectangle 2">
            <a:extLst>
              <a:ext uri="{FF2B5EF4-FFF2-40B4-BE49-F238E27FC236}">
                <a16:creationId xmlns:a16="http://schemas.microsoft.com/office/drawing/2014/main" id="{F9C50714-47F2-442B-9490-EC654CF2CBC7}"/>
              </a:ext>
            </a:extLst>
          </p:cNvPr>
          <p:cNvSpPr>
            <a:spLocks noChangeArrowheads="1"/>
          </p:cNvSpPr>
          <p:nvPr/>
        </p:nvSpPr>
        <p:spPr bwMode="auto">
          <a:xfrm>
            <a:off x="415925" y="460375"/>
            <a:ext cx="85344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Blood Flow through Arteries</a:t>
            </a:r>
          </a:p>
        </p:txBody>
      </p:sp>
      <p:sp>
        <p:nvSpPr>
          <p:cNvPr id="68612" name="Line 6">
            <a:extLst>
              <a:ext uri="{FF2B5EF4-FFF2-40B4-BE49-F238E27FC236}">
                <a16:creationId xmlns:a16="http://schemas.microsoft.com/office/drawing/2014/main" id="{B92E0378-C25E-4452-9D0C-A0F662A292DA}"/>
              </a:ext>
            </a:extLst>
          </p:cNvPr>
          <p:cNvSpPr>
            <a:spLocks noChangeShapeType="1"/>
          </p:cNvSpPr>
          <p:nvPr/>
        </p:nvSpPr>
        <p:spPr bwMode="auto">
          <a:xfrm>
            <a:off x="304800" y="133350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1F22F8A9-E1AB-4A48-865A-4FD5F0AE87D1}"/>
              </a:ext>
            </a:extLst>
          </p:cNvPr>
          <p:cNvSpPr>
            <a:spLocks noGrp="1" noChangeArrowheads="1"/>
          </p:cNvSpPr>
          <p:nvPr>
            <p:ph type="body" idx="4294967295"/>
          </p:nvPr>
        </p:nvSpPr>
        <p:spPr>
          <a:xfrm>
            <a:off x="431800" y="1636713"/>
            <a:ext cx="8248650" cy="3600450"/>
          </a:xfrm>
        </p:spPr>
        <p:txBody>
          <a:bodyPr/>
          <a:lstStyle/>
          <a:p>
            <a:pPr marL="446088" lvl="1" eaLnBrk="1" hangingPunct="1"/>
            <a:r>
              <a:rPr lang="en-US" altLang="en-US" b="1" dirty="0">
                <a:solidFill>
                  <a:srgbClr val="FF0000"/>
                </a:solidFill>
                <a:latin typeface="Cambria" panose="02040503050406030204" pitchFamily="18" charset="0"/>
              </a:rPr>
              <a:t>The walls of capillaries are thin and leaky.</a:t>
            </a:r>
          </a:p>
          <a:p>
            <a:pPr marL="1054100" lvl="2" indent="-381000" eaLnBrk="1" hangingPunct="1"/>
            <a:r>
              <a:rPr lang="en-US" altLang="en-US" sz="2400" b="1" dirty="0">
                <a:latin typeface="Cambria" panose="02040503050406030204" pitchFamily="18" charset="0"/>
              </a:rPr>
              <a:t>At the arterial end of the capillary, blood pressure pushes fluid rich in oxygen, nutrients, and other substances into the </a:t>
            </a:r>
            <a:r>
              <a:rPr lang="en-US" altLang="en-US" sz="2400" b="1" dirty="0">
                <a:solidFill>
                  <a:srgbClr val="FF0000"/>
                </a:solidFill>
                <a:latin typeface="Cambria" panose="02040503050406030204" pitchFamily="18" charset="0"/>
              </a:rPr>
              <a:t>interstitial fluid</a:t>
            </a:r>
            <a:r>
              <a:rPr lang="en-US" altLang="en-US" sz="2400" b="1" dirty="0">
                <a:latin typeface="Cambria" panose="02040503050406030204" pitchFamily="18" charset="0"/>
              </a:rPr>
              <a:t>.</a:t>
            </a:r>
          </a:p>
          <a:p>
            <a:pPr marL="1054100" lvl="2" indent="-381000" eaLnBrk="1" hangingPunct="1"/>
            <a:r>
              <a:rPr lang="en-US" altLang="en-US" sz="2400" b="1" dirty="0">
                <a:latin typeface="Cambria" panose="02040503050406030204" pitchFamily="18" charset="0"/>
              </a:rPr>
              <a:t>At the venous end of the capillary, CO</a:t>
            </a:r>
            <a:r>
              <a:rPr lang="en-US" altLang="en-US" sz="2400" b="1" baseline="-25000" dirty="0">
                <a:latin typeface="Cambria" panose="02040503050406030204" pitchFamily="18" charset="0"/>
              </a:rPr>
              <a:t>2</a:t>
            </a:r>
            <a:r>
              <a:rPr lang="en-US" altLang="en-US" sz="2400" b="1" dirty="0">
                <a:latin typeface="Cambria" panose="02040503050406030204" pitchFamily="18" charset="0"/>
              </a:rPr>
              <a:t> and other wastes diffuse from tissue cells into the interstitial fluid, and then into the capillary bloodstream.</a:t>
            </a:r>
          </a:p>
        </p:txBody>
      </p:sp>
      <p:sp>
        <p:nvSpPr>
          <p:cNvPr id="70659" name="Rectangle 2">
            <a:extLst>
              <a:ext uri="{FF2B5EF4-FFF2-40B4-BE49-F238E27FC236}">
                <a16:creationId xmlns:a16="http://schemas.microsoft.com/office/drawing/2014/main" id="{AFF34B61-2EEC-4A0E-B4CA-7677F718F558}"/>
              </a:ext>
            </a:extLst>
          </p:cNvPr>
          <p:cNvSpPr>
            <a:spLocks noChangeArrowheads="1"/>
          </p:cNvSpPr>
          <p:nvPr/>
        </p:nvSpPr>
        <p:spPr bwMode="auto">
          <a:xfrm>
            <a:off x="508000" y="382588"/>
            <a:ext cx="7835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3600" b="1">
                <a:solidFill>
                  <a:srgbClr val="FF0000"/>
                </a:solidFill>
                <a:latin typeface="Cambria" panose="02040503050406030204" pitchFamily="18" charset="0"/>
              </a:rPr>
              <a:t>Blood </a:t>
            </a:r>
            <a:r>
              <a:rPr lang="en-US" altLang="en-US" sz="4000" b="1">
                <a:solidFill>
                  <a:srgbClr val="FF0000"/>
                </a:solidFill>
                <a:latin typeface="Cambria" panose="02040503050406030204" pitchFamily="18" charset="0"/>
              </a:rPr>
              <a:t>Flow</a:t>
            </a:r>
            <a:r>
              <a:rPr lang="en-US" altLang="en-US" sz="3600" b="1">
                <a:solidFill>
                  <a:srgbClr val="FF0000"/>
                </a:solidFill>
                <a:latin typeface="Cambria" panose="02040503050406030204" pitchFamily="18" charset="0"/>
              </a:rPr>
              <a:t> through Capillary Beds</a:t>
            </a:r>
          </a:p>
        </p:txBody>
      </p:sp>
      <p:sp>
        <p:nvSpPr>
          <p:cNvPr id="70660" name="Line 6">
            <a:extLst>
              <a:ext uri="{FF2B5EF4-FFF2-40B4-BE49-F238E27FC236}">
                <a16:creationId xmlns:a16="http://schemas.microsoft.com/office/drawing/2014/main" id="{E9C64223-53BA-4967-9256-10966F574228}"/>
              </a:ext>
            </a:extLst>
          </p:cNvPr>
          <p:cNvSpPr>
            <a:spLocks noChangeShapeType="1"/>
          </p:cNvSpPr>
          <p:nvPr/>
        </p:nvSpPr>
        <p:spPr bwMode="auto">
          <a:xfrm>
            <a:off x="304800" y="1255713"/>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descr="23_08_ChemicalExchange-U">
            <a:extLst>
              <a:ext uri="{FF2B5EF4-FFF2-40B4-BE49-F238E27FC236}">
                <a16:creationId xmlns:a16="http://schemas.microsoft.com/office/drawing/2014/main" id="{2D377C87-7D36-4763-8F51-882AB5A1B3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1441450"/>
            <a:ext cx="8548687"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Text Box 4">
            <a:extLst>
              <a:ext uri="{FF2B5EF4-FFF2-40B4-BE49-F238E27FC236}">
                <a16:creationId xmlns:a16="http://schemas.microsoft.com/office/drawing/2014/main" id="{D8F0DD01-34A3-4B3A-95D5-0BCA85B1569C}"/>
              </a:ext>
            </a:extLst>
          </p:cNvPr>
          <p:cNvSpPr txBox="1">
            <a:spLocks noChangeArrowheads="1"/>
          </p:cNvSpPr>
          <p:nvPr/>
        </p:nvSpPr>
        <p:spPr bwMode="auto">
          <a:xfrm>
            <a:off x="339725" y="5029200"/>
            <a:ext cx="13430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500" b="1">
                <a:latin typeface="Arial" panose="020B0604020202020204" pitchFamily="34" charset="0"/>
              </a:rPr>
              <a:t>(a) Capillaries</a:t>
            </a:r>
          </a:p>
        </p:txBody>
      </p:sp>
      <p:sp>
        <p:nvSpPr>
          <p:cNvPr id="72708" name="Text Box 5">
            <a:extLst>
              <a:ext uri="{FF2B5EF4-FFF2-40B4-BE49-F238E27FC236}">
                <a16:creationId xmlns:a16="http://schemas.microsoft.com/office/drawing/2014/main" id="{47E1B8AD-EB71-4F1B-8740-D1E8A09FA6FD}"/>
              </a:ext>
            </a:extLst>
          </p:cNvPr>
          <p:cNvSpPr txBox="1">
            <a:spLocks noChangeArrowheads="1"/>
          </p:cNvSpPr>
          <p:nvPr/>
        </p:nvSpPr>
        <p:spPr bwMode="auto">
          <a:xfrm>
            <a:off x="4949825" y="5016500"/>
            <a:ext cx="210502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500" b="1">
                <a:latin typeface="Arial" panose="020B0604020202020204" pitchFamily="34" charset="0"/>
              </a:rPr>
              <a:t>(b) Chemical exchange</a:t>
            </a:r>
          </a:p>
        </p:txBody>
      </p:sp>
      <p:sp>
        <p:nvSpPr>
          <p:cNvPr id="72709" name="Text Box 6">
            <a:extLst>
              <a:ext uri="{FF2B5EF4-FFF2-40B4-BE49-F238E27FC236}">
                <a16:creationId xmlns:a16="http://schemas.microsoft.com/office/drawing/2014/main" id="{42675C57-448B-4D51-AEB8-4AFD2FF058B1}"/>
              </a:ext>
            </a:extLst>
          </p:cNvPr>
          <p:cNvSpPr txBox="1">
            <a:spLocks noChangeArrowheads="1"/>
          </p:cNvSpPr>
          <p:nvPr/>
        </p:nvSpPr>
        <p:spPr bwMode="auto">
          <a:xfrm>
            <a:off x="1482725" y="1981200"/>
            <a:ext cx="8350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Arial" panose="020B0604020202020204" pitchFamily="34" charset="0"/>
              </a:rPr>
              <a:t>Capillary</a:t>
            </a:r>
          </a:p>
        </p:txBody>
      </p:sp>
      <p:sp>
        <p:nvSpPr>
          <p:cNvPr id="72710" name="Text Box 7">
            <a:extLst>
              <a:ext uri="{FF2B5EF4-FFF2-40B4-BE49-F238E27FC236}">
                <a16:creationId xmlns:a16="http://schemas.microsoft.com/office/drawing/2014/main" id="{A50D3D4E-13EE-4E33-8ED7-51C5AC61E4A8}"/>
              </a:ext>
            </a:extLst>
          </p:cNvPr>
          <p:cNvSpPr txBox="1">
            <a:spLocks noChangeArrowheads="1"/>
          </p:cNvSpPr>
          <p:nvPr/>
        </p:nvSpPr>
        <p:spPr bwMode="auto">
          <a:xfrm>
            <a:off x="3298825" y="2260600"/>
            <a:ext cx="12795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Arial" panose="020B0604020202020204" pitchFamily="34" charset="0"/>
              </a:rPr>
              <a:t>Red blood cell</a:t>
            </a:r>
          </a:p>
        </p:txBody>
      </p:sp>
      <p:sp>
        <p:nvSpPr>
          <p:cNvPr id="72711" name="Text Box 8">
            <a:extLst>
              <a:ext uri="{FF2B5EF4-FFF2-40B4-BE49-F238E27FC236}">
                <a16:creationId xmlns:a16="http://schemas.microsoft.com/office/drawing/2014/main" id="{DF33EBB0-90CC-4802-B908-FE75F9F152E8}"/>
              </a:ext>
            </a:extLst>
          </p:cNvPr>
          <p:cNvSpPr txBox="1">
            <a:spLocks noChangeArrowheads="1"/>
          </p:cNvSpPr>
          <p:nvPr/>
        </p:nvSpPr>
        <p:spPr bwMode="auto">
          <a:xfrm>
            <a:off x="5470525" y="1892300"/>
            <a:ext cx="9239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Arial" panose="020B0604020202020204" pitchFamily="34" charset="0"/>
              </a:rPr>
              <a:t>Tissue cell</a:t>
            </a:r>
          </a:p>
        </p:txBody>
      </p:sp>
      <p:sp>
        <p:nvSpPr>
          <p:cNvPr id="72712" name="Text Box 9">
            <a:extLst>
              <a:ext uri="{FF2B5EF4-FFF2-40B4-BE49-F238E27FC236}">
                <a16:creationId xmlns:a16="http://schemas.microsoft.com/office/drawing/2014/main" id="{75BC1AE8-AD95-4A36-8BF3-A6F8075F77F0}"/>
              </a:ext>
            </a:extLst>
          </p:cNvPr>
          <p:cNvSpPr txBox="1">
            <a:spLocks noChangeArrowheads="1"/>
          </p:cNvSpPr>
          <p:nvPr/>
        </p:nvSpPr>
        <p:spPr bwMode="auto">
          <a:xfrm>
            <a:off x="4975225" y="4445000"/>
            <a:ext cx="12795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Arial" panose="020B0604020202020204" pitchFamily="34" charset="0"/>
              </a:rPr>
              <a:t>Interstitial fluid</a:t>
            </a:r>
          </a:p>
        </p:txBody>
      </p:sp>
      <p:sp>
        <p:nvSpPr>
          <p:cNvPr id="72713" name="Text Box 10">
            <a:extLst>
              <a:ext uri="{FF2B5EF4-FFF2-40B4-BE49-F238E27FC236}">
                <a16:creationId xmlns:a16="http://schemas.microsoft.com/office/drawing/2014/main" id="{17338591-B33F-40B8-9B16-5713FA5DABF7}"/>
              </a:ext>
            </a:extLst>
          </p:cNvPr>
          <p:cNvSpPr txBox="1">
            <a:spLocks noChangeArrowheads="1"/>
          </p:cNvSpPr>
          <p:nvPr/>
        </p:nvSpPr>
        <p:spPr bwMode="auto">
          <a:xfrm>
            <a:off x="6143625" y="2578100"/>
            <a:ext cx="115252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90000"/>
              </a:lnSpc>
              <a:spcBef>
                <a:spcPct val="0"/>
              </a:spcBef>
              <a:spcAft>
                <a:spcPct val="0"/>
              </a:spcAft>
              <a:buClrTx/>
              <a:buFontTx/>
              <a:buNone/>
            </a:pPr>
            <a:r>
              <a:rPr lang="en-US" altLang="en-US" sz="1400" b="1">
                <a:latin typeface="Arial" panose="020B0604020202020204" pitchFamily="34" charset="0"/>
              </a:rPr>
              <a:t>Diffusion</a:t>
            </a:r>
            <a:br>
              <a:rPr lang="en-US" altLang="en-US" sz="1400" b="1">
                <a:latin typeface="Arial" panose="020B0604020202020204" pitchFamily="34" charset="0"/>
              </a:rPr>
            </a:br>
            <a:r>
              <a:rPr lang="en-US" altLang="en-US" sz="1400" b="1">
                <a:latin typeface="Arial" panose="020B0604020202020204" pitchFamily="34" charset="0"/>
              </a:rPr>
              <a:t>of O</a:t>
            </a:r>
            <a:r>
              <a:rPr lang="en-US" altLang="en-US" sz="1400" b="1" baseline="-25000">
                <a:latin typeface="Arial" panose="020B0604020202020204" pitchFamily="34" charset="0"/>
              </a:rPr>
              <a:t>2</a:t>
            </a:r>
            <a:r>
              <a:rPr lang="en-US" altLang="en-US" sz="1400" b="1">
                <a:latin typeface="Arial" panose="020B0604020202020204" pitchFamily="34" charset="0"/>
              </a:rPr>
              <a:t> and</a:t>
            </a:r>
            <a:br>
              <a:rPr lang="en-US" altLang="en-US" sz="1400" b="1">
                <a:latin typeface="Arial" panose="020B0604020202020204" pitchFamily="34" charset="0"/>
              </a:rPr>
            </a:br>
            <a:r>
              <a:rPr lang="en-US" altLang="en-US" sz="1400" b="1">
                <a:latin typeface="Arial" panose="020B0604020202020204" pitchFamily="34" charset="0"/>
              </a:rPr>
              <a:t>nutrients out</a:t>
            </a:r>
            <a:br>
              <a:rPr lang="en-US" altLang="en-US" sz="1400" b="1">
                <a:latin typeface="Arial" panose="020B0604020202020204" pitchFamily="34" charset="0"/>
              </a:rPr>
            </a:br>
            <a:r>
              <a:rPr lang="en-US" altLang="en-US" sz="1400" b="1">
                <a:latin typeface="Arial" panose="020B0604020202020204" pitchFamily="34" charset="0"/>
              </a:rPr>
              <a:t>of capillary</a:t>
            </a:r>
            <a:br>
              <a:rPr lang="en-US" altLang="en-US" sz="1400" b="1">
                <a:latin typeface="Arial" panose="020B0604020202020204" pitchFamily="34" charset="0"/>
              </a:rPr>
            </a:br>
            <a:r>
              <a:rPr lang="en-US" altLang="en-US" sz="1400" b="1">
                <a:latin typeface="Arial" panose="020B0604020202020204" pitchFamily="34" charset="0"/>
              </a:rPr>
              <a:t>and into</a:t>
            </a:r>
            <a:br>
              <a:rPr lang="en-US" altLang="en-US" sz="1400" b="1">
                <a:latin typeface="Arial" panose="020B0604020202020204" pitchFamily="34" charset="0"/>
              </a:rPr>
            </a:br>
            <a:r>
              <a:rPr lang="en-US" altLang="en-US" sz="1400" b="1">
                <a:latin typeface="Arial" panose="020B0604020202020204" pitchFamily="34" charset="0"/>
              </a:rPr>
              <a:t>tissue cells</a:t>
            </a:r>
          </a:p>
        </p:txBody>
      </p:sp>
      <p:sp>
        <p:nvSpPr>
          <p:cNvPr id="72714" name="Text Box 11">
            <a:extLst>
              <a:ext uri="{FF2B5EF4-FFF2-40B4-BE49-F238E27FC236}">
                <a16:creationId xmlns:a16="http://schemas.microsoft.com/office/drawing/2014/main" id="{CB86556D-04B0-4DD4-8B07-506228B6AB0E}"/>
              </a:ext>
            </a:extLst>
          </p:cNvPr>
          <p:cNvSpPr txBox="1">
            <a:spLocks noChangeArrowheads="1"/>
          </p:cNvSpPr>
          <p:nvPr/>
        </p:nvSpPr>
        <p:spPr bwMode="auto">
          <a:xfrm>
            <a:off x="7680325" y="2578100"/>
            <a:ext cx="1152525"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90000"/>
              </a:lnSpc>
              <a:spcBef>
                <a:spcPct val="0"/>
              </a:spcBef>
              <a:spcAft>
                <a:spcPct val="0"/>
              </a:spcAft>
              <a:buClrTx/>
              <a:buFontTx/>
              <a:buNone/>
            </a:pPr>
            <a:r>
              <a:rPr lang="en-US" altLang="en-US" sz="1400" b="1">
                <a:latin typeface="Arial" panose="020B0604020202020204" pitchFamily="34" charset="0"/>
              </a:rPr>
              <a:t>Diffusion</a:t>
            </a:r>
            <a:br>
              <a:rPr lang="en-US" altLang="en-US" sz="1400" b="1">
                <a:latin typeface="Arial" panose="020B0604020202020204" pitchFamily="34" charset="0"/>
              </a:rPr>
            </a:br>
            <a:r>
              <a:rPr lang="en-US" altLang="en-US" sz="1400" b="1">
                <a:latin typeface="Arial" panose="020B0604020202020204" pitchFamily="34" charset="0"/>
              </a:rPr>
              <a:t>of CO</a:t>
            </a:r>
            <a:r>
              <a:rPr lang="en-US" altLang="en-US" sz="1400" b="1" baseline="-25000">
                <a:latin typeface="Arial" panose="020B0604020202020204" pitchFamily="34" charset="0"/>
              </a:rPr>
              <a:t>2</a:t>
            </a:r>
            <a:r>
              <a:rPr lang="en-US" altLang="en-US" sz="1400" b="1">
                <a:latin typeface="Arial" panose="020B0604020202020204" pitchFamily="34" charset="0"/>
              </a:rPr>
              <a:t> and</a:t>
            </a:r>
            <a:br>
              <a:rPr lang="en-US" altLang="en-US" sz="1400" b="1">
                <a:latin typeface="Arial" panose="020B0604020202020204" pitchFamily="34" charset="0"/>
              </a:rPr>
            </a:br>
            <a:r>
              <a:rPr lang="en-US" altLang="en-US" sz="1400" b="1">
                <a:latin typeface="Arial" panose="020B0604020202020204" pitchFamily="34" charset="0"/>
              </a:rPr>
              <a:t>wastes out</a:t>
            </a:r>
            <a:br>
              <a:rPr lang="en-US" altLang="en-US" sz="1400" b="1">
                <a:latin typeface="Arial" panose="020B0604020202020204" pitchFamily="34" charset="0"/>
              </a:rPr>
            </a:br>
            <a:r>
              <a:rPr lang="en-US" altLang="en-US" sz="1400" b="1">
                <a:latin typeface="Arial" panose="020B0604020202020204" pitchFamily="34" charset="0"/>
              </a:rPr>
              <a:t>of tissue</a:t>
            </a:r>
            <a:br>
              <a:rPr lang="en-US" altLang="en-US" sz="1400" b="1">
                <a:latin typeface="Arial" panose="020B0604020202020204" pitchFamily="34" charset="0"/>
              </a:rPr>
            </a:br>
            <a:r>
              <a:rPr lang="en-US" altLang="en-US" sz="1400" b="1">
                <a:latin typeface="Arial" panose="020B0604020202020204" pitchFamily="34" charset="0"/>
              </a:rPr>
              <a:t>cells and </a:t>
            </a:r>
            <a:br>
              <a:rPr lang="en-US" altLang="en-US" sz="1400" b="1">
                <a:latin typeface="Arial" panose="020B0604020202020204" pitchFamily="34" charset="0"/>
              </a:rPr>
            </a:br>
            <a:r>
              <a:rPr lang="en-US" altLang="en-US" sz="1400" b="1">
                <a:latin typeface="Arial" panose="020B0604020202020204" pitchFamily="34" charset="0"/>
              </a:rPr>
              <a:t>into capillary</a:t>
            </a:r>
          </a:p>
        </p:txBody>
      </p:sp>
      <p:sp>
        <p:nvSpPr>
          <p:cNvPr id="72715" name="Text Box 12">
            <a:extLst>
              <a:ext uri="{FF2B5EF4-FFF2-40B4-BE49-F238E27FC236}">
                <a16:creationId xmlns:a16="http://schemas.microsoft.com/office/drawing/2014/main" id="{71C47602-FCB5-432F-9B14-30FB1EE910E5}"/>
              </a:ext>
            </a:extLst>
          </p:cNvPr>
          <p:cNvSpPr txBox="1">
            <a:spLocks noChangeArrowheads="1"/>
          </p:cNvSpPr>
          <p:nvPr/>
        </p:nvSpPr>
        <p:spPr bwMode="auto">
          <a:xfrm rot="1853162">
            <a:off x="5102225" y="3352800"/>
            <a:ext cx="492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200" b="1">
                <a:latin typeface="Arial" panose="020B0604020202020204" pitchFamily="34" charset="0"/>
              </a:rPr>
              <a:t>From</a:t>
            </a:r>
            <a:br>
              <a:rPr lang="en-US" altLang="en-US" sz="1200" b="1">
                <a:latin typeface="Arial" panose="020B0604020202020204" pitchFamily="34" charset="0"/>
              </a:rPr>
            </a:br>
            <a:r>
              <a:rPr lang="en-US" altLang="en-US" sz="1200" b="1">
                <a:latin typeface="Arial" panose="020B0604020202020204" pitchFamily="34" charset="0"/>
              </a:rPr>
              <a:t>artery</a:t>
            </a:r>
          </a:p>
        </p:txBody>
      </p:sp>
      <p:sp>
        <p:nvSpPr>
          <p:cNvPr id="72716" name="Text Box 13">
            <a:extLst>
              <a:ext uri="{FF2B5EF4-FFF2-40B4-BE49-F238E27FC236}">
                <a16:creationId xmlns:a16="http://schemas.microsoft.com/office/drawing/2014/main" id="{555EDC6D-AEE9-4170-8A64-74F2E2A7857D}"/>
              </a:ext>
            </a:extLst>
          </p:cNvPr>
          <p:cNvSpPr txBox="1">
            <a:spLocks noChangeArrowheads="1"/>
          </p:cNvSpPr>
          <p:nvPr/>
        </p:nvSpPr>
        <p:spPr bwMode="auto">
          <a:xfrm rot="-5400000">
            <a:off x="4454525" y="4711701"/>
            <a:ext cx="288925" cy="19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200" b="1">
                <a:latin typeface="Arial" panose="020B0604020202020204" pitchFamily="34" charset="0"/>
              </a:rPr>
              <a:t>LM</a:t>
            </a:r>
          </a:p>
        </p:txBody>
      </p:sp>
      <p:sp>
        <p:nvSpPr>
          <p:cNvPr id="72717" name="Text Box 14">
            <a:extLst>
              <a:ext uri="{FF2B5EF4-FFF2-40B4-BE49-F238E27FC236}">
                <a16:creationId xmlns:a16="http://schemas.microsoft.com/office/drawing/2014/main" id="{86BFF42E-0D92-41EE-80B9-79C3A10C00F6}"/>
              </a:ext>
            </a:extLst>
          </p:cNvPr>
          <p:cNvSpPr txBox="1">
            <a:spLocks noChangeArrowheads="1"/>
          </p:cNvSpPr>
          <p:nvPr/>
        </p:nvSpPr>
        <p:spPr bwMode="auto">
          <a:xfrm rot="2732509">
            <a:off x="6827837" y="4637088"/>
            <a:ext cx="493713" cy="19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200" b="1">
                <a:latin typeface="Arial" panose="020B0604020202020204" pitchFamily="34" charset="0"/>
              </a:rPr>
              <a:t>To vein</a:t>
            </a:r>
          </a:p>
        </p:txBody>
      </p:sp>
      <p:sp>
        <p:nvSpPr>
          <p:cNvPr id="72718" name="Text Box 15">
            <a:extLst>
              <a:ext uri="{FF2B5EF4-FFF2-40B4-BE49-F238E27FC236}">
                <a16:creationId xmlns:a16="http://schemas.microsoft.com/office/drawing/2014/main" id="{3C606F53-CC20-4C47-8A98-2B3780E444FA}"/>
              </a:ext>
            </a:extLst>
          </p:cNvPr>
          <p:cNvSpPr txBox="1">
            <a:spLocks noChangeArrowheads="1"/>
          </p:cNvSpPr>
          <p:nvPr/>
        </p:nvSpPr>
        <p:spPr bwMode="auto">
          <a:xfrm>
            <a:off x="8239125" y="3822700"/>
            <a:ext cx="581025"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200" b="1">
                <a:latin typeface="Arial" panose="020B0604020202020204" pitchFamily="34" charset="0"/>
              </a:rPr>
              <a:t>To vein</a:t>
            </a:r>
          </a:p>
        </p:txBody>
      </p:sp>
      <p:sp>
        <p:nvSpPr>
          <p:cNvPr id="72719" name="Line 16">
            <a:extLst>
              <a:ext uri="{FF2B5EF4-FFF2-40B4-BE49-F238E27FC236}">
                <a16:creationId xmlns:a16="http://schemas.microsoft.com/office/drawing/2014/main" id="{9E42D9B3-7937-489A-AA45-DD2778B6B79B}"/>
              </a:ext>
            </a:extLst>
          </p:cNvPr>
          <p:cNvSpPr>
            <a:spLocks noChangeShapeType="1"/>
          </p:cNvSpPr>
          <p:nvPr/>
        </p:nvSpPr>
        <p:spPr bwMode="auto">
          <a:xfrm flipH="1">
            <a:off x="1257300" y="2171700"/>
            <a:ext cx="254000" cy="647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720" name="Line 17">
            <a:extLst>
              <a:ext uri="{FF2B5EF4-FFF2-40B4-BE49-F238E27FC236}">
                <a16:creationId xmlns:a16="http://schemas.microsoft.com/office/drawing/2014/main" id="{E852064A-E433-442C-9263-8180FDEF20D7}"/>
              </a:ext>
            </a:extLst>
          </p:cNvPr>
          <p:cNvSpPr>
            <a:spLocks noChangeShapeType="1"/>
          </p:cNvSpPr>
          <p:nvPr/>
        </p:nvSpPr>
        <p:spPr bwMode="auto">
          <a:xfrm flipH="1">
            <a:off x="2717800" y="2463800"/>
            <a:ext cx="660400" cy="1092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B4806844-2090-4087-B4EF-6BDBFFC3E435}"/>
              </a:ext>
            </a:extLst>
          </p:cNvPr>
          <p:cNvSpPr>
            <a:spLocks noGrp="1" noChangeArrowheads="1"/>
          </p:cNvSpPr>
          <p:nvPr>
            <p:ph type="title" idx="4294967295"/>
          </p:nvPr>
        </p:nvSpPr>
        <p:spPr>
          <a:xfrm>
            <a:off x="471488" y="503238"/>
            <a:ext cx="8534400" cy="584200"/>
          </a:xfrm>
        </p:spPr>
        <p:txBody>
          <a:bodyPr/>
          <a:lstStyle/>
          <a:p>
            <a:pPr eaLnBrk="1" hangingPunct="1">
              <a:lnSpc>
                <a:spcPct val="80000"/>
              </a:lnSpc>
            </a:pPr>
            <a:r>
              <a:rPr lang="en-US" altLang="en-US" sz="4000">
                <a:solidFill>
                  <a:srgbClr val="FF0000"/>
                </a:solidFill>
                <a:latin typeface="Cambria" panose="02040503050406030204" pitchFamily="18" charset="0"/>
              </a:rPr>
              <a:t>Blood Flow through Capillary Beds</a:t>
            </a:r>
          </a:p>
        </p:txBody>
      </p:sp>
      <p:sp>
        <p:nvSpPr>
          <p:cNvPr id="74755" name="Rectangle 3">
            <a:extLst>
              <a:ext uri="{FF2B5EF4-FFF2-40B4-BE49-F238E27FC236}">
                <a16:creationId xmlns:a16="http://schemas.microsoft.com/office/drawing/2014/main" id="{0CFD4B97-4462-44B3-B110-B880D82DF0DA}"/>
              </a:ext>
            </a:extLst>
          </p:cNvPr>
          <p:cNvSpPr>
            <a:spLocks noGrp="1" noChangeArrowheads="1"/>
          </p:cNvSpPr>
          <p:nvPr>
            <p:ph type="body" idx="4294967295"/>
          </p:nvPr>
        </p:nvSpPr>
        <p:spPr>
          <a:xfrm>
            <a:off x="304800" y="1724025"/>
            <a:ext cx="8534400" cy="2711450"/>
          </a:xfrm>
        </p:spPr>
        <p:txBody>
          <a:bodyPr/>
          <a:lstStyle/>
          <a:p>
            <a:pPr marL="446088" lvl="1" eaLnBrk="1" hangingPunct="1"/>
            <a:r>
              <a:rPr lang="en-US" altLang="en-US" b="1" dirty="0">
                <a:solidFill>
                  <a:srgbClr val="FF0000"/>
                </a:solidFill>
                <a:latin typeface="Cambria" panose="02040503050406030204" pitchFamily="18" charset="0"/>
              </a:rPr>
              <a:t>At any given time, only about </a:t>
            </a:r>
            <a:r>
              <a:rPr lang="en-US" altLang="en-US" sz="4000" b="1" dirty="0">
                <a:solidFill>
                  <a:srgbClr val="FF0000"/>
                </a:solidFill>
                <a:latin typeface="Cambria" panose="02040503050406030204" pitchFamily="18" charset="0"/>
              </a:rPr>
              <a:t>5–10%</a:t>
            </a:r>
            <a:r>
              <a:rPr lang="en-US" altLang="en-US" b="1" dirty="0">
                <a:solidFill>
                  <a:srgbClr val="FF0000"/>
                </a:solidFill>
                <a:latin typeface="Cambria" panose="02040503050406030204" pitchFamily="18" charset="0"/>
              </a:rPr>
              <a:t> of the capillaries have a steady flow of blood. </a:t>
            </a:r>
          </a:p>
          <a:p>
            <a:pPr marL="446088" lvl="1" eaLnBrk="1" hangingPunct="1"/>
            <a:r>
              <a:rPr lang="en-US" altLang="en-US" b="1" dirty="0">
                <a:latin typeface="Cambria" panose="02040503050406030204" pitchFamily="18" charset="0"/>
              </a:rPr>
              <a:t>Blood flow through capillaries may be diverted from one part of the body to another, </a:t>
            </a:r>
            <a:r>
              <a:rPr lang="en-US" altLang="en-US" b="1" dirty="0">
                <a:solidFill>
                  <a:srgbClr val="FF0000"/>
                </a:solidFill>
                <a:latin typeface="Cambria" panose="02040503050406030204" pitchFamily="18" charset="0"/>
              </a:rPr>
              <a:t>depending on need</a:t>
            </a:r>
            <a:r>
              <a:rPr lang="en-US" altLang="en-US" b="1" dirty="0">
                <a:latin typeface="Cambria" panose="02040503050406030204" pitchFamily="18" charset="0"/>
              </a:rPr>
              <a:t>.</a:t>
            </a:r>
          </a:p>
        </p:txBody>
      </p:sp>
      <p:sp>
        <p:nvSpPr>
          <p:cNvPr id="74756" name="Line 6">
            <a:extLst>
              <a:ext uri="{FF2B5EF4-FFF2-40B4-BE49-F238E27FC236}">
                <a16:creationId xmlns:a16="http://schemas.microsoft.com/office/drawing/2014/main" id="{0CF6C3CE-D3FB-454B-A521-2229BBC2F329}"/>
              </a:ext>
            </a:extLst>
          </p:cNvPr>
          <p:cNvSpPr>
            <a:spLocks noChangeShapeType="1"/>
          </p:cNvSpPr>
          <p:nvPr/>
        </p:nvSpPr>
        <p:spPr bwMode="auto">
          <a:xfrm>
            <a:off x="304800" y="135890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95BF693A-6415-4334-B88D-3FFF78152CCE}"/>
              </a:ext>
            </a:extLst>
          </p:cNvPr>
          <p:cNvSpPr>
            <a:spLocks noGrp="1" noChangeArrowheads="1"/>
          </p:cNvSpPr>
          <p:nvPr>
            <p:ph type="title" idx="4294967295"/>
          </p:nvPr>
        </p:nvSpPr>
        <p:spPr>
          <a:xfrm>
            <a:off x="484188" y="417513"/>
            <a:ext cx="8175625" cy="584200"/>
          </a:xfrm>
        </p:spPr>
        <p:txBody>
          <a:bodyPr/>
          <a:lstStyle/>
          <a:p>
            <a:pPr eaLnBrk="1" hangingPunct="1">
              <a:lnSpc>
                <a:spcPct val="80000"/>
              </a:lnSpc>
            </a:pPr>
            <a:r>
              <a:rPr lang="en-US" altLang="en-US" sz="4000">
                <a:solidFill>
                  <a:srgbClr val="FF0000"/>
                </a:solidFill>
                <a:latin typeface="Cambria" panose="02040503050406030204" pitchFamily="18" charset="0"/>
              </a:rPr>
              <a:t>Blood Return through Veins</a:t>
            </a:r>
          </a:p>
        </p:txBody>
      </p:sp>
      <p:sp>
        <p:nvSpPr>
          <p:cNvPr id="76803" name="Rectangle 3">
            <a:extLst>
              <a:ext uri="{FF2B5EF4-FFF2-40B4-BE49-F238E27FC236}">
                <a16:creationId xmlns:a16="http://schemas.microsoft.com/office/drawing/2014/main" id="{E83B785C-3D53-4FB8-958A-190AA10B494A}"/>
              </a:ext>
            </a:extLst>
          </p:cNvPr>
          <p:cNvSpPr>
            <a:spLocks noGrp="1" noChangeArrowheads="1"/>
          </p:cNvSpPr>
          <p:nvPr>
            <p:ph type="body" idx="4294967295"/>
          </p:nvPr>
        </p:nvSpPr>
        <p:spPr>
          <a:xfrm>
            <a:off x="228600" y="1738313"/>
            <a:ext cx="8610600" cy="2049462"/>
          </a:xfrm>
        </p:spPr>
        <p:txBody>
          <a:bodyPr/>
          <a:lstStyle/>
          <a:p>
            <a:pPr marL="446088" lvl="1" eaLnBrk="1" hangingPunct="1"/>
            <a:r>
              <a:rPr lang="en-US" altLang="en-US" sz="2400" b="1" dirty="0">
                <a:latin typeface="Cambria" panose="02040503050406030204" pitchFamily="18" charset="0"/>
              </a:rPr>
              <a:t>Blood returns to the heart</a:t>
            </a:r>
          </a:p>
          <a:p>
            <a:pPr marL="1041400" lvl="2" indent="-355600" eaLnBrk="1" hangingPunct="1"/>
            <a:r>
              <a:rPr lang="en-US" altLang="en-US" sz="2400" b="1" dirty="0">
                <a:latin typeface="Cambria" panose="02040503050406030204" pitchFamily="18" charset="0"/>
              </a:rPr>
              <a:t>after chemicals are exchanged between the blood and body cells </a:t>
            </a:r>
          </a:p>
          <a:p>
            <a:pPr marL="1041400" lvl="2" indent="-355600" eaLnBrk="1" hangingPunct="1"/>
            <a:r>
              <a:rPr lang="en-US" altLang="en-US" sz="2400" b="1" dirty="0">
                <a:latin typeface="Cambria" panose="02040503050406030204" pitchFamily="18" charset="0"/>
              </a:rPr>
              <a:t>at a pressure that has nearly dropped to </a:t>
            </a:r>
            <a:r>
              <a:rPr lang="en-US" altLang="en-US" sz="2400" b="1" dirty="0">
                <a:highlight>
                  <a:srgbClr val="FFFF00"/>
                </a:highlight>
                <a:latin typeface="Cambria" panose="02040503050406030204" pitchFamily="18" charset="0"/>
              </a:rPr>
              <a:t>zero</a:t>
            </a:r>
          </a:p>
        </p:txBody>
      </p:sp>
      <p:sp>
        <p:nvSpPr>
          <p:cNvPr id="76804" name="Line 6">
            <a:extLst>
              <a:ext uri="{FF2B5EF4-FFF2-40B4-BE49-F238E27FC236}">
                <a16:creationId xmlns:a16="http://schemas.microsoft.com/office/drawing/2014/main" id="{147EA1A9-D3EA-480D-B5A2-5DFF6299B7AF}"/>
              </a:ext>
            </a:extLst>
          </p:cNvPr>
          <p:cNvSpPr>
            <a:spLocks noChangeShapeType="1"/>
          </p:cNvSpPr>
          <p:nvPr/>
        </p:nvSpPr>
        <p:spPr bwMode="auto">
          <a:xfrm>
            <a:off x="304800" y="129540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7DA870E9-1087-443F-BB76-D60C25EFC1C4}"/>
              </a:ext>
            </a:extLst>
          </p:cNvPr>
          <p:cNvSpPr>
            <a:spLocks noGrp="1" noChangeArrowheads="1"/>
          </p:cNvSpPr>
          <p:nvPr>
            <p:ph type="body" idx="4294967295"/>
          </p:nvPr>
        </p:nvSpPr>
        <p:spPr>
          <a:xfrm>
            <a:off x="457200" y="1662113"/>
            <a:ext cx="8242300" cy="3028950"/>
          </a:xfrm>
        </p:spPr>
        <p:txBody>
          <a:bodyPr/>
          <a:lstStyle/>
          <a:p>
            <a:pPr marL="446088" lvl="1" eaLnBrk="1" hangingPunct="1"/>
            <a:r>
              <a:rPr lang="en-US" altLang="en-US" sz="2400" b="1" dirty="0">
                <a:latin typeface="Cambria" panose="02040503050406030204" pitchFamily="18" charset="0"/>
              </a:rPr>
              <a:t>Blood moves back toward the heart because of</a:t>
            </a:r>
          </a:p>
          <a:p>
            <a:pPr marL="1041400" lvl="2" indent="-368300" eaLnBrk="1" hangingPunct="1"/>
            <a:r>
              <a:rPr lang="en-US" altLang="en-US" sz="2400" b="1" dirty="0">
                <a:latin typeface="Cambria" panose="02040503050406030204" pitchFamily="18" charset="0"/>
              </a:rPr>
              <a:t>surrounding skeletal muscles that compress the veins</a:t>
            </a:r>
          </a:p>
          <a:p>
            <a:pPr marL="1041400" lvl="2" indent="-368300" eaLnBrk="1" hangingPunct="1"/>
            <a:r>
              <a:rPr lang="en-US" altLang="en-US" sz="2400" b="1" dirty="0">
                <a:latin typeface="Cambria" panose="02040503050406030204" pitchFamily="18" charset="0"/>
              </a:rPr>
              <a:t>one-way valves that permit blood flow only toward the heart</a:t>
            </a:r>
          </a:p>
          <a:p>
            <a:pPr marL="1041400" lvl="2" indent="-368300" eaLnBrk="1" hangingPunct="1"/>
            <a:endParaRPr lang="en-US" altLang="en-US" sz="2400" b="1" dirty="0">
              <a:latin typeface="Cambria" panose="02040503050406030204" pitchFamily="18" charset="0"/>
            </a:endParaRPr>
          </a:p>
        </p:txBody>
      </p:sp>
      <p:sp>
        <p:nvSpPr>
          <p:cNvPr id="78851" name="Rectangle 2">
            <a:extLst>
              <a:ext uri="{FF2B5EF4-FFF2-40B4-BE49-F238E27FC236}">
                <a16:creationId xmlns:a16="http://schemas.microsoft.com/office/drawing/2014/main" id="{CA1F0F9C-4FE4-4F9C-910C-518401432F5C}"/>
              </a:ext>
            </a:extLst>
          </p:cNvPr>
          <p:cNvSpPr>
            <a:spLocks noChangeArrowheads="1"/>
          </p:cNvSpPr>
          <p:nvPr/>
        </p:nvSpPr>
        <p:spPr bwMode="auto">
          <a:xfrm>
            <a:off x="571500" y="423863"/>
            <a:ext cx="8267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Blood Return through Veins</a:t>
            </a:r>
          </a:p>
        </p:txBody>
      </p:sp>
      <p:sp>
        <p:nvSpPr>
          <p:cNvPr id="78852" name="Line 6">
            <a:extLst>
              <a:ext uri="{FF2B5EF4-FFF2-40B4-BE49-F238E27FC236}">
                <a16:creationId xmlns:a16="http://schemas.microsoft.com/office/drawing/2014/main" id="{07C48A29-D48E-4471-AD2C-D0E95543E3B8}"/>
              </a:ext>
            </a:extLst>
          </p:cNvPr>
          <p:cNvSpPr>
            <a:spLocks noChangeShapeType="1"/>
          </p:cNvSpPr>
          <p:nvPr/>
        </p:nvSpPr>
        <p:spPr bwMode="auto">
          <a:xfrm>
            <a:off x="304800" y="128905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descr="23_09VeinBloodFlow-U">
            <a:extLst>
              <a:ext uri="{FF2B5EF4-FFF2-40B4-BE49-F238E27FC236}">
                <a16:creationId xmlns:a16="http://schemas.microsoft.com/office/drawing/2014/main" id="{D99D680F-5859-4BF2-AC20-3FFE87D41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7950" y="136525"/>
            <a:ext cx="4011613"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Text Box 4">
            <a:extLst>
              <a:ext uri="{FF2B5EF4-FFF2-40B4-BE49-F238E27FC236}">
                <a16:creationId xmlns:a16="http://schemas.microsoft.com/office/drawing/2014/main" id="{B15C6F69-B95C-4CA1-9DBD-881FCB0A0FE1}"/>
              </a:ext>
            </a:extLst>
          </p:cNvPr>
          <p:cNvSpPr txBox="1">
            <a:spLocks noChangeArrowheads="1"/>
          </p:cNvSpPr>
          <p:nvPr/>
        </p:nvSpPr>
        <p:spPr bwMode="auto">
          <a:xfrm>
            <a:off x="4384675" y="152400"/>
            <a:ext cx="10890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To heart</a:t>
            </a:r>
          </a:p>
        </p:txBody>
      </p:sp>
      <p:sp>
        <p:nvSpPr>
          <p:cNvPr id="80900" name="Text Box 5">
            <a:extLst>
              <a:ext uri="{FF2B5EF4-FFF2-40B4-BE49-F238E27FC236}">
                <a16:creationId xmlns:a16="http://schemas.microsoft.com/office/drawing/2014/main" id="{E40170BA-8A74-4202-A263-422211F164D6}"/>
              </a:ext>
            </a:extLst>
          </p:cNvPr>
          <p:cNvSpPr txBox="1">
            <a:spLocks noChangeArrowheads="1"/>
          </p:cNvSpPr>
          <p:nvPr/>
        </p:nvSpPr>
        <p:spPr bwMode="auto">
          <a:xfrm>
            <a:off x="6061075" y="1358900"/>
            <a:ext cx="14065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Valve (open)</a:t>
            </a:r>
          </a:p>
        </p:txBody>
      </p:sp>
      <p:sp>
        <p:nvSpPr>
          <p:cNvPr id="80901" name="Text Box 6">
            <a:extLst>
              <a:ext uri="{FF2B5EF4-FFF2-40B4-BE49-F238E27FC236}">
                <a16:creationId xmlns:a16="http://schemas.microsoft.com/office/drawing/2014/main" id="{3DF05DE7-614D-47D5-925B-4DDE8DE12804}"/>
              </a:ext>
            </a:extLst>
          </p:cNvPr>
          <p:cNvSpPr txBox="1">
            <a:spLocks noChangeArrowheads="1"/>
          </p:cNvSpPr>
          <p:nvPr/>
        </p:nvSpPr>
        <p:spPr bwMode="auto">
          <a:xfrm>
            <a:off x="6086475" y="2628900"/>
            <a:ext cx="1762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Skeletal muscle</a:t>
            </a:r>
          </a:p>
        </p:txBody>
      </p:sp>
      <p:sp>
        <p:nvSpPr>
          <p:cNvPr id="80902" name="Text Box 7">
            <a:extLst>
              <a:ext uri="{FF2B5EF4-FFF2-40B4-BE49-F238E27FC236}">
                <a16:creationId xmlns:a16="http://schemas.microsoft.com/office/drawing/2014/main" id="{4A75113F-D99A-41CC-8207-03A04111C270}"/>
              </a:ext>
            </a:extLst>
          </p:cNvPr>
          <p:cNvSpPr txBox="1">
            <a:spLocks noChangeArrowheads="1"/>
          </p:cNvSpPr>
          <p:nvPr/>
        </p:nvSpPr>
        <p:spPr bwMode="auto">
          <a:xfrm>
            <a:off x="6061075" y="4445000"/>
            <a:ext cx="15970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Valve (closed)</a:t>
            </a:r>
          </a:p>
        </p:txBody>
      </p:sp>
      <p:sp>
        <p:nvSpPr>
          <p:cNvPr id="80903" name="Line 8">
            <a:extLst>
              <a:ext uri="{FF2B5EF4-FFF2-40B4-BE49-F238E27FC236}">
                <a16:creationId xmlns:a16="http://schemas.microsoft.com/office/drawing/2014/main" id="{F0AFD405-EEE6-439B-80CE-5FC0B293F928}"/>
              </a:ext>
            </a:extLst>
          </p:cNvPr>
          <p:cNvSpPr>
            <a:spLocks noChangeShapeType="1"/>
          </p:cNvSpPr>
          <p:nvPr/>
        </p:nvSpPr>
        <p:spPr bwMode="auto">
          <a:xfrm flipH="1">
            <a:off x="5048250" y="1485900"/>
            <a:ext cx="9652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904" name="Line 9">
            <a:extLst>
              <a:ext uri="{FF2B5EF4-FFF2-40B4-BE49-F238E27FC236}">
                <a16:creationId xmlns:a16="http://schemas.microsoft.com/office/drawing/2014/main" id="{409C58A3-F9ED-4D6A-9BE2-A41ABD7FEBAC}"/>
              </a:ext>
            </a:extLst>
          </p:cNvPr>
          <p:cNvSpPr>
            <a:spLocks noChangeShapeType="1"/>
          </p:cNvSpPr>
          <p:nvPr/>
        </p:nvSpPr>
        <p:spPr bwMode="auto">
          <a:xfrm flipH="1">
            <a:off x="5657850" y="2768600"/>
            <a:ext cx="368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905" name="Line 10">
            <a:extLst>
              <a:ext uri="{FF2B5EF4-FFF2-40B4-BE49-F238E27FC236}">
                <a16:creationId xmlns:a16="http://schemas.microsoft.com/office/drawing/2014/main" id="{EF5C118A-60C9-429D-854A-DAC6A7953E89}"/>
              </a:ext>
            </a:extLst>
          </p:cNvPr>
          <p:cNvSpPr>
            <a:spLocks noChangeShapeType="1"/>
          </p:cNvSpPr>
          <p:nvPr/>
        </p:nvSpPr>
        <p:spPr bwMode="auto">
          <a:xfrm flipH="1">
            <a:off x="4921250" y="4584700"/>
            <a:ext cx="1104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906" name="Rectangle 2">
            <a:extLst>
              <a:ext uri="{FF2B5EF4-FFF2-40B4-BE49-F238E27FC236}">
                <a16:creationId xmlns:a16="http://schemas.microsoft.com/office/drawing/2014/main" id="{B7FFC341-4018-4A62-9CB7-78F5E2FB0646}"/>
              </a:ext>
            </a:extLst>
          </p:cNvPr>
          <p:cNvSpPr>
            <a:spLocks noChangeArrowheads="1"/>
          </p:cNvSpPr>
          <p:nvPr/>
        </p:nvSpPr>
        <p:spPr bwMode="auto">
          <a:xfrm>
            <a:off x="515938" y="304800"/>
            <a:ext cx="34020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r>
              <a:rPr lang="en-US" altLang="en-US" b="1">
                <a:solidFill>
                  <a:srgbClr val="FF0000"/>
                </a:solidFill>
                <a:latin typeface="Cambria" panose="02040503050406030204" pitchFamily="18" charset="0"/>
              </a:rPr>
              <a:t>Blood flow in a vein</a:t>
            </a:r>
          </a:p>
        </p:txBody>
      </p:sp>
      <p:grpSp>
        <p:nvGrpSpPr>
          <p:cNvPr id="3" name="组合 2">
            <a:extLst>
              <a:ext uri="{FF2B5EF4-FFF2-40B4-BE49-F238E27FC236}">
                <a16:creationId xmlns:a16="http://schemas.microsoft.com/office/drawing/2014/main" id="{1EC697F0-F7AD-459E-9672-FDD169936C40}"/>
              </a:ext>
            </a:extLst>
          </p:cNvPr>
          <p:cNvGrpSpPr>
            <a:grpSpLocks/>
          </p:cNvGrpSpPr>
          <p:nvPr/>
        </p:nvGrpSpPr>
        <p:grpSpPr bwMode="auto">
          <a:xfrm>
            <a:off x="133350" y="841375"/>
            <a:ext cx="3236913" cy="5880100"/>
            <a:chOff x="132652" y="841688"/>
            <a:chExt cx="3237907" cy="5879787"/>
          </a:xfrm>
        </p:grpSpPr>
        <p:pic>
          <p:nvPicPr>
            <p:cNvPr id="80908" name="Picture 2" descr="Vericose Vein Basics and Causes">
              <a:extLst>
                <a:ext uri="{FF2B5EF4-FFF2-40B4-BE49-F238E27FC236}">
                  <a16:creationId xmlns:a16="http://schemas.microsoft.com/office/drawing/2014/main" id="{96BAF7C3-C9E7-4900-9E77-1F0D7F35C5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022" y="841688"/>
              <a:ext cx="2916844" cy="3281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9" name="矩形 1">
              <a:extLst>
                <a:ext uri="{FF2B5EF4-FFF2-40B4-BE49-F238E27FC236}">
                  <a16:creationId xmlns:a16="http://schemas.microsoft.com/office/drawing/2014/main" id="{DDD005D3-F424-4E8F-B5FD-D95BA1DC6D3B}"/>
                </a:ext>
              </a:extLst>
            </p:cNvPr>
            <p:cNvSpPr>
              <a:spLocks noChangeArrowheads="1"/>
            </p:cNvSpPr>
            <p:nvPr/>
          </p:nvSpPr>
          <p:spPr bwMode="auto">
            <a:xfrm>
              <a:off x="132652" y="4136152"/>
              <a:ext cx="3237907"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zh-CN" sz="1800" dirty="0">
                  <a:solidFill>
                    <a:srgbClr val="000000"/>
                  </a:solidFill>
                  <a:latin typeface="Trebuchet MS" panose="020B0603020202020204" pitchFamily="34" charset="0"/>
                  <a:ea typeface="宋体" panose="02010600030101010101" pitchFamily="2" charset="-122"/>
                </a:rPr>
                <a:t>If the valves malfunction, then the blood falls back down to some extent after every muscle contraction and begins to pool in the veins. This causes the veins to swell with blood, which can be painful and unsightly, and is known as </a:t>
              </a:r>
              <a:r>
                <a:rPr lang="en-US" altLang="zh-CN" sz="1800" dirty="0">
                  <a:solidFill>
                    <a:srgbClr val="000000"/>
                  </a:solidFill>
                  <a:highlight>
                    <a:srgbClr val="FFFF00"/>
                  </a:highlight>
                  <a:latin typeface="Trebuchet MS" panose="020B0603020202020204" pitchFamily="34" charset="0"/>
                  <a:ea typeface="宋体" panose="02010600030101010101" pitchFamily="2" charset="-122"/>
                </a:rPr>
                <a:t>varicose veins</a:t>
              </a:r>
              <a:r>
                <a:rPr lang="en-US" altLang="zh-CN" sz="1800" dirty="0">
                  <a:solidFill>
                    <a:srgbClr val="000000"/>
                  </a:solidFill>
                  <a:latin typeface="Trebuchet MS" panose="020B0603020202020204" pitchFamily="34" charset="0"/>
                  <a:ea typeface="宋体" panose="02010600030101010101" pitchFamily="2" charset="-122"/>
                </a:rPr>
                <a:t>.</a:t>
              </a:r>
              <a:endParaRPr lang="zh-CN" altLang="en-US" sz="1800" dirty="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C1FBF0FD-478E-4707-8A98-3110986DBF58}"/>
              </a:ext>
            </a:extLst>
          </p:cNvPr>
          <p:cNvSpPr>
            <a:spLocks noGrp="1" noChangeArrowheads="1"/>
          </p:cNvSpPr>
          <p:nvPr>
            <p:ph type="title" idx="4294967295"/>
          </p:nvPr>
        </p:nvSpPr>
        <p:spPr>
          <a:xfrm>
            <a:off x="474663" y="319088"/>
            <a:ext cx="8534400" cy="584200"/>
          </a:xfrm>
        </p:spPr>
        <p:txBody>
          <a:bodyPr/>
          <a:lstStyle/>
          <a:p>
            <a:pPr eaLnBrk="1" hangingPunct="1">
              <a:lnSpc>
                <a:spcPct val="80000"/>
              </a:lnSpc>
            </a:pPr>
            <a:r>
              <a:rPr lang="en-US" altLang="en-US" sz="4000">
                <a:solidFill>
                  <a:srgbClr val="FF0000"/>
                </a:solidFill>
                <a:latin typeface="Cambria" panose="02040503050406030204" pitchFamily="18" charset="0"/>
              </a:rPr>
              <a:t>Blood</a:t>
            </a:r>
          </a:p>
        </p:txBody>
      </p:sp>
      <p:sp>
        <p:nvSpPr>
          <p:cNvPr id="82947" name="Rectangle 3">
            <a:extLst>
              <a:ext uri="{FF2B5EF4-FFF2-40B4-BE49-F238E27FC236}">
                <a16:creationId xmlns:a16="http://schemas.microsoft.com/office/drawing/2014/main" id="{C9E6AACD-F988-4445-B5E8-F26053B298FC}"/>
              </a:ext>
            </a:extLst>
          </p:cNvPr>
          <p:cNvSpPr>
            <a:spLocks noGrp="1" noChangeArrowheads="1"/>
          </p:cNvSpPr>
          <p:nvPr>
            <p:ph type="body" idx="4294967295"/>
          </p:nvPr>
        </p:nvSpPr>
        <p:spPr>
          <a:xfrm>
            <a:off x="381000" y="1403350"/>
            <a:ext cx="8386763" cy="4098925"/>
          </a:xfrm>
        </p:spPr>
        <p:txBody>
          <a:bodyPr/>
          <a:lstStyle/>
          <a:p>
            <a:pPr marL="446088" lvl="1" eaLnBrk="1" hangingPunct="1"/>
            <a:r>
              <a:rPr lang="en-US" altLang="en-US" sz="2400" b="1" dirty="0">
                <a:latin typeface="Cambria" panose="02040503050406030204" pitchFamily="18" charset="0"/>
              </a:rPr>
              <a:t>An adult human has about </a:t>
            </a:r>
            <a:r>
              <a:rPr lang="en-US" altLang="en-US" sz="3600" b="1" dirty="0">
                <a:solidFill>
                  <a:srgbClr val="FF0000"/>
                </a:solidFill>
                <a:latin typeface="Cambria" panose="02040503050406030204" pitchFamily="18" charset="0"/>
              </a:rPr>
              <a:t>5 L</a:t>
            </a:r>
            <a:r>
              <a:rPr lang="en-US" altLang="en-US" sz="2400" b="1" dirty="0">
                <a:latin typeface="Cambria" panose="02040503050406030204" pitchFamily="18" charset="0"/>
              </a:rPr>
              <a:t> (11 pints) of blood.</a:t>
            </a:r>
          </a:p>
          <a:p>
            <a:pPr marL="446088" lvl="1" eaLnBrk="1" hangingPunct="1"/>
            <a:r>
              <a:rPr lang="en-US" altLang="en-US" sz="2400" b="1" dirty="0">
                <a:latin typeface="Cambria" panose="02040503050406030204" pitchFamily="18" charset="0"/>
              </a:rPr>
              <a:t>By volume, blood is</a:t>
            </a:r>
          </a:p>
          <a:p>
            <a:pPr marL="1066800" lvl="2" indent="-381000" eaLnBrk="1" hangingPunct="1"/>
            <a:r>
              <a:rPr lang="en-US" altLang="en-US" sz="2400" b="1" dirty="0">
                <a:latin typeface="Cambria" panose="02040503050406030204" pitchFamily="18" charset="0"/>
              </a:rPr>
              <a:t>a little less than half </a:t>
            </a:r>
            <a:r>
              <a:rPr lang="en-US" altLang="en-US" sz="2400" b="1" dirty="0">
                <a:highlight>
                  <a:srgbClr val="FFFF00"/>
                </a:highlight>
                <a:latin typeface="Cambria" panose="02040503050406030204" pitchFamily="18" charset="0"/>
              </a:rPr>
              <a:t>cells</a:t>
            </a:r>
            <a:r>
              <a:rPr lang="en-US" altLang="en-US" sz="2400" b="1" dirty="0">
                <a:latin typeface="Cambria" panose="02040503050406030204" pitchFamily="18" charset="0"/>
              </a:rPr>
              <a:t> </a:t>
            </a:r>
          </a:p>
          <a:p>
            <a:pPr marL="1066800" lvl="2" indent="-381000" eaLnBrk="1" hangingPunct="1"/>
            <a:r>
              <a:rPr lang="en-US" altLang="en-US" sz="2400" b="1" dirty="0">
                <a:latin typeface="Cambria" panose="02040503050406030204" pitchFamily="18" charset="0"/>
              </a:rPr>
              <a:t>a little more than half </a:t>
            </a:r>
            <a:r>
              <a:rPr lang="en-US" altLang="en-US" sz="2400" b="1" dirty="0">
                <a:highlight>
                  <a:srgbClr val="FFFF00"/>
                </a:highlight>
                <a:latin typeface="Cambria" panose="02040503050406030204" pitchFamily="18" charset="0"/>
              </a:rPr>
              <a:t>plasma</a:t>
            </a:r>
            <a:r>
              <a:rPr lang="en-US" altLang="en-US" sz="2400" b="1" dirty="0">
                <a:latin typeface="Cambria" panose="02040503050406030204" pitchFamily="18" charset="0"/>
              </a:rPr>
              <a:t>, consisting of about</a:t>
            </a:r>
          </a:p>
          <a:p>
            <a:pPr marL="1854200" lvl="3" indent="-406400" eaLnBrk="1" hangingPunct="1"/>
            <a:r>
              <a:rPr lang="en-US" altLang="en-US" b="1" dirty="0">
                <a:latin typeface="Cambria" panose="02040503050406030204" pitchFamily="18" charset="0"/>
              </a:rPr>
              <a:t>90% water</a:t>
            </a:r>
          </a:p>
          <a:p>
            <a:pPr marL="1854200" lvl="3" indent="-406400" eaLnBrk="1" hangingPunct="1"/>
            <a:r>
              <a:rPr lang="en-US" altLang="en-US" b="1" dirty="0">
                <a:latin typeface="Cambria" panose="02040503050406030204" pitchFamily="18" charset="0"/>
              </a:rPr>
              <a:t>10% dissolved salts, proteins, and other molecules</a:t>
            </a:r>
          </a:p>
        </p:txBody>
      </p:sp>
      <p:sp>
        <p:nvSpPr>
          <p:cNvPr id="82948" name="Line 6">
            <a:extLst>
              <a:ext uri="{FF2B5EF4-FFF2-40B4-BE49-F238E27FC236}">
                <a16:creationId xmlns:a16="http://schemas.microsoft.com/office/drawing/2014/main" id="{1097E2EC-B4D4-4E8C-9F8E-9C7D6F121135}"/>
              </a:ext>
            </a:extLst>
          </p:cNvPr>
          <p:cNvSpPr>
            <a:spLocks noChangeShapeType="1"/>
          </p:cNvSpPr>
          <p:nvPr/>
        </p:nvSpPr>
        <p:spPr bwMode="auto">
          <a:xfrm>
            <a:off x="474663" y="106203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descr="23_10_BloodComposition-U">
            <a:extLst>
              <a:ext uri="{FF2B5EF4-FFF2-40B4-BE49-F238E27FC236}">
                <a16:creationId xmlns:a16="http://schemas.microsoft.com/office/drawing/2014/main" id="{E24C74CE-2CC2-46F5-8CD0-DEF82CB01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0" y="136525"/>
            <a:ext cx="7366000"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ext Box 4">
            <a:extLst>
              <a:ext uri="{FF2B5EF4-FFF2-40B4-BE49-F238E27FC236}">
                <a16:creationId xmlns:a16="http://schemas.microsoft.com/office/drawing/2014/main" id="{0F97A865-B5B1-4903-9A61-05CF724F2422}"/>
              </a:ext>
            </a:extLst>
          </p:cNvPr>
          <p:cNvSpPr txBox="1">
            <a:spLocks noChangeArrowheads="1"/>
          </p:cNvSpPr>
          <p:nvPr/>
        </p:nvSpPr>
        <p:spPr bwMode="auto">
          <a:xfrm>
            <a:off x="6384925" y="4851400"/>
            <a:ext cx="7588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Blood</a:t>
            </a:r>
            <a:endParaRPr lang="en-US" altLang="en-US" sz="1800" b="1">
              <a:latin typeface="Cambria" panose="02040503050406030204" pitchFamily="18" charset="0"/>
            </a:endParaRPr>
          </a:p>
        </p:txBody>
      </p:sp>
      <p:sp>
        <p:nvSpPr>
          <p:cNvPr id="84996" name="Text Box 5">
            <a:extLst>
              <a:ext uri="{FF2B5EF4-FFF2-40B4-BE49-F238E27FC236}">
                <a16:creationId xmlns:a16="http://schemas.microsoft.com/office/drawing/2014/main" id="{F16D3050-DDCB-42A2-AEAA-C95F0016D507}"/>
              </a:ext>
            </a:extLst>
          </p:cNvPr>
          <p:cNvSpPr txBox="1">
            <a:spLocks noChangeArrowheads="1"/>
          </p:cNvSpPr>
          <p:nvPr/>
        </p:nvSpPr>
        <p:spPr bwMode="auto">
          <a:xfrm>
            <a:off x="3743325" y="5448300"/>
            <a:ext cx="7588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Platelets</a:t>
            </a:r>
            <a:endParaRPr lang="en-US" altLang="en-US" sz="1400" b="1">
              <a:latin typeface="Cambria" panose="02040503050406030204" pitchFamily="18" charset="0"/>
            </a:endParaRPr>
          </a:p>
        </p:txBody>
      </p:sp>
      <p:sp>
        <p:nvSpPr>
          <p:cNvPr id="84997" name="Text Box 6">
            <a:extLst>
              <a:ext uri="{FF2B5EF4-FFF2-40B4-BE49-F238E27FC236}">
                <a16:creationId xmlns:a16="http://schemas.microsoft.com/office/drawing/2014/main" id="{DCD4C793-66BA-4A7A-BD86-C8DF2E161190}"/>
              </a:ext>
            </a:extLst>
          </p:cNvPr>
          <p:cNvSpPr txBox="1">
            <a:spLocks noChangeArrowheads="1"/>
          </p:cNvSpPr>
          <p:nvPr/>
        </p:nvSpPr>
        <p:spPr bwMode="auto">
          <a:xfrm>
            <a:off x="3425825" y="3987800"/>
            <a:ext cx="1520825"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White blood cells</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(leukocytes)</a:t>
            </a:r>
            <a:endParaRPr lang="en-US" altLang="en-US" sz="1400" b="1">
              <a:latin typeface="Cambria" panose="02040503050406030204" pitchFamily="18" charset="0"/>
            </a:endParaRPr>
          </a:p>
        </p:txBody>
      </p:sp>
      <p:sp>
        <p:nvSpPr>
          <p:cNvPr id="84998" name="Text Box 7">
            <a:extLst>
              <a:ext uri="{FF2B5EF4-FFF2-40B4-BE49-F238E27FC236}">
                <a16:creationId xmlns:a16="http://schemas.microsoft.com/office/drawing/2014/main" id="{184FCBA5-D610-4654-9724-E40188DDBC61}"/>
              </a:ext>
            </a:extLst>
          </p:cNvPr>
          <p:cNvSpPr txBox="1">
            <a:spLocks noChangeArrowheads="1"/>
          </p:cNvSpPr>
          <p:nvPr/>
        </p:nvSpPr>
        <p:spPr bwMode="auto">
          <a:xfrm>
            <a:off x="3425825" y="2705100"/>
            <a:ext cx="1520825"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Red blood cells</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(erythrocytes)</a:t>
            </a:r>
            <a:endParaRPr lang="en-US" altLang="en-US" sz="1400" b="1">
              <a:latin typeface="Cambria" panose="02040503050406030204" pitchFamily="18" charset="0"/>
            </a:endParaRPr>
          </a:p>
        </p:txBody>
      </p:sp>
      <p:sp>
        <p:nvSpPr>
          <p:cNvPr id="84999" name="Text Box 8">
            <a:extLst>
              <a:ext uri="{FF2B5EF4-FFF2-40B4-BE49-F238E27FC236}">
                <a16:creationId xmlns:a16="http://schemas.microsoft.com/office/drawing/2014/main" id="{1C1D5D36-3190-40D7-BD12-72BCF0F56A56}"/>
              </a:ext>
            </a:extLst>
          </p:cNvPr>
          <p:cNvSpPr txBox="1">
            <a:spLocks noChangeArrowheads="1"/>
          </p:cNvSpPr>
          <p:nvPr/>
        </p:nvSpPr>
        <p:spPr bwMode="auto">
          <a:xfrm>
            <a:off x="3286125" y="2171700"/>
            <a:ext cx="1317625"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Cellular </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elements (45%)</a:t>
            </a:r>
            <a:endParaRPr lang="en-US" altLang="en-US" sz="1400" b="1">
              <a:latin typeface="Cambria" panose="02040503050406030204" pitchFamily="18" charset="0"/>
            </a:endParaRPr>
          </a:p>
        </p:txBody>
      </p:sp>
      <p:sp>
        <p:nvSpPr>
          <p:cNvPr id="85000" name="Text Box 9">
            <a:extLst>
              <a:ext uri="{FF2B5EF4-FFF2-40B4-BE49-F238E27FC236}">
                <a16:creationId xmlns:a16="http://schemas.microsoft.com/office/drawing/2014/main" id="{A95D76FC-2A06-44DF-A1DB-8121545370B0}"/>
              </a:ext>
            </a:extLst>
          </p:cNvPr>
          <p:cNvSpPr txBox="1">
            <a:spLocks noChangeArrowheads="1"/>
          </p:cNvSpPr>
          <p:nvPr/>
        </p:nvSpPr>
        <p:spPr bwMode="auto">
          <a:xfrm>
            <a:off x="2447925" y="2171700"/>
            <a:ext cx="708025"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Plasma</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(55%)</a:t>
            </a:r>
            <a:endParaRPr lang="en-US" altLang="en-US" sz="1400" b="1">
              <a:latin typeface="Cambria" panose="02040503050406030204" pitchFamily="18" charset="0"/>
            </a:endParaRPr>
          </a:p>
        </p:txBody>
      </p:sp>
      <p:sp>
        <p:nvSpPr>
          <p:cNvPr id="85001" name="Text Box 10">
            <a:extLst>
              <a:ext uri="{FF2B5EF4-FFF2-40B4-BE49-F238E27FC236}">
                <a16:creationId xmlns:a16="http://schemas.microsoft.com/office/drawing/2014/main" id="{165FAB5B-D577-40BF-9647-C1CB119D5882}"/>
              </a:ext>
            </a:extLst>
          </p:cNvPr>
          <p:cNvSpPr txBox="1">
            <a:spLocks noChangeArrowheads="1"/>
          </p:cNvSpPr>
          <p:nvPr/>
        </p:nvSpPr>
        <p:spPr bwMode="auto">
          <a:xfrm>
            <a:off x="1495425" y="2832100"/>
            <a:ext cx="962025"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Water (90%</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of plasma)</a:t>
            </a:r>
            <a:endParaRPr lang="en-US" altLang="en-US" sz="1400" b="1">
              <a:latin typeface="Cambria" panose="02040503050406030204" pitchFamily="18" charset="0"/>
            </a:endParaRPr>
          </a:p>
        </p:txBody>
      </p:sp>
      <p:sp>
        <p:nvSpPr>
          <p:cNvPr id="85002" name="Text Box 11">
            <a:extLst>
              <a:ext uri="{FF2B5EF4-FFF2-40B4-BE49-F238E27FC236}">
                <a16:creationId xmlns:a16="http://schemas.microsoft.com/office/drawing/2014/main" id="{3D929CD6-1809-4460-84D8-C1B111B9900A}"/>
              </a:ext>
            </a:extLst>
          </p:cNvPr>
          <p:cNvSpPr txBox="1">
            <a:spLocks noChangeArrowheads="1"/>
          </p:cNvSpPr>
          <p:nvPr/>
        </p:nvSpPr>
        <p:spPr bwMode="auto">
          <a:xfrm>
            <a:off x="1495425" y="3505200"/>
            <a:ext cx="7080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Proteins</a:t>
            </a:r>
            <a:endParaRPr lang="en-US" altLang="en-US" sz="1400" b="1">
              <a:latin typeface="Cambria" panose="02040503050406030204" pitchFamily="18" charset="0"/>
            </a:endParaRPr>
          </a:p>
        </p:txBody>
      </p:sp>
      <p:sp>
        <p:nvSpPr>
          <p:cNvPr id="85003" name="Text Box 12">
            <a:extLst>
              <a:ext uri="{FF2B5EF4-FFF2-40B4-BE49-F238E27FC236}">
                <a16:creationId xmlns:a16="http://schemas.microsoft.com/office/drawing/2014/main" id="{C27D8504-B89B-48B0-AC96-2ED82B0E68FD}"/>
              </a:ext>
            </a:extLst>
          </p:cNvPr>
          <p:cNvSpPr txBox="1">
            <a:spLocks noChangeArrowheads="1"/>
          </p:cNvSpPr>
          <p:nvPr/>
        </p:nvSpPr>
        <p:spPr bwMode="auto">
          <a:xfrm>
            <a:off x="1495425" y="3962400"/>
            <a:ext cx="1724025"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Dissolved salts</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(such as sodium,</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potassium, calcium)</a:t>
            </a:r>
            <a:endParaRPr lang="en-US" altLang="en-US" sz="1400" b="1">
              <a:latin typeface="Cambria" panose="02040503050406030204" pitchFamily="18" charset="0"/>
            </a:endParaRPr>
          </a:p>
        </p:txBody>
      </p:sp>
      <p:sp>
        <p:nvSpPr>
          <p:cNvPr id="85004" name="Text Box 13">
            <a:extLst>
              <a:ext uri="{FF2B5EF4-FFF2-40B4-BE49-F238E27FC236}">
                <a16:creationId xmlns:a16="http://schemas.microsoft.com/office/drawing/2014/main" id="{4209AF02-B493-46AB-AFA8-DA5182A61198}"/>
              </a:ext>
            </a:extLst>
          </p:cNvPr>
          <p:cNvSpPr txBox="1">
            <a:spLocks noChangeArrowheads="1"/>
          </p:cNvSpPr>
          <p:nvPr/>
        </p:nvSpPr>
        <p:spPr bwMode="auto">
          <a:xfrm>
            <a:off x="1482725" y="4851400"/>
            <a:ext cx="1901825"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Substances being</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transported (such</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as O</a:t>
            </a:r>
            <a:r>
              <a:rPr lang="en-US" altLang="en-US" sz="1400" b="1" baseline="-25000">
                <a:latin typeface="Cambria" panose="02040503050406030204" pitchFamily="18" charset="0"/>
                <a:sym typeface="Symbol" panose="05050102010706020507" pitchFamily="18" charset="2"/>
              </a:rPr>
              <a:t>2</a:t>
            </a:r>
            <a:r>
              <a:rPr lang="en-US" altLang="en-US" sz="1400" b="1">
                <a:latin typeface="Cambria" panose="02040503050406030204" pitchFamily="18" charset="0"/>
                <a:sym typeface="Symbol" panose="05050102010706020507" pitchFamily="18" charset="2"/>
              </a:rPr>
              <a:t>, CO</a:t>
            </a:r>
            <a:r>
              <a:rPr lang="en-US" altLang="en-US" sz="1400" b="1" baseline="-25000">
                <a:latin typeface="Cambria" panose="02040503050406030204" pitchFamily="18" charset="0"/>
                <a:sym typeface="Symbol" panose="05050102010706020507" pitchFamily="18" charset="2"/>
              </a:rPr>
              <a:t>2</a:t>
            </a:r>
            <a:r>
              <a:rPr lang="en-US" altLang="en-US" sz="1400" b="1">
                <a:latin typeface="Cambria" panose="02040503050406030204" pitchFamily="18" charset="0"/>
                <a:sym typeface="Symbol" panose="05050102010706020507" pitchFamily="18" charset="2"/>
              </a:rPr>
              <a:t>, nutrients,</a:t>
            </a:r>
            <a:br>
              <a:rPr lang="en-US" altLang="en-US" sz="1400" b="1">
                <a:latin typeface="Cambria" panose="02040503050406030204" pitchFamily="18" charset="0"/>
                <a:sym typeface="Symbol" panose="05050102010706020507" pitchFamily="18" charset="2"/>
              </a:rPr>
            </a:br>
            <a:r>
              <a:rPr lang="en-US" altLang="en-US" sz="1400" b="1">
                <a:latin typeface="Cambria" panose="02040503050406030204" pitchFamily="18" charset="0"/>
                <a:sym typeface="Symbol" panose="05050102010706020507" pitchFamily="18" charset="2"/>
              </a:rPr>
              <a:t>wastes, hormones)</a:t>
            </a:r>
          </a:p>
        </p:txBody>
      </p:sp>
      <p:sp>
        <p:nvSpPr>
          <p:cNvPr id="85005" name="Rectangle 2">
            <a:extLst>
              <a:ext uri="{FF2B5EF4-FFF2-40B4-BE49-F238E27FC236}">
                <a16:creationId xmlns:a16="http://schemas.microsoft.com/office/drawing/2014/main" id="{2C2E6CD9-2BA0-4BFB-9C0E-6CF5FE1691CA}"/>
              </a:ext>
            </a:extLst>
          </p:cNvPr>
          <p:cNvSpPr>
            <a:spLocks noChangeArrowheads="1"/>
          </p:cNvSpPr>
          <p:nvPr/>
        </p:nvSpPr>
        <p:spPr bwMode="auto">
          <a:xfrm>
            <a:off x="320675" y="192088"/>
            <a:ext cx="298767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r>
              <a:rPr lang="en-US" altLang="en-US" b="1">
                <a:solidFill>
                  <a:srgbClr val="FF0000"/>
                </a:solidFill>
                <a:latin typeface="Cambria" panose="02040503050406030204" pitchFamily="18" charset="0"/>
              </a:rPr>
              <a:t>The Composition</a:t>
            </a:r>
          </a:p>
          <a:p>
            <a:pPr eaLnBrk="1" hangingPunct="1">
              <a:spcBef>
                <a:spcPct val="0"/>
              </a:spcBef>
              <a:spcAft>
                <a:spcPct val="0"/>
              </a:spcAft>
              <a:buClrTx/>
              <a:buFontTx/>
              <a:buNone/>
            </a:pPr>
            <a:r>
              <a:rPr lang="en-US" altLang="en-US" b="1">
                <a:solidFill>
                  <a:srgbClr val="FF0000"/>
                </a:solidFill>
                <a:latin typeface="Cambria" panose="02040503050406030204" pitchFamily="18" charset="0"/>
              </a:rPr>
              <a:t>of Human Blood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29D815FA-1576-4147-955E-5E14A2AC1CF3}"/>
              </a:ext>
            </a:extLst>
          </p:cNvPr>
          <p:cNvSpPr>
            <a:spLocks noGrp="1" noChangeArrowheads="1"/>
          </p:cNvSpPr>
          <p:nvPr>
            <p:ph type="title" idx="4294967295"/>
          </p:nvPr>
        </p:nvSpPr>
        <p:spPr>
          <a:xfrm>
            <a:off x="492125" y="473075"/>
            <a:ext cx="6397625" cy="534988"/>
          </a:xfrm>
        </p:spPr>
        <p:txBody>
          <a:bodyPr/>
          <a:lstStyle/>
          <a:p>
            <a:pPr eaLnBrk="1" hangingPunct="1">
              <a:lnSpc>
                <a:spcPct val="80000"/>
              </a:lnSpc>
            </a:pPr>
            <a:r>
              <a:rPr lang="en-US" altLang="en-US" sz="3600">
                <a:solidFill>
                  <a:srgbClr val="FF0000"/>
                </a:solidFill>
                <a:latin typeface="Cambria" panose="02040503050406030204" pitchFamily="18" charset="0"/>
              </a:rPr>
              <a:t>Blood</a:t>
            </a:r>
          </a:p>
        </p:txBody>
      </p:sp>
      <p:sp>
        <p:nvSpPr>
          <p:cNvPr id="87043" name="Rectangle 3">
            <a:extLst>
              <a:ext uri="{FF2B5EF4-FFF2-40B4-BE49-F238E27FC236}">
                <a16:creationId xmlns:a16="http://schemas.microsoft.com/office/drawing/2014/main" id="{036568BF-D379-4DE4-8169-A527BBF34C02}"/>
              </a:ext>
            </a:extLst>
          </p:cNvPr>
          <p:cNvSpPr>
            <a:spLocks noChangeArrowheads="1"/>
          </p:cNvSpPr>
          <p:nvPr/>
        </p:nvSpPr>
        <p:spPr bwMode="auto">
          <a:xfrm>
            <a:off x="228600" y="1647825"/>
            <a:ext cx="8610600" cy="30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446088" indent="-331788">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041400" indent="-4064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lvl="1" eaLnBrk="1" hangingPunct="1"/>
            <a:r>
              <a:rPr lang="en-US" altLang="en-US" b="1" dirty="0">
                <a:latin typeface="Cambria" panose="02040503050406030204" pitchFamily="18" charset="0"/>
              </a:rPr>
              <a:t>There are three types of cellular elements in blood:</a:t>
            </a:r>
          </a:p>
          <a:p>
            <a:pPr lvl="2" eaLnBrk="1" hangingPunct="1">
              <a:buFont typeface="Times New Roman" panose="02020603050405020304" pitchFamily="18" charset="0"/>
              <a:buAutoNum type="arabicPeriod"/>
            </a:pPr>
            <a:r>
              <a:rPr lang="en-US" altLang="en-US" sz="2800" b="1" dirty="0">
                <a:latin typeface="Cambria" panose="02040503050406030204" pitchFamily="18" charset="0"/>
              </a:rPr>
              <a:t>red blood cells</a:t>
            </a:r>
          </a:p>
          <a:p>
            <a:pPr lvl="2" eaLnBrk="1" hangingPunct="1">
              <a:buFont typeface="Times New Roman" panose="02020603050405020304" pitchFamily="18" charset="0"/>
              <a:buAutoNum type="arabicPeriod"/>
            </a:pPr>
            <a:r>
              <a:rPr lang="en-US" altLang="en-US" sz="2800" b="1" dirty="0">
                <a:latin typeface="Cambria" panose="02040503050406030204" pitchFamily="18" charset="0"/>
              </a:rPr>
              <a:t>white blood cells </a:t>
            </a:r>
          </a:p>
          <a:p>
            <a:pPr lvl="2" eaLnBrk="1" hangingPunct="1">
              <a:buFont typeface="Times New Roman" panose="02020603050405020304" pitchFamily="18" charset="0"/>
              <a:buAutoNum type="arabicPeriod"/>
            </a:pPr>
            <a:r>
              <a:rPr lang="en-US" altLang="en-US" sz="2800" b="1" dirty="0">
                <a:latin typeface="Cambria" panose="02040503050406030204" pitchFamily="18" charset="0"/>
              </a:rPr>
              <a:t>platelets</a:t>
            </a:r>
          </a:p>
        </p:txBody>
      </p:sp>
      <p:sp>
        <p:nvSpPr>
          <p:cNvPr id="87044" name="Line 6">
            <a:extLst>
              <a:ext uri="{FF2B5EF4-FFF2-40B4-BE49-F238E27FC236}">
                <a16:creationId xmlns:a16="http://schemas.microsoft.com/office/drawing/2014/main" id="{0F664D32-16C2-4586-8AD0-F1AB3F2B0B41}"/>
              </a:ext>
            </a:extLst>
          </p:cNvPr>
          <p:cNvSpPr>
            <a:spLocks noChangeShapeType="1"/>
          </p:cNvSpPr>
          <p:nvPr/>
        </p:nvSpPr>
        <p:spPr bwMode="auto">
          <a:xfrm>
            <a:off x="304800" y="123190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23_12_BloodCellsPlatelets-U">
            <a:extLst>
              <a:ext uri="{FF2B5EF4-FFF2-40B4-BE49-F238E27FC236}">
                <a16:creationId xmlns:a16="http://schemas.microsoft.com/office/drawing/2014/main" id="{541B2E51-F252-4184-AD0E-1564A7751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1435100"/>
            <a:ext cx="8548687"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Text Box 4">
            <a:extLst>
              <a:ext uri="{FF2B5EF4-FFF2-40B4-BE49-F238E27FC236}">
                <a16:creationId xmlns:a16="http://schemas.microsoft.com/office/drawing/2014/main" id="{840E9238-2542-4284-A1EA-30177251284D}"/>
              </a:ext>
            </a:extLst>
          </p:cNvPr>
          <p:cNvSpPr txBox="1">
            <a:spLocks noChangeArrowheads="1"/>
          </p:cNvSpPr>
          <p:nvPr/>
        </p:nvSpPr>
        <p:spPr bwMode="auto">
          <a:xfrm>
            <a:off x="530225" y="1860550"/>
            <a:ext cx="24733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spcBef>
                <a:spcPct val="0"/>
              </a:spcBef>
              <a:spcAft>
                <a:spcPct val="0"/>
              </a:spcAft>
              <a:buClrTx/>
              <a:buFontTx/>
              <a:buNone/>
            </a:pPr>
            <a:r>
              <a:rPr lang="en-US" altLang="en-US" sz="1800" b="1">
                <a:solidFill>
                  <a:srgbClr val="FF0000"/>
                </a:solidFill>
                <a:latin typeface="Cambria" panose="02040503050406030204" pitchFamily="18" charset="0"/>
              </a:rPr>
              <a:t>Red Blood Cells</a:t>
            </a:r>
          </a:p>
          <a:p>
            <a:pPr algn="ctr">
              <a:lnSpc>
                <a:spcPct val="90000"/>
              </a:lnSpc>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(cells that carry oxygen)</a:t>
            </a:r>
            <a:endParaRPr lang="en-US" altLang="en-US" sz="1600" b="1">
              <a:latin typeface="Cambria" panose="02040503050406030204" pitchFamily="18" charset="0"/>
            </a:endParaRPr>
          </a:p>
        </p:txBody>
      </p:sp>
      <p:sp>
        <p:nvSpPr>
          <p:cNvPr id="91140" name="Text Box 5">
            <a:extLst>
              <a:ext uri="{FF2B5EF4-FFF2-40B4-BE49-F238E27FC236}">
                <a16:creationId xmlns:a16="http://schemas.microsoft.com/office/drawing/2014/main" id="{4579E9A4-4D83-4B81-842F-68BDA608E04C}"/>
              </a:ext>
            </a:extLst>
          </p:cNvPr>
          <p:cNvSpPr txBox="1">
            <a:spLocks noChangeArrowheads="1"/>
          </p:cNvSpPr>
          <p:nvPr/>
        </p:nvSpPr>
        <p:spPr bwMode="auto">
          <a:xfrm>
            <a:off x="3413125" y="1860550"/>
            <a:ext cx="24733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spcBef>
                <a:spcPct val="0"/>
              </a:spcBef>
              <a:spcAft>
                <a:spcPct val="0"/>
              </a:spcAft>
              <a:buClrTx/>
              <a:buFontTx/>
              <a:buNone/>
            </a:pPr>
            <a:r>
              <a:rPr lang="en-US" altLang="en-US" sz="1800" b="1">
                <a:solidFill>
                  <a:srgbClr val="FF0000"/>
                </a:solidFill>
                <a:latin typeface="Cambria" panose="02040503050406030204" pitchFamily="18" charset="0"/>
              </a:rPr>
              <a:t>White Blood Cells</a:t>
            </a:r>
          </a:p>
          <a:p>
            <a:pPr algn="ctr">
              <a:lnSpc>
                <a:spcPct val="90000"/>
              </a:lnSpc>
              <a:spcBef>
                <a:spcPct val="0"/>
              </a:spcBef>
              <a:spcAft>
                <a:spcPct val="0"/>
              </a:spcAft>
              <a:buClrTx/>
              <a:buFontTx/>
              <a:buNone/>
            </a:pPr>
            <a:r>
              <a:rPr lang="en-US" altLang="en-US" sz="1600" b="1">
                <a:latin typeface="Cambria" panose="02040503050406030204" pitchFamily="18" charset="0"/>
                <a:sym typeface="Symbol" panose="05050102010706020507" pitchFamily="18" charset="2"/>
              </a:rPr>
              <a:t> (cells that fight infection) </a:t>
            </a:r>
            <a:endParaRPr lang="en-US" altLang="en-US" sz="1600" b="1">
              <a:latin typeface="Cambria" panose="02040503050406030204" pitchFamily="18" charset="0"/>
            </a:endParaRPr>
          </a:p>
        </p:txBody>
      </p:sp>
      <p:sp>
        <p:nvSpPr>
          <p:cNvPr id="91141" name="Text Box 6">
            <a:extLst>
              <a:ext uri="{FF2B5EF4-FFF2-40B4-BE49-F238E27FC236}">
                <a16:creationId xmlns:a16="http://schemas.microsoft.com/office/drawing/2014/main" id="{D9AA4491-893C-410C-8205-CEB873318792}"/>
              </a:ext>
            </a:extLst>
          </p:cNvPr>
          <p:cNvSpPr txBox="1">
            <a:spLocks noChangeArrowheads="1"/>
          </p:cNvSpPr>
          <p:nvPr/>
        </p:nvSpPr>
        <p:spPr bwMode="auto">
          <a:xfrm>
            <a:off x="6048375" y="1866900"/>
            <a:ext cx="2752725"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spcBef>
                <a:spcPct val="0"/>
              </a:spcBef>
              <a:spcAft>
                <a:spcPct val="0"/>
              </a:spcAft>
              <a:buClrTx/>
              <a:buFontTx/>
              <a:buNone/>
            </a:pPr>
            <a:r>
              <a:rPr lang="en-US" altLang="en-US" sz="1800" b="1">
                <a:solidFill>
                  <a:srgbClr val="FF0000"/>
                </a:solidFill>
                <a:latin typeface="Cambria" panose="02040503050406030204" pitchFamily="18" charset="0"/>
              </a:rPr>
              <a:t>Platelets</a:t>
            </a:r>
          </a:p>
          <a:p>
            <a:pPr algn="ctr">
              <a:lnSpc>
                <a:spcPct val="90000"/>
              </a:lnSpc>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(bits of membrane-enclosed</a:t>
            </a:r>
          </a:p>
          <a:p>
            <a:pPr algn="ctr">
              <a:lnSpc>
                <a:spcPct val="90000"/>
              </a:lnSpc>
              <a:spcBef>
                <a:spcPct val="0"/>
              </a:spcBef>
              <a:spcAft>
                <a:spcPct val="0"/>
              </a:spcAft>
              <a:buClrTx/>
              <a:buFontTx/>
              <a:buNone/>
            </a:pPr>
            <a:r>
              <a:rPr lang="en-US" altLang="en-US" sz="1400" b="1">
                <a:latin typeface="Cambria" panose="02040503050406030204" pitchFamily="18" charset="0"/>
                <a:sym typeface="Symbol" panose="05050102010706020507" pitchFamily="18" charset="2"/>
              </a:rPr>
              <a:t>cytoplasm that aid clotting)</a:t>
            </a:r>
            <a:endParaRPr lang="en-US" altLang="en-US" sz="1400" b="1">
              <a:latin typeface="Cambria" panose="02040503050406030204" pitchFamily="18" charset="0"/>
            </a:endParaRPr>
          </a:p>
        </p:txBody>
      </p:sp>
      <p:sp>
        <p:nvSpPr>
          <p:cNvPr id="91142" name="Text Box 7">
            <a:extLst>
              <a:ext uri="{FF2B5EF4-FFF2-40B4-BE49-F238E27FC236}">
                <a16:creationId xmlns:a16="http://schemas.microsoft.com/office/drawing/2014/main" id="{500644A2-3CE8-4917-82FB-9C270149BB63}"/>
              </a:ext>
            </a:extLst>
          </p:cNvPr>
          <p:cNvSpPr txBox="1">
            <a:spLocks noChangeArrowheads="1"/>
          </p:cNvSpPr>
          <p:nvPr/>
        </p:nvSpPr>
        <p:spPr bwMode="auto">
          <a:xfrm>
            <a:off x="2695575" y="1530350"/>
            <a:ext cx="4111625"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solidFill>
                  <a:schemeClr val="bg1"/>
                </a:solidFill>
                <a:latin typeface="Cambria" panose="02040503050406030204" pitchFamily="18" charset="0"/>
              </a:rPr>
              <a:t>CELLULAR COMPONENTS OF BLOOD</a:t>
            </a:r>
          </a:p>
        </p:txBody>
      </p:sp>
      <p:sp>
        <p:nvSpPr>
          <p:cNvPr id="91143" name="Text Box 8">
            <a:extLst>
              <a:ext uri="{FF2B5EF4-FFF2-40B4-BE49-F238E27FC236}">
                <a16:creationId xmlns:a16="http://schemas.microsoft.com/office/drawing/2014/main" id="{26D9A2A9-4E3E-47C9-A421-706FE31FA3A1}"/>
              </a:ext>
            </a:extLst>
          </p:cNvPr>
          <p:cNvSpPr txBox="1">
            <a:spLocks noChangeArrowheads="1"/>
          </p:cNvSpPr>
          <p:nvPr/>
        </p:nvSpPr>
        <p:spPr bwMode="auto">
          <a:xfrm>
            <a:off x="8223250" y="3584575"/>
            <a:ext cx="593725" cy="19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rPr>
              <a:t>Fibrin</a:t>
            </a:r>
          </a:p>
        </p:txBody>
      </p:sp>
      <p:sp>
        <p:nvSpPr>
          <p:cNvPr id="91144" name="Text Box 9">
            <a:extLst>
              <a:ext uri="{FF2B5EF4-FFF2-40B4-BE49-F238E27FC236}">
                <a16:creationId xmlns:a16="http://schemas.microsoft.com/office/drawing/2014/main" id="{69EF2161-E5F4-4885-8D3D-1426AB150BDA}"/>
              </a:ext>
            </a:extLst>
          </p:cNvPr>
          <p:cNvSpPr txBox="1">
            <a:spLocks noChangeArrowheads="1"/>
          </p:cNvSpPr>
          <p:nvPr/>
        </p:nvSpPr>
        <p:spPr bwMode="auto">
          <a:xfrm>
            <a:off x="6296025" y="4991100"/>
            <a:ext cx="13430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400" b="1">
                <a:latin typeface="Cambria" panose="02040503050406030204" pitchFamily="18" charset="0"/>
              </a:rPr>
              <a:t>Red blood cell</a:t>
            </a:r>
          </a:p>
        </p:txBody>
      </p:sp>
      <p:sp>
        <p:nvSpPr>
          <p:cNvPr id="91145" name="Text Box 11">
            <a:extLst>
              <a:ext uri="{FF2B5EF4-FFF2-40B4-BE49-F238E27FC236}">
                <a16:creationId xmlns:a16="http://schemas.microsoft.com/office/drawing/2014/main" id="{B76E753F-68BA-4ABD-8C18-31A81BAAAEB1}"/>
              </a:ext>
            </a:extLst>
          </p:cNvPr>
          <p:cNvSpPr txBox="1">
            <a:spLocks noChangeArrowheads="1"/>
          </p:cNvSpPr>
          <p:nvPr/>
        </p:nvSpPr>
        <p:spPr bwMode="auto">
          <a:xfrm rot="-5400000">
            <a:off x="7883525" y="2927351"/>
            <a:ext cx="555625" cy="9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600" b="1">
                <a:latin typeface="Cambria" panose="02040503050406030204" pitchFamily="18" charset="0"/>
              </a:rPr>
              <a:t>Colorized SEM</a:t>
            </a:r>
          </a:p>
        </p:txBody>
      </p:sp>
      <p:sp>
        <p:nvSpPr>
          <p:cNvPr id="91146" name="Text Box 13">
            <a:extLst>
              <a:ext uri="{FF2B5EF4-FFF2-40B4-BE49-F238E27FC236}">
                <a16:creationId xmlns:a16="http://schemas.microsoft.com/office/drawing/2014/main" id="{D1F39007-E1A5-4BDC-AC5E-B181F6BA0D06}"/>
              </a:ext>
            </a:extLst>
          </p:cNvPr>
          <p:cNvSpPr txBox="1">
            <a:spLocks noChangeArrowheads="1"/>
          </p:cNvSpPr>
          <p:nvPr/>
        </p:nvSpPr>
        <p:spPr bwMode="auto">
          <a:xfrm rot="-5400000">
            <a:off x="5487987" y="4613276"/>
            <a:ext cx="923925" cy="13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000" b="1">
                <a:latin typeface="Cambria" panose="02040503050406030204" pitchFamily="18" charset="0"/>
              </a:rPr>
              <a:t>Colorized SEM</a:t>
            </a:r>
          </a:p>
        </p:txBody>
      </p:sp>
      <p:sp>
        <p:nvSpPr>
          <p:cNvPr id="91147" name="Text Box 14">
            <a:extLst>
              <a:ext uri="{FF2B5EF4-FFF2-40B4-BE49-F238E27FC236}">
                <a16:creationId xmlns:a16="http://schemas.microsoft.com/office/drawing/2014/main" id="{D68F2614-1E18-4CCA-AAA0-C4BFF6C7F0C6}"/>
              </a:ext>
            </a:extLst>
          </p:cNvPr>
          <p:cNvSpPr txBox="1">
            <a:spLocks noChangeArrowheads="1"/>
          </p:cNvSpPr>
          <p:nvPr/>
        </p:nvSpPr>
        <p:spPr bwMode="auto">
          <a:xfrm rot="-5400000">
            <a:off x="2668587" y="4613276"/>
            <a:ext cx="923925" cy="13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000" b="1">
                <a:latin typeface="Cambria" panose="02040503050406030204" pitchFamily="18" charset="0"/>
              </a:rPr>
              <a:t>Colorized SEM</a:t>
            </a:r>
          </a:p>
        </p:txBody>
      </p:sp>
      <p:sp>
        <p:nvSpPr>
          <p:cNvPr id="91148" name="Line 15">
            <a:extLst>
              <a:ext uri="{FF2B5EF4-FFF2-40B4-BE49-F238E27FC236}">
                <a16:creationId xmlns:a16="http://schemas.microsoft.com/office/drawing/2014/main" id="{F9390488-2D31-43E5-AD0B-CC12CEA56074}"/>
              </a:ext>
            </a:extLst>
          </p:cNvPr>
          <p:cNvSpPr>
            <a:spLocks noChangeShapeType="1"/>
          </p:cNvSpPr>
          <p:nvPr/>
        </p:nvSpPr>
        <p:spPr bwMode="auto">
          <a:xfrm flipH="1">
            <a:off x="8077200" y="3797300"/>
            <a:ext cx="254000" cy="266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149" name="Line 16">
            <a:extLst>
              <a:ext uri="{FF2B5EF4-FFF2-40B4-BE49-F238E27FC236}">
                <a16:creationId xmlns:a16="http://schemas.microsoft.com/office/drawing/2014/main" id="{DCE00514-AEE4-4D78-AE18-645B9DD38E09}"/>
              </a:ext>
            </a:extLst>
          </p:cNvPr>
          <p:cNvSpPr>
            <a:spLocks noChangeShapeType="1"/>
          </p:cNvSpPr>
          <p:nvPr/>
        </p:nvSpPr>
        <p:spPr bwMode="auto">
          <a:xfrm flipV="1">
            <a:off x="7607300" y="4660900"/>
            <a:ext cx="495300" cy="444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150" name="Rectangle 2">
            <a:extLst>
              <a:ext uri="{FF2B5EF4-FFF2-40B4-BE49-F238E27FC236}">
                <a16:creationId xmlns:a16="http://schemas.microsoft.com/office/drawing/2014/main" id="{6BE61474-C877-4028-90FB-10770CC3910A}"/>
              </a:ext>
            </a:extLst>
          </p:cNvPr>
          <p:cNvSpPr>
            <a:spLocks noChangeArrowheads="1"/>
          </p:cNvSpPr>
          <p:nvPr/>
        </p:nvSpPr>
        <p:spPr bwMode="auto">
          <a:xfrm>
            <a:off x="665163" y="403225"/>
            <a:ext cx="8210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r>
              <a:rPr lang="en-US" altLang="en-US" sz="3200" b="1">
                <a:solidFill>
                  <a:srgbClr val="FF0000"/>
                </a:solidFill>
                <a:latin typeface="Cambria" panose="02040503050406030204" pitchFamily="18" charset="0"/>
              </a:rPr>
              <a:t>The Three Cellular Components of Blood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132027AB-8917-4862-B8A1-8767AB0A589F}"/>
              </a:ext>
            </a:extLst>
          </p:cNvPr>
          <p:cNvSpPr>
            <a:spLocks noGrp="1" noChangeArrowheads="1"/>
          </p:cNvSpPr>
          <p:nvPr>
            <p:ph type="title" idx="4294967295"/>
          </p:nvPr>
        </p:nvSpPr>
        <p:spPr>
          <a:xfrm>
            <a:off x="454025" y="431800"/>
            <a:ext cx="8534400" cy="534988"/>
          </a:xfrm>
        </p:spPr>
        <p:txBody>
          <a:bodyPr/>
          <a:lstStyle/>
          <a:p>
            <a:pPr eaLnBrk="1" hangingPunct="1">
              <a:lnSpc>
                <a:spcPct val="80000"/>
              </a:lnSpc>
            </a:pPr>
            <a:r>
              <a:rPr lang="en-US" altLang="en-US" sz="3600">
                <a:solidFill>
                  <a:srgbClr val="FF0000"/>
                </a:solidFill>
                <a:latin typeface="Cambria" panose="02040503050406030204" pitchFamily="18" charset="0"/>
              </a:rPr>
              <a:t>Red Blood Cells and Oxygen Transport</a:t>
            </a:r>
          </a:p>
        </p:txBody>
      </p:sp>
      <p:sp>
        <p:nvSpPr>
          <p:cNvPr id="89091" name="Rectangle 3">
            <a:extLst>
              <a:ext uri="{FF2B5EF4-FFF2-40B4-BE49-F238E27FC236}">
                <a16:creationId xmlns:a16="http://schemas.microsoft.com/office/drawing/2014/main" id="{E0D6629F-5430-40AC-A317-FFD0A2E132F3}"/>
              </a:ext>
            </a:extLst>
          </p:cNvPr>
          <p:cNvSpPr>
            <a:spLocks noGrp="1" noChangeArrowheads="1"/>
          </p:cNvSpPr>
          <p:nvPr>
            <p:ph type="body" idx="4294967295"/>
          </p:nvPr>
        </p:nvSpPr>
        <p:spPr>
          <a:xfrm>
            <a:off x="444500" y="1520825"/>
            <a:ext cx="8432800" cy="1754326"/>
          </a:xfrm>
        </p:spPr>
        <p:txBody>
          <a:bodyPr/>
          <a:lstStyle/>
          <a:p>
            <a:pPr marL="446088" lvl="1" eaLnBrk="1" hangingPunct="1"/>
            <a:r>
              <a:rPr lang="en-US" altLang="en-US" b="1" dirty="0">
                <a:solidFill>
                  <a:srgbClr val="FF0000"/>
                </a:solidFill>
                <a:latin typeface="Cambria" panose="02040503050406030204" pitchFamily="18" charset="0"/>
              </a:rPr>
              <a:t>Red blood cells (RBC, erythrocytes) </a:t>
            </a:r>
          </a:p>
          <a:p>
            <a:pPr marL="1054100" lvl="2" indent="-355600" eaLnBrk="1" hangingPunct="1"/>
            <a:r>
              <a:rPr lang="en-US" altLang="en-US" sz="2400" b="1" dirty="0">
                <a:latin typeface="Cambria" panose="02040503050406030204" pitchFamily="18" charset="0"/>
              </a:rPr>
              <a:t>the most numerous type of blood cell </a:t>
            </a:r>
          </a:p>
          <a:p>
            <a:pPr marL="1054100" lvl="2" indent="-355600" eaLnBrk="1" hangingPunct="1"/>
            <a:r>
              <a:rPr lang="en-US" altLang="en-US" sz="2400" b="1" dirty="0">
                <a:latin typeface="Cambria" panose="02040503050406030204" pitchFamily="18" charset="0"/>
              </a:rPr>
              <a:t>shaped like discs with indentations in the middle.</a:t>
            </a:r>
          </a:p>
        </p:txBody>
      </p:sp>
      <p:sp>
        <p:nvSpPr>
          <p:cNvPr id="89092" name="Line 6">
            <a:extLst>
              <a:ext uri="{FF2B5EF4-FFF2-40B4-BE49-F238E27FC236}">
                <a16:creationId xmlns:a16="http://schemas.microsoft.com/office/drawing/2014/main" id="{DE7BE04F-3D0B-494E-A2A9-5F09293496FE}"/>
              </a:ext>
            </a:extLst>
          </p:cNvPr>
          <p:cNvSpPr>
            <a:spLocks noChangeShapeType="1"/>
          </p:cNvSpPr>
          <p:nvPr/>
        </p:nvSpPr>
        <p:spPr bwMode="auto">
          <a:xfrm>
            <a:off x="342900" y="1230313"/>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093" name="Rectangle 1">
            <a:extLst>
              <a:ext uri="{FF2B5EF4-FFF2-40B4-BE49-F238E27FC236}">
                <a16:creationId xmlns:a16="http://schemas.microsoft.com/office/drawing/2014/main" id="{EF26AB98-BD9E-4260-977D-6913DD89704A}"/>
              </a:ext>
            </a:extLst>
          </p:cNvPr>
          <p:cNvSpPr>
            <a:spLocks noChangeArrowheads="1"/>
          </p:cNvSpPr>
          <p:nvPr/>
        </p:nvSpPr>
        <p:spPr bwMode="auto">
          <a:xfrm>
            <a:off x="676275" y="4284663"/>
            <a:ext cx="705167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nSpc>
                <a:spcPts val="1400"/>
              </a:lnSpc>
              <a:spcBef>
                <a:spcPts val="500"/>
              </a:spcBef>
            </a:pPr>
            <a:r>
              <a:rPr lang="en-CA" altLang="en-US" b="1">
                <a:solidFill>
                  <a:srgbClr val="C39150"/>
                </a:solidFill>
                <a:latin typeface="Times New Roman" panose="02020603050405020304" pitchFamily="18" charset="0"/>
                <a:ea typeface="Arial Unicode MS" pitchFamily="34" charset="-128"/>
              </a:rPr>
              <a:t>erythro</a:t>
            </a:r>
            <a:r>
              <a:rPr lang="en-US" altLang="en-US">
                <a:solidFill>
                  <a:srgbClr val="C39150"/>
                </a:solidFill>
                <a:latin typeface="Times New Roman" panose="02020603050405020304" pitchFamily="18" charset="0"/>
                <a:ea typeface="Arial Unicode MS" pitchFamily="34" charset="-128"/>
              </a:rPr>
              <a:t> = red; </a:t>
            </a:r>
            <a:r>
              <a:rPr lang="en-CA" altLang="en-US" b="1">
                <a:solidFill>
                  <a:srgbClr val="C39150"/>
                </a:solidFill>
                <a:latin typeface="Times New Roman" panose="02020603050405020304" pitchFamily="18" charset="0"/>
                <a:ea typeface="Arial Unicode MS" pitchFamily="34" charset="-128"/>
              </a:rPr>
              <a:t>cyte</a:t>
            </a:r>
            <a:r>
              <a:rPr lang="en-US" altLang="en-US">
                <a:solidFill>
                  <a:srgbClr val="C39150"/>
                </a:solidFill>
                <a:latin typeface="Times New Roman" panose="02020603050405020304" pitchFamily="18" charset="0"/>
                <a:ea typeface="Arial Unicode MS" pitchFamily="34" charset="-128"/>
              </a:rPr>
              <a:t> = cell (erythrocyte: a red blood cell)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9A2A3C8A-6A84-434D-B7CD-B4BE0039852D}"/>
              </a:ext>
            </a:extLst>
          </p:cNvPr>
          <p:cNvSpPr>
            <a:spLocks noGrp="1" noChangeArrowheads="1"/>
          </p:cNvSpPr>
          <p:nvPr>
            <p:ph type="body" idx="4294967295"/>
          </p:nvPr>
        </p:nvSpPr>
        <p:spPr>
          <a:xfrm>
            <a:off x="461963" y="1608138"/>
            <a:ext cx="8415337" cy="2525712"/>
          </a:xfrm>
        </p:spPr>
        <p:txBody>
          <a:bodyPr/>
          <a:lstStyle/>
          <a:p>
            <a:pPr marL="446088" lvl="1" eaLnBrk="1" hangingPunct="1"/>
            <a:r>
              <a:rPr lang="en-US" altLang="en-US" b="1">
                <a:latin typeface="Cambria" panose="02040503050406030204" pitchFamily="18" charset="0"/>
              </a:rPr>
              <a:t>The main function of red blood cells is to transport oxygen.</a:t>
            </a:r>
          </a:p>
          <a:p>
            <a:pPr marL="446088" lvl="1" eaLnBrk="1" hangingPunct="1"/>
            <a:r>
              <a:rPr lang="en-US" altLang="en-US" b="1">
                <a:latin typeface="Cambria" panose="02040503050406030204" pitchFamily="18" charset="0"/>
              </a:rPr>
              <a:t>Carbohydrate-containing molecules on the surface of red blood cells determine the blood type.</a:t>
            </a:r>
          </a:p>
        </p:txBody>
      </p:sp>
      <p:sp>
        <p:nvSpPr>
          <p:cNvPr id="93187" name="Rectangle 2">
            <a:extLst>
              <a:ext uri="{FF2B5EF4-FFF2-40B4-BE49-F238E27FC236}">
                <a16:creationId xmlns:a16="http://schemas.microsoft.com/office/drawing/2014/main" id="{3F135577-0C09-4FBE-98CD-B4C3D6E62EBB}"/>
              </a:ext>
            </a:extLst>
          </p:cNvPr>
          <p:cNvSpPr>
            <a:spLocks noChangeArrowheads="1"/>
          </p:cNvSpPr>
          <p:nvPr/>
        </p:nvSpPr>
        <p:spPr bwMode="auto">
          <a:xfrm>
            <a:off x="461963" y="412750"/>
            <a:ext cx="85344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3600" b="1">
                <a:solidFill>
                  <a:srgbClr val="FF0000"/>
                </a:solidFill>
                <a:latin typeface="Cambria" panose="02040503050406030204" pitchFamily="18" charset="0"/>
              </a:rPr>
              <a:t>Red Blood Cells and Oxygen Transport</a:t>
            </a:r>
          </a:p>
        </p:txBody>
      </p:sp>
      <p:sp>
        <p:nvSpPr>
          <p:cNvPr id="93188" name="Line 6">
            <a:extLst>
              <a:ext uri="{FF2B5EF4-FFF2-40B4-BE49-F238E27FC236}">
                <a16:creationId xmlns:a16="http://schemas.microsoft.com/office/drawing/2014/main" id="{C3037ED1-3FA0-4567-96E5-A1DD4EEB1F1C}"/>
              </a:ext>
            </a:extLst>
          </p:cNvPr>
          <p:cNvSpPr>
            <a:spLocks noChangeShapeType="1"/>
          </p:cNvSpPr>
          <p:nvPr/>
        </p:nvSpPr>
        <p:spPr bwMode="auto">
          <a:xfrm>
            <a:off x="304800" y="122713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50" descr="09_20_ABOBloodGroups-U">
            <a:extLst>
              <a:ext uri="{FF2B5EF4-FFF2-40B4-BE49-F238E27FC236}">
                <a16:creationId xmlns:a16="http://schemas.microsoft.com/office/drawing/2014/main" id="{DFEC2C55-381E-4112-A0FA-0F7D274EB9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136525"/>
            <a:ext cx="8548687"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5" name="Text Box 4">
            <a:extLst>
              <a:ext uri="{FF2B5EF4-FFF2-40B4-BE49-F238E27FC236}">
                <a16:creationId xmlns:a16="http://schemas.microsoft.com/office/drawing/2014/main" id="{28BF2E22-F94A-40DC-A615-256FB53CB3EB}"/>
              </a:ext>
            </a:extLst>
          </p:cNvPr>
          <p:cNvSpPr txBox="1">
            <a:spLocks noChangeArrowheads="1"/>
          </p:cNvSpPr>
          <p:nvPr/>
        </p:nvSpPr>
        <p:spPr bwMode="auto">
          <a:xfrm>
            <a:off x="376238" y="3184525"/>
            <a:ext cx="879475"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100" b="1">
                <a:latin typeface="Arial" panose="020B0604020202020204" pitchFamily="34" charset="0"/>
              </a:rPr>
              <a:t>Blood</a:t>
            </a:r>
          </a:p>
          <a:p>
            <a:pPr>
              <a:lnSpc>
                <a:spcPct val="90000"/>
              </a:lnSpc>
              <a:spcBef>
                <a:spcPct val="0"/>
              </a:spcBef>
              <a:spcAft>
                <a:spcPct val="0"/>
              </a:spcAft>
              <a:buClrTx/>
              <a:buFontTx/>
              <a:buNone/>
            </a:pPr>
            <a:r>
              <a:rPr lang="en-US" altLang="en-US" sz="1100" b="1">
                <a:latin typeface="Arial" panose="020B0604020202020204" pitchFamily="34" charset="0"/>
              </a:rPr>
              <a:t>Group</a:t>
            </a:r>
          </a:p>
          <a:p>
            <a:pPr>
              <a:lnSpc>
                <a:spcPct val="90000"/>
              </a:lnSpc>
              <a:spcBef>
                <a:spcPct val="0"/>
              </a:spcBef>
              <a:spcAft>
                <a:spcPct val="0"/>
              </a:spcAft>
              <a:buClrTx/>
              <a:buFontTx/>
              <a:buNone/>
            </a:pPr>
            <a:r>
              <a:rPr lang="en-US" altLang="en-US" sz="1100" b="1">
                <a:latin typeface="Arial" panose="020B0604020202020204" pitchFamily="34" charset="0"/>
              </a:rPr>
              <a:t>(Phenotype)</a:t>
            </a:r>
          </a:p>
        </p:txBody>
      </p:sp>
      <p:sp>
        <p:nvSpPr>
          <p:cNvPr id="95236" name="Text Box 14">
            <a:extLst>
              <a:ext uri="{FF2B5EF4-FFF2-40B4-BE49-F238E27FC236}">
                <a16:creationId xmlns:a16="http://schemas.microsoft.com/office/drawing/2014/main" id="{1AE66A60-D1A5-4179-A090-1CF251B75627}"/>
              </a:ext>
            </a:extLst>
          </p:cNvPr>
          <p:cNvSpPr txBox="1">
            <a:spLocks noChangeArrowheads="1"/>
          </p:cNvSpPr>
          <p:nvPr/>
        </p:nvSpPr>
        <p:spPr bwMode="auto">
          <a:xfrm>
            <a:off x="4808538" y="3516313"/>
            <a:ext cx="150812" cy="16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O</a:t>
            </a:r>
          </a:p>
        </p:txBody>
      </p:sp>
      <p:sp>
        <p:nvSpPr>
          <p:cNvPr id="95237" name="Text Box 20">
            <a:extLst>
              <a:ext uri="{FF2B5EF4-FFF2-40B4-BE49-F238E27FC236}">
                <a16:creationId xmlns:a16="http://schemas.microsoft.com/office/drawing/2014/main" id="{91BD07C2-261F-45BD-8F49-52E6EEDA295F}"/>
              </a:ext>
            </a:extLst>
          </p:cNvPr>
          <p:cNvSpPr txBox="1">
            <a:spLocks noChangeArrowheads="1"/>
          </p:cNvSpPr>
          <p:nvPr/>
        </p:nvSpPr>
        <p:spPr bwMode="auto">
          <a:xfrm>
            <a:off x="1260475" y="3470275"/>
            <a:ext cx="8509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Genotypes</a:t>
            </a:r>
          </a:p>
        </p:txBody>
      </p:sp>
      <p:sp>
        <p:nvSpPr>
          <p:cNvPr id="95238" name="Text Box 21">
            <a:extLst>
              <a:ext uri="{FF2B5EF4-FFF2-40B4-BE49-F238E27FC236}">
                <a16:creationId xmlns:a16="http://schemas.microsoft.com/office/drawing/2014/main" id="{2F299306-72E8-444F-9250-E7DDB0AC6CBB}"/>
              </a:ext>
            </a:extLst>
          </p:cNvPr>
          <p:cNvSpPr txBox="1">
            <a:spLocks noChangeArrowheads="1"/>
          </p:cNvSpPr>
          <p:nvPr/>
        </p:nvSpPr>
        <p:spPr bwMode="auto">
          <a:xfrm>
            <a:off x="3633788" y="3182938"/>
            <a:ext cx="7969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100" b="1">
                <a:latin typeface="Arial" panose="020B0604020202020204" pitchFamily="34" charset="0"/>
              </a:rPr>
              <a:t>Antibodies</a:t>
            </a:r>
          </a:p>
          <a:p>
            <a:pPr>
              <a:lnSpc>
                <a:spcPct val="90000"/>
              </a:lnSpc>
              <a:spcBef>
                <a:spcPct val="0"/>
              </a:spcBef>
              <a:spcAft>
                <a:spcPct val="0"/>
              </a:spcAft>
              <a:buClrTx/>
              <a:buFontTx/>
              <a:buNone/>
            </a:pPr>
            <a:r>
              <a:rPr lang="en-US" altLang="en-US" sz="1100" b="1">
                <a:latin typeface="Arial" panose="020B0604020202020204" pitchFamily="34" charset="0"/>
              </a:rPr>
              <a:t>Present in</a:t>
            </a:r>
          </a:p>
          <a:p>
            <a:pPr>
              <a:lnSpc>
                <a:spcPct val="90000"/>
              </a:lnSpc>
              <a:spcBef>
                <a:spcPct val="0"/>
              </a:spcBef>
              <a:spcAft>
                <a:spcPct val="0"/>
              </a:spcAft>
              <a:buClrTx/>
              <a:buFontTx/>
              <a:buNone/>
            </a:pPr>
            <a:r>
              <a:rPr lang="en-US" altLang="en-US" sz="1100" b="1">
                <a:latin typeface="Arial" panose="020B0604020202020204" pitchFamily="34" charset="0"/>
              </a:rPr>
              <a:t>Blood</a:t>
            </a:r>
          </a:p>
        </p:txBody>
      </p:sp>
      <p:sp>
        <p:nvSpPr>
          <p:cNvPr id="95239" name="Text Box 22">
            <a:extLst>
              <a:ext uri="{FF2B5EF4-FFF2-40B4-BE49-F238E27FC236}">
                <a16:creationId xmlns:a16="http://schemas.microsoft.com/office/drawing/2014/main" id="{D9B487B7-641C-43AE-8356-A2E6131B4714}"/>
              </a:ext>
            </a:extLst>
          </p:cNvPr>
          <p:cNvSpPr txBox="1">
            <a:spLocks noChangeArrowheads="1"/>
          </p:cNvSpPr>
          <p:nvPr/>
        </p:nvSpPr>
        <p:spPr bwMode="auto">
          <a:xfrm>
            <a:off x="2225675" y="3470275"/>
            <a:ext cx="1163638"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Red Blood Cells</a:t>
            </a:r>
          </a:p>
        </p:txBody>
      </p:sp>
      <p:sp>
        <p:nvSpPr>
          <p:cNvPr id="95240" name="Text Box 23">
            <a:extLst>
              <a:ext uri="{FF2B5EF4-FFF2-40B4-BE49-F238E27FC236}">
                <a16:creationId xmlns:a16="http://schemas.microsoft.com/office/drawing/2014/main" id="{FC72C24C-45A9-474B-829E-F404BDA0DB5F}"/>
              </a:ext>
            </a:extLst>
          </p:cNvPr>
          <p:cNvSpPr txBox="1">
            <a:spLocks noChangeArrowheads="1"/>
          </p:cNvSpPr>
          <p:nvPr/>
        </p:nvSpPr>
        <p:spPr bwMode="auto">
          <a:xfrm>
            <a:off x="4521200" y="3146425"/>
            <a:ext cx="301466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Reactions When Blood from Groups Below </a:t>
            </a:r>
            <a:br>
              <a:rPr lang="en-US" altLang="en-US" sz="1100" b="1">
                <a:latin typeface="Arial" panose="020B0604020202020204" pitchFamily="34" charset="0"/>
              </a:rPr>
            </a:br>
            <a:r>
              <a:rPr lang="en-US" altLang="en-US" sz="1100" b="1">
                <a:latin typeface="Arial" panose="020B0604020202020204" pitchFamily="34" charset="0"/>
              </a:rPr>
              <a:t>Is Mixed with Antibodies from Groups at Left </a:t>
            </a:r>
          </a:p>
        </p:txBody>
      </p:sp>
      <p:sp>
        <p:nvSpPr>
          <p:cNvPr id="95241" name="Text Box 24">
            <a:extLst>
              <a:ext uri="{FF2B5EF4-FFF2-40B4-BE49-F238E27FC236}">
                <a16:creationId xmlns:a16="http://schemas.microsoft.com/office/drawing/2014/main" id="{C89AB52A-EA41-43AF-ACD4-1F3F8899F86D}"/>
              </a:ext>
            </a:extLst>
          </p:cNvPr>
          <p:cNvSpPr txBox="1">
            <a:spLocks noChangeArrowheads="1"/>
          </p:cNvSpPr>
          <p:nvPr/>
        </p:nvSpPr>
        <p:spPr bwMode="auto">
          <a:xfrm>
            <a:off x="5608638" y="3511550"/>
            <a:ext cx="150812" cy="16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A</a:t>
            </a:r>
          </a:p>
        </p:txBody>
      </p:sp>
      <p:sp>
        <p:nvSpPr>
          <p:cNvPr id="95242" name="Text Box 25">
            <a:extLst>
              <a:ext uri="{FF2B5EF4-FFF2-40B4-BE49-F238E27FC236}">
                <a16:creationId xmlns:a16="http://schemas.microsoft.com/office/drawing/2014/main" id="{7B2A3330-F869-44EF-9427-503D5CE7438D}"/>
              </a:ext>
            </a:extLst>
          </p:cNvPr>
          <p:cNvSpPr txBox="1">
            <a:spLocks noChangeArrowheads="1"/>
          </p:cNvSpPr>
          <p:nvPr/>
        </p:nvSpPr>
        <p:spPr bwMode="auto">
          <a:xfrm>
            <a:off x="6394450" y="3524250"/>
            <a:ext cx="150813" cy="16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B</a:t>
            </a:r>
          </a:p>
        </p:txBody>
      </p:sp>
      <p:sp>
        <p:nvSpPr>
          <p:cNvPr id="95243" name="Text Box 26">
            <a:extLst>
              <a:ext uri="{FF2B5EF4-FFF2-40B4-BE49-F238E27FC236}">
                <a16:creationId xmlns:a16="http://schemas.microsoft.com/office/drawing/2014/main" id="{5E4C0E1D-660A-49F7-A87F-793FDA9E252D}"/>
              </a:ext>
            </a:extLst>
          </p:cNvPr>
          <p:cNvSpPr txBox="1">
            <a:spLocks noChangeArrowheads="1"/>
          </p:cNvSpPr>
          <p:nvPr/>
        </p:nvSpPr>
        <p:spPr bwMode="auto">
          <a:xfrm>
            <a:off x="7148513" y="3527425"/>
            <a:ext cx="2159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AB</a:t>
            </a:r>
          </a:p>
        </p:txBody>
      </p:sp>
      <p:sp>
        <p:nvSpPr>
          <p:cNvPr id="95244" name="Text Box 27">
            <a:extLst>
              <a:ext uri="{FF2B5EF4-FFF2-40B4-BE49-F238E27FC236}">
                <a16:creationId xmlns:a16="http://schemas.microsoft.com/office/drawing/2014/main" id="{D26684BA-0CB0-4F50-B531-CA71A3F2AF57}"/>
              </a:ext>
            </a:extLst>
          </p:cNvPr>
          <p:cNvSpPr txBox="1">
            <a:spLocks noChangeArrowheads="1"/>
          </p:cNvSpPr>
          <p:nvPr/>
        </p:nvSpPr>
        <p:spPr bwMode="auto">
          <a:xfrm>
            <a:off x="723900" y="6070600"/>
            <a:ext cx="177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O</a:t>
            </a:r>
          </a:p>
        </p:txBody>
      </p:sp>
      <p:sp>
        <p:nvSpPr>
          <p:cNvPr id="95245" name="Text Box 28">
            <a:extLst>
              <a:ext uri="{FF2B5EF4-FFF2-40B4-BE49-F238E27FC236}">
                <a16:creationId xmlns:a16="http://schemas.microsoft.com/office/drawing/2014/main" id="{D4A5A711-22FC-4599-8905-50AD39347053}"/>
              </a:ext>
            </a:extLst>
          </p:cNvPr>
          <p:cNvSpPr txBox="1">
            <a:spLocks noChangeArrowheads="1"/>
          </p:cNvSpPr>
          <p:nvPr/>
        </p:nvSpPr>
        <p:spPr bwMode="auto">
          <a:xfrm>
            <a:off x="725488" y="3995738"/>
            <a:ext cx="150812" cy="16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A</a:t>
            </a:r>
          </a:p>
        </p:txBody>
      </p:sp>
      <p:sp>
        <p:nvSpPr>
          <p:cNvPr id="95246" name="Text Box 29">
            <a:extLst>
              <a:ext uri="{FF2B5EF4-FFF2-40B4-BE49-F238E27FC236}">
                <a16:creationId xmlns:a16="http://schemas.microsoft.com/office/drawing/2014/main" id="{54F1E898-2D55-4EF6-8C1A-2100AE86CF63}"/>
              </a:ext>
            </a:extLst>
          </p:cNvPr>
          <p:cNvSpPr txBox="1">
            <a:spLocks noChangeArrowheads="1"/>
          </p:cNvSpPr>
          <p:nvPr/>
        </p:nvSpPr>
        <p:spPr bwMode="auto">
          <a:xfrm>
            <a:off x="731838" y="4676775"/>
            <a:ext cx="177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B</a:t>
            </a:r>
          </a:p>
        </p:txBody>
      </p:sp>
      <p:sp>
        <p:nvSpPr>
          <p:cNvPr id="95247" name="Text Box 30">
            <a:extLst>
              <a:ext uri="{FF2B5EF4-FFF2-40B4-BE49-F238E27FC236}">
                <a16:creationId xmlns:a16="http://schemas.microsoft.com/office/drawing/2014/main" id="{935FCED6-D681-42BF-BF02-E0CA9C21817F}"/>
              </a:ext>
            </a:extLst>
          </p:cNvPr>
          <p:cNvSpPr txBox="1">
            <a:spLocks noChangeArrowheads="1"/>
          </p:cNvSpPr>
          <p:nvPr/>
        </p:nvSpPr>
        <p:spPr bwMode="auto">
          <a:xfrm>
            <a:off x="677863" y="5378450"/>
            <a:ext cx="254000"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AB</a:t>
            </a:r>
          </a:p>
        </p:txBody>
      </p:sp>
      <p:sp>
        <p:nvSpPr>
          <p:cNvPr id="95248" name="Text Box 31">
            <a:extLst>
              <a:ext uri="{FF2B5EF4-FFF2-40B4-BE49-F238E27FC236}">
                <a16:creationId xmlns:a16="http://schemas.microsoft.com/office/drawing/2014/main" id="{C1897B6D-7A1D-4B49-B504-058AF74DCD1B}"/>
              </a:ext>
            </a:extLst>
          </p:cNvPr>
          <p:cNvSpPr txBox="1">
            <a:spLocks noChangeArrowheads="1"/>
          </p:cNvSpPr>
          <p:nvPr/>
        </p:nvSpPr>
        <p:spPr bwMode="auto">
          <a:xfrm>
            <a:off x="1563688" y="6069013"/>
            <a:ext cx="177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i="1">
                <a:latin typeface="Arial" panose="020B0604020202020204" pitchFamily="34" charset="0"/>
              </a:rPr>
              <a:t>ii</a:t>
            </a:r>
          </a:p>
        </p:txBody>
      </p:sp>
      <p:sp>
        <p:nvSpPr>
          <p:cNvPr id="95249" name="Text Box 32">
            <a:extLst>
              <a:ext uri="{FF2B5EF4-FFF2-40B4-BE49-F238E27FC236}">
                <a16:creationId xmlns:a16="http://schemas.microsoft.com/office/drawing/2014/main" id="{36269691-6212-442C-8A1B-305193ACDE58}"/>
              </a:ext>
            </a:extLst>
          </p:cNvPr>
          <p:cNvSpPr txBox="1">
            <a:spLocks noChangeArrowheads="1"/>
          </p:cNvSpPr>
          <p:nvPr/>
        </p:nvSpPr>
        <p:spPr bwMode="auto">
          <a:xfrm>
            <a:off x="1500188" y="5372100"/>
            <a:ext cx="342900" cy="19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i="1">
                <a:latin typeface="Times New Roman" panose="02020603050405020304" pitchFamily="18" charset="0"/>
              </a:rPr>
              <a:t>I</a:t>
            </a:r>
            <a:r>
              <a:rPr lang="en-US" altLang="en-US" sz="1200" b="1" i="1" baseline="30000">
                <a:latin typeface="Arial" panose="020B0604020202020204" pitchFamily="34" charset="0"/>
              </a:rPr>
              <a:t>A</a:t>
            </a:r>
            <a:r>
              <a:rPr lang="en-US" altLang="en-US" sz="1100" b="1" i="1">
                <a:latin typeface="Times New Roman" panose="02020603050405020304" pitchFamily="18" charset="0"/>
              </a:rPr>
              <a:t>I</a:t>
            </a:r>
            <a:r>
              <a:rPr lang="en-US" altLang="en-US" sz="1200" b="1" i="1" baseline="30000">
                <a:latin typeface="Arial" panose="020B0604020202020204" pitchFamily="34" charset="0"/>
              </a:rPr>
              <a:t>B</a:t>
            </a:r>
            <a:endParaRPr lang="en-US" altLang="en-US" sz="2000" b="1" i="1">
              <a:latin typeface="Arial" panose="020B0604020202020204" pitchFamily="34" charset="0"/>
            </a:endParaRPr>
          </a:p>
        </p:txBody>
      </p:sp>
      <p:sp>
        <p:nvSpPr>
          <p:cNvPr id="95250" name="Text Box 33">
            <a:extLst>
              <a:ext uri="{FF2B5EF4-FFF2-40B4-BE49-F238E27FC236}">
                <a16:creationId xmlns:a16="http://schemas.microsoft.com/office/drawing/2014/main" id="{4B83BBBF-E875-4E2E-AB2C-F6DEA05546AE}"/>
              </a:ext>
            </a:extLst>
          </p:cNvPr>
          <p:cNvSpPr txBox="1">
            <a:spLocks noChangeArrowheads="1"/>
          </p:cNvSpPr>
          <p:nvPr/>
        </p:nvSpPr>
        <p:spPr bwMode="auto">
          <a:xfrm>
            <a:off x="1484313" y="4495800"/>
            <a:ext cx="2841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110000"/>
              </a:lnSpc>
              <a:spcBef>
                <a:spcPct val="0"/>
              </a:spcBef>
              <a:spcAft>
                <a:spcPct val="0"/>
              </a:spcAft>
              <a:buClrTx/>
              <a:buFontTx/>
              <a:buNone/>
            </a:pPr>
            <a:r>
              <a:rPr lang="en-US" altLang="en-US" sz="1100" b="1" i="1">
                <a:latin typeface="Times New Roman" panose="02020603050405020304" pitchFamily="18" charset="0"/>
              </a:rPr>
              <a:t>I</a:t>
            </a:r>
            <a:r>
              <a:rPr lang="en-US" altLang="en-US" sz="1200" b="1" i="1" baseline="30000">
                <a:latin typeface="Arial" panose="020B0604020202020204" pitchFamily="34" charset="0"/>
              </a:rPr>
              <a:t>B</a:t>
            </a:r>
            <a:r>
              <a:rPr lang="en-US" altLang="en-US" sz="1100" b="1" i="1">
                <a:latin typeface="Times New Roman" panose="02020603050405020304" pitchFamily="18" charset="0"/>
              </a:rPr>
              <a:t>I</a:t>
            </a:r>
            <a:r>
              <a:rPr lang="en-US" altLang="en-US" sz="1200" b="1" i="1" baseline="30000">
                <a:latin typeface="Arial" panose="020B0604020202020204" pitchFamily="34" charset="0"/>
              </a:rPr>
              <a:t>B</a:t>
            </a:r>
            <a:endParaRPr lang="en-US" altLang="en-US" sz="1100" b="1" i="1" baseline="30000">
              <a:latin typeface="Arial" panose="020B0604020202020204" pitchFamily="34" charset="0"/>
            </a:endParaRPr>
          </a:p>
          <a:p>
            <a:pPr algn="ctr">
              <a:spcBef>
                <a:spcPct val="0"/>
              </a:spcBef>
              <a:spcAft>
                <a:spcPct val="0"/>
              </a:spcAft>
              <a:buClrTx/>
              <a:buFontTx/>
              <a:buNone/>
            </a:pPr>
            <a:r>
              <a:rPr lang="en-US" altLang="en-US" sz="1100" b="1">
                <a:latin typeface="Arial" panose="020B0604020202020204" pitchFamily="34" charset="0"/>
              </a:rPr>
              <a:t>or</a:t>
            </a:r>
            <a:endParaRPr lang="en-US" altLang="en-US" sz="1100" b="1" i="1">
              <a:latin typeface="Arial" panose="020B0604020202020204" pitchFamily="34" charset="0"/>
            </a:endParaRPr>
          </a:p>
          <a:p>
            <a:pPr algn="ctr">
              <a:lnSpc>
                <a:spcPct val="140000"/>
              </a:lnSpc>
              <a:spcBef>
                <a:spcPct val="0"/>
              </a:spcBef>
              <a:spcAft>
                <a:spcPct val="0"/>
              </a:spcAft>
              <a:buClrTx/>
              <a:buFontTx/>
              <a:buNone/>
            </a:pPr>
            <a:r>
              <a:rPr lang="en-US" altLang="en-US" sz="1100" b="1" i="1">
                <a:latin typeface="Times New Roman" panose="02020603050405020304" pitchFamily="18" charset="0"/>
              </a:rPr>
              <a:t>I</a:t>
            </a:r>
            <a:r>
              <a:rPr lang="en-US" altLang="en-US" sz="1200" b="1" i="1" baseline="30000">
                <a:latin typeface="Arial" panose="020B0604020202020204" pitchFamily="34" charset="0"/>
              </a:rPr>
              <a:t>B</a:t>
            </a:r>
            <a:r>
              <a:rPr lang="en-US" altLang="en-US" sz="1100" b="1" i="1">
                <a:latin typeface="Arial" panose="020B0604020202020204" pitchFamily="34" charset="0"/>
              </a:rPr>
              <a:t>i </a:t>
            </a:r>
          </a:p>
        </p:txBody>
      </p:sp>
      <p:sp>
        <p:nvSpPr>
          <p:cNvPr id="95251" name="Text Box 34">
            <a:extLst>
              <a:ext uri="{FF2B5EF4-FFF2-40B4-BE49-F238E27FC236}">
                <a16:creationId xmlns:a16="http://schemas.microsoft.com/office/drawing/2014/main" id="{2E54DF2E-C158-4AC8-A7D4-C781488847DC}"/>
              </a:ext>
            </a:extLst>
          </p:cNvPr>
          <p:cNvSpPr txBox="1">
            <a:spLocks noChangeArrowheads="1"/>
          </p:cNvSpPr>
          <p:nvPr/>
        </p:nvSpPr>
        <p:spPr bwMode="auto">
          <a:xfrm>
            <a:off x="1471613" y="3819525"/>
            <a:ext cx="3127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spcBef>
                <a:spcPct val="0"/>
              </a:spcBef>
              <a:spcAft>
                <a:spcPct val="0"/>
              </a:spcAft>
              <a:buClrTx/>
              <a:buFontTx/>
              <a:buNone/>
            </a:pPr>
            <a:r>
              <a:rPr lang="en-US" altLang="en-US" sz="1100" b="1" i="1">
                <a:latin typeface="Times New Roman" panose="02020603050405020304" pitchFamily="18" charset="0"/>
              </a:rPr>
              <a:t>I</a:t>
            </a:r>
            <a:r>
              <a:rPr lang="en-US" altLang="en-US" sz="1200" b="1" i="1" baseline="30000">
                <a:latin typeface="Arial" panose="020B0604020202020204" pitchFamily="34" charset="0"/>
              </a:rPr>
              <a:t>A</a:t>
            </a:r>
            <a:r>
              <a:rPr lang="en-US" altLang="en-US" sz="1100" b="1" i="1">
                <a:latin typeface="Times New Roman" panose="02020603050405020304" pitchFamily="18" charset="0"/>
              </a:rPr>
              <a:t>I</a:t>
            </a:r>
            <a:r>
              <a:rPr lang="en-US" altLang="en-US" sz="1200" b="1" i="1" baseline="30000">
                <a:latin typeface="Arial" panose="020B0604020202020204" pitchFamily="34" charset="0"/>
              </a:rPr>
              <a:t>A</a:t>
            </a:r>
            <a:endParaRPr lang="en-US" altLang="en-US" sz="1100" b="1" i="1" baseline="30000">
              <a:latin typeface="Arial" panose="020B0604020202020204" pitchFamily="34" charset="0"/>
            </a:endParaRPr>
          </a:p>
          <a:p>
            <a:pPr algn="ctr">
              <a:spcBef>
                <a:spcPct val="0"/>
              </a:spcBef>
              <a:spcAft>
                <a:spcPct val="0"/>
              </a:spcAft>
              <a:buClrTx/>
              <a:buFontTx/>
              <a:buNone/>
            </a:pPr>
            <a:r>
              <a:rPr lang="en-US" altLang="en-US" sz="1100" b="1">
                <a:latin typeface="Arial" panose="020B0604020202020204" pitchFamily="34" charset="0"/>
              </a:rPr>
              <a:t>or</a:t>
            </a:r>
            <a:endParaRPr lang="en-US" altLang="en-US" sz="1100" b="1" i="1">
              <a:latin typeface="Arial" panose="020B0604020202020204" pitchFamily="34" charset="0"/>
            </a:endParaRPr>
          </a:p>
          <a:p>
            <a:pPr algn="ctr">
              <a:spcBef>
                <a:spcPct val="0"/>
              </a:spcBef>
              <a:spcAft>
                <a:spcPct val="0"/>
              </a:spcAft>
              <a:buClrTx/>
              <a:buFontTx/>
              <a:buNone/>
            </a:pPr>
            <a:r>
              <a:rPr lang="en-US" altLang="en-US" sz="1100" b="1" i="1">
                <a:latin typeface="Arial" panose="020B0604020202020204" pitchFamily="34" charset="0"/>
              </a:rPr>
              <a:t> </a:t>
            </a:r>
            <a:r>
              <a:rPr lang="en-US" altLang="en-US" sz="1100" b="1" i="1">
                <a:latin typeface="Times New Roman" panose="02020603050405020304" pitchFamily="18" charset="0"/>
              </a:rPr>
              <a:t>I</a:t>
            </a:r>
            <a:r>
              <a:rPr lang="en-US" altLang="en-US" sz="1200" b="1" i="1" baseline="30000">
                <a:latin typeface="Arial" panose="020B0604020202020204" pitchFamily="34" charset="0"/>
              </a:rPr>
              <a:t>A</a:t>
            </a:r>
            <a:r>
              <a:rPr lang="en-US" altLang="en-US" sz="1100" b="1" i="1">
                <a:latin typeface="Arial" panose="020B0604020202020204" pitchFamily="34" charset="0"/>
              </a:rPr>
              <a:t>i </a:t>
            </a:r>
          </a:p>
        </p:txBody>
      </p:sp>
      <p:sp>
        <p:nvSpPr>
          <p:cNvPr id="95252" name="Text Box 35">
            <a:extLst>
              <a:ext uri="{FF2B5EF4-FFF2-40B4-BE49-F238E27FC236}">
                <a16:creationId xmlns:a16="http://schemas.microsoft.com/office/drawing/2014/main" id="{BAC27A2F-A7A4-4FF9-A9B0-D9E3CDADD664}"/>
              </a:ext>
            </a:extLst>
          </p:cNvPr>
          <p:cNvSpPr txBox="1">
            <a:spLocks noChangeArrowheads="1"/>
          </p:cNvSpPr>
          <p:nvPr/>
        </p:nvSpPr>
        <p:spPr bwMode="auto">
          <a:xfrm>
            <a:off x="2546350" y="3730625"/>
            <a:ext cx="94773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spcBef>
                <a:spcPct val="0"/>
              </a:spcBef>
              <a:spcAft>
                <a:spcPct val="0"/>
              </a:spcAft>
              <a:buClrTx/>
              <a:buFontTx/>
              <a:buNone/>
            </a:pPr>
            <a:r>
              <a:rPr lang="en-US" altLang="en-US" sz="1100" b="1">
                <a:latin typeface="Arial" panose="020B0604020202020204" pitchFamily="34" charset="0"/>
              </a:rPr>
              <a:t>Carbohydrate</a:t>
            </a:r>
            <a:br>
              <a:rPr lang="en-US" altLang="en-US" sz="1100" b="1">
                <a:latin typeface="Arial" panose="020B0604020202020204" pitchFamily="34" charset="0"/>
              </a:rPr>
            </a:br>
            <a:r>
              <a:rPr lang="en-US" altLang="en-US" sz="1100" b="1">
                <a:latin typeface="Arial" panose="020B0604020202020204" pitchFamily="34" charset="0"/>
              </a:rPr>
              <a:t>A</a:t>
            </a:r>
          </a:p>
        </p:txBody>
      </p:sp>
      <p:sp>
        <p:nvSpPr>
          <p:cNvPr id="95253" name="Text Box 36">
            <a:extLst>
              <a:ext uri="{FF2B5EF4-FFF2-40B4-BE49-F238E27FC236}">
                <a16:creationId xmlns:a16="http://schemas.microsoft.com/office/drawing/2014/main" id="{40B6C476-ABEF-4F73-ADDD-030757DA504B}"/>
              </a:ext>
            </a:extLst>
          </p:cNvPr>
          <p:cNvSpPr txBox="1">
            <a:spLocks noChangeArrowheads="1"/>
          </p:cNvSpPr>
          <p:nvPr/>
        </p:nvSpPr>
        <p:spPr bwMode="auto">
          <a:xfrm>
            <a:off x="2513013" y="4422775"/>
            <a:ext cx="1062037"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spcBef>
                <a:spcPct val="0"/>
              </a:spcBef>
              <a:spcAft>
                <a:spcPct val="0"/>
              </a:spcAft>
              <a:buClrTx/>
              <a:buFontTx/>
              <a:buNone/>
            </a:pPr>
            <a:r>
              <a:rPr lang="en-US" altLang="en-US" sz="1100" b="1">
                <a:latin typeface="Arial" panose="020B0604020202020204" pitchFamily="34" charset="0"/>
              </a:rPr>
              <a:t>Carbohydrate</a:t>
            </a:r>
            <a:br>
              <a:rPr lang="en-US" altLang="en-US" sz="1100" b="1">
                <a:latin typeface="Arial" panose="020B0604020202020204" pitchFamily="34" charset="0"/>
              </a:rPr>
            </a:br>
            <a:r>
              <a:rPr lang="en-US" altLang="en-US" sz="1100" b="1">
                <a:latin typeface="Arial" panose="020B0604020202020204" pitchFamily="34" charset="0"/>
              </a:rPr>
              <a:t>B</a:t>
            </a:r>
          </a:p>
        </p:txBody>
      </p:sp>
      <p:sp>
        <p:nvSpPr>
          <p:cNvPr id="95254" name="Text Box 37">
            <a:extLst>
              <a:ext uri="{FF2B5EF4-FFF2-40B4-BE49-F238E27FC236}">
                <a16:creationId xmlns:a16="http://schemas.microsoft.com/office/drawing/2014/main" id="{DC5B7F79-2D54-4D66-BCAE-010D1AE0F7ED}"/>
              </a:ext>
            </a:extLst>
          </p:cNvPr>
          <p:cNvSpPr txBox="1">
            <a:spLocks noChangeArrowheads="1"/>
          </p:cNvSpPr>
          <p:nvPr/>
        </p:nvSpPr>
        <p:spPr bwMode="auto">
          <a:xfrm>
            <a:off x="3738563" y="4689475"/>
            <a:ext cx="474662"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Anti-A</a:t>
            </a:r>
          </a:p>
        </p:txBody>
      </p:sp>
      <p:sp>
        <p:nvSpPr>
          <p:cNvPr id="95255" name="Text Box 38">
            <a:extLst>
              <a:ext uri="{FF2B5EF4-FFF2-40B4-BE49-F238E27FC236}">
                <a16:creationId xmlns:a16="http://schemas.microsoft.com/office/drawing/2014/main" id="{CC38EA01-BD3A-4EA8-8DC2-A3D4928696D9}"/>
              </a:ext>
            </a:extLst>
          </p:cNvPr>
          <p:cNvSpPr txBox="1">
            <a:spLocks noChangeArrowheads="1"/>
          </p:cNvSpPr>
          <p:nvPr/>
        </p:nvSpPr>
        <p:spPr bwMode="auto">
          <a:xfrm>
            <a:off x="3736975" y="3978275"/>
            <a:ext cx="474663"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Anti-B</a:t>
            </a:r>
          </a:p>
        </p:txBody>
      </p:sp>
      <p:sp>
        <p:nvSpPr>
          <p:cNvPr id="95256" name="Text Box 39">
            <a:extLst>
              <a:ext uri="{FF2B5EF4-FFF2-40B4-BE49-F238E27FC236}">
                <a16:creationId xmlns:a16="http://schemas.microsoft.com/office/drawing/2014/main" id="{DE409EAD-17CB-4525-9162-9BE8B01537F0}"/>
              </a:ext>
            </a:extLst>
          </p:cNvPr>
          <p:cNvSpPr txBox="1">
            <a:spLocks noChangeArrowheads="1"/>
          </p:cNvSpPr>
          <p:nvPr/>
        </p:nvSpPr>
        <p:spPr bwMode="auto">
          <a:xfrm>
            <a:off x="3741738" y="6005513"/>
            <a:ext cx="5508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Anti-A</a:t>
            </a:r>
          </a:p>
          <a:p>
            <a:pPr>
              <a:spcBef>
                <a:spcPct val="0"/>
              </a:spcBef>
              <a:spcAft>
                <a:spcPct val="0"/>
              </a:spcAft>
              <a:buClrTx/>
              <a:buFontTx/>
              <a:buNone/>
            </a:pPr>
            <a:r>
              <a:rPr lang="en-US" altLang="en-US" sz="1100" b="1">
                <a:latin typeface="Arial" panose="020B0604020202020204" pitchFamily="34" charset="0"/>
              </a:rPr>
              <a:t>Anti-B</a:t>
            </a:r>
          </a:p>
        </p:txBody>
      </p:sp>
      <p:sp>
        <p:nvSpPr>
          <p:cNvPr id="95257" name="Text Box 41">
            <a:extLst>
              <a:ext uri="{FF2B5EF4-FFF2-40B4-BE49-F238E27FC236}">
                <a16:creationId xmlns:a16="http://schemas.microsoft.com/office/drawing/2014/main" id="{74DA087A-E2E5-42C9-A96A-691596F4315A}"/>
              </a:ext>
            </a:extLst>
          </p:cNvPr>
          <p:cNvSpPr txBox="1">
            <a:spLocks noChangeArrowheads="1"/>
          </p:cNvSpPr>
          <p:nvPr/>
        </p:nvSpPr>
        <p:spPr bwMode="auto">
          <a:xfrm>
            <a:off x="3838575" y="5346700"/>
            <a:ext cx="2714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100" b="1">
                <a:latin typeface="Arial" panose="020B0604020202020204" pitchFamily="34" charset="0"/>
              </a:rPr>
              <a:t> —</a:t>
            </a:r>
          </a:p>
        </p:txBody>
      </p:sp>
      <p:sp>
        <p:nvSpPr>
          <p:cNvPr id="95258" name="Line 45">
            <a:extLst>
              <a:ext uri="{FF2B5EF4-FFF2-40B4-BE49-F238E27FC236}">
                <a16:creationId xmlns:a16="http://schemas.microsoft.com/office/drawing/2014/main" id="{B0D2B017-ACF6-46E4-8448-E8135076CA24}"/>
              </a:ext>
            </a:extLst>
          </p:cNvPr>
          <p:cNvSpPr>
            <a:spLocks noChangeShapeType="1"/>
          </p:cNvSpPr>
          <p:nvPr/>
        </p:nvSpPr>
        <p:spPr bwMode="auto">
          <a:xfrm flipH="1">
            <a:off x="2362200" y="3822700"/>
            <a:ext cx="165100" cy="127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5259" name="Line 46">
            <a:extLst>
              <a:ext uri="{FF2B5EF4-FFF2-40B4-BE49-F238E27FC236}">
                <a16:creationId xmlns:a16="http://schemas.microsoft.com/office/drawing/2014/main" id="{F2A76E6E-ABF4-498D-AD45-F2C698494408}"/>
              </a:ext>
            </a:extLst>
          </p:cNvPr>
          <p:cNvSpPr>
            <a:spLocks noChangeShapeType="1"/>
          </p:cNvSpPr>
          <p:nvPr/>
        </p:nvSpPr>
        <p:spPr bwMode="auto">
          <a:xfrm flipH="1">
            <a:off x="2362200" y="4521200"/>
            <a:ext cx="177800" cy="25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5260" name="Rectangle 2">
            <a:extLst>
              <a:ext uri="{FF2B5EF4-FFF2-40B4-BE49-F238E27FC236}">
                <a16:creationId xmlns:a16="http://schemas.microsoft.com/office/drawing/2014/main" id="{52D20FB8-3B25-4A2D-9DEF-EE332517ED23}"/>
              </a:ext>
            </a:extLst>
          </p:cNvPr>
          <p:cNvSpPr>
            <a:spLocks noChangeArrowheads="1"/>
          </p:cNvSpPr>
          <p:nvPr/>
        </p:nvSpPr>
        <p:spPr bwMode="auto">
          <a:xfrm>
            <a:off x="373063" y="319088"/>
            <a:ext cx="48847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r>
              <a:rPr lang="en-US" altLang="en-US" sz="3600" b="1">
                <a:solidFill>
                  <a:srgbClr val="FF0000"/>
                </a:solidFill>
                <a:latin typeface="Cambria" panose="02040503050406030204" pitchFamily="18" charset="0"/>
              </a:rPr>
              <a:t>Multiple Alleles for the ABO Blood Groups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a:extLst>
              <a:ext uri="{FF2B5EF4-FFF2-40B4-BE49-F238E27FC236}">
                <a16:creationId xmlns:a16="http://schemas.microsoft.com/office/drawing/2014/main" id="{6DD74B9A-B0A2-4AB8-9B2D-2EFFCA6BBF88}"/>
              </a:ext>
            </a:extLst>
          </p:cNvPr>
          <p:cNvSpPr>
            <a:spLocks noGrp="1" noChangeArrowheads="1"/>
          </p:cNvSpPr>
          <p:nvPr>
            <p:ph type="body" idx="4294967295"/>
          </p:nvPr>
        </p:nvSpPr>
        <p:spPr>
          <a:xfrm>
            <a:off x="449263" y="1565275"/>
            <a:ext cx="8389937" cy="2343150"/>
          </a:xfrm>
        </p:spPr>
        <p:txBody>
          <a:bodyPr/>
          <a:lstStyle/>
          <a:p>
            <a:pPr marL="446088" lvl="1" eaLnBrk="1" hangingPunct="1"/>
            <a:r>
              <a:rPr lang="en-US" altLang="en-US" b="1" dirty="0">
                <a:latin typeface="Cambria" panose="02040503050406030204" pitchFamily="18" charset="0"/>
              </a:rPr>
              <a:t>Each red blood cell contains approximately 250 million molecules of </a:t>
            </a:r>
            <a:r>
              <a:rPr lang="en-US" altLang="en-US" b="1" dirty="0">
                <a:solidFill>
                  <a:srgbClr val="FF0000"/>
                </a:solidFill>
                <a:latin typeface="Cambria" panose="02040503050406030204" pitchFamily="18" charset="0"/>
              </a:rPr>
              <a:t>hemoglobin</a:t>
            </a:r>
            <a:r>
              <a:rPr lang="en-US" altLang="en-US" b="1" dirty="0">
                <a:latin typeface="Cambria" panose="02040503050406030204" pitchFamily="18" charset="0"/>
              </a:rPr>
              <a:t>, which</a:t>
            </a:r>
          </a:p>
          <a:p>
            <a:pPr marL="1054100" lvl="2" indent="-355600" eaLnBrk="1" hangingPunct="1"/>
            <a:r>
              <a:rPr lang="en-US" altLang="en-US" b="1" dirty="0">
                <a:latin typeface="Cambria" panose="02040503050406030204" pitchFamily="18" charset="0"/>
              </a:rPr>
              <a:t>contains iron</a:t>
            </a:r>
          </a:p>
          <a:p>
            <a:pPr marL="1054100" lvl="2" indent="-355600" eaLnBrk="1" hangingPunct="1"/>
            <a:r>
              <a:rPr lang="en-US" altLang="en-US" b="1" dirty="0">
                <a:latin typeface="Cambria" panose="02040503050406030204" pitchFamily="18" charset="0"/>
              </a:rPr>
              <a:t>transports oxygen throughout the body</a:t>
            </a:r>
          </a:p>
        </p:txBody>
      </p:sp>
      <p:sp>
        <p:nvSpPr>
          <p:cNvPr id="97283" name="Rectangle 2">
            <a:extLst>
              <a:ext uri="{FF2B5EF4-FFF2-40B4-BE49-F238E27FC236}">
                <a16:creationId xmlns:a16="http://schemas.microsoft.com/office/drawing/2014/main" id="{DA1DB9B5-B69F-4922-948B-32999ABAB3A6}"/>
              </a:ext>
            </a:extLst>
          </p:cNvPr>
          <p:cNvSpPr>
            <a:spLocks noChangeArrowheads="1"/>
          </p:cNvSpPr>
          <p:nvPr/>
        </p:nvSpPr>
        <p:spPr bwMode="auto">
          <a:xfrm>
            <a:off x="449263" y="496888"/>
            <a:ext cx="85344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3200" b="1">
                <a:solidFill>
                  <a:srgbClr val="FF0000"/>
                </a:solidFill>
                <a:latin typeface="Cambria" panose="02040503050406030204" pitchFamily="18" charset="0"/>
              </a:rPr>
              <a:t>Red Blood Cells and Oxygen Transport</a:t>
            </a:r>
          </a:p>
        </p:txBody>
      </p:sp>
      <p:sp>
        <p:nvSpPr>
          <p:cNvPr id="97284" name="Line 6">
            <a:extLst>
              <a:ext uri="{FF2B5EF4-FFF2-40B4-BE49-F238E27FC236}">
                <a16:creationId xmlns:a16="http://schemas.microsoft.com/office/drawing/2014/main" id="{71ACEC7F-3EE9-4738-A337-935415815B0E}"/>
              </a:ext>
            </a:extLst>
          </p:cNvPr>
          <p:cNvSpPr>
            <a:spLocks noChangeShapeType="1"/>
          </p:cNvSpPr>
          <p:nvPr/>
        </p:nvSpPr>
        <p:spPr bwMode="auto">
          <a:xfrm>
            <a:off x="304800" y="120808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44853D08-9BC8-4586-8E31-E1855E7F065B}"/>
              </a:ext>
            </a:extLst>
          </p:cNvPr>
          <p:cNvSpPr>
            <a:spLocks noGrp="1" noChangeArrowheads="1"/>
          </p:cNvSpPr>
          <p:nvPr>
            <p:ph type="title" idx="4294967295"/>
          </p:nvPr>
        </p:nvSpPr>
        <p:spPr>
          <a:xfrm>
            <a:off x="304800" y="508000"/>
            <a:ext cx="8534400" cy="485775"/>
          </a:xfrm>
        </p:spPr>
        <p:txBody>
          <a:bodyPr/>
          <a:lstStyle/>
          <a:p>
            <a:pPr eaLnBrk="1" hangingPunct="1">
              <a:lnSpc>
                <a:spcPct val="80000"/>
              </a:lnSpc>
            </a:pPr>
            <a:r>
              <a:rPr lang="en-US" altLang="en-US">
                <a:solidFill>
                  <a:srgbClr val="FF0000"/>
                </a:solidFill>
                <a:latin typeface="Cambria" panose="02040503050406030204" pitchFamily="18" charset="0"/>
              </a:rPr>
              <a:t>Red Blood Cells and Oxygen Transport</a:t>
            </a:r>
          </a:p>
        </p:txBody>
      </p:sp>
      <p:sp>
        <p:nvSpPr>
          <p:cNvPr id="99331" name="Rectangle 2">
            <a:extLst>
              <a:ext uri="{FF2B5EF4-FFF2-40B4-BE49-F238E27FC236}">
                <a16:creationId xmlns:a16="http://schemas.microsoft.com/office/drawing/2014/main" id="{38C7B4D4-A808-4B46-AD3D-D6CA9701318F}"/>
              </a:ext>
            </a:extLst>
          </p:cNvPr>
          <p:cNvSpPr>
            <a:spLocks noChangeArrowheads="1"/>
          </p:cNvSpPr>
          <p:nvPr/>
        </p:nvSpPr>
        <p:spPr bwMode="auto">
          <a:xfrm>
            <a:off x="419100" y="1490663"/>
            <a:ext cx="8458200" cy="31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446088" indent="-331788">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066800" indent="-3683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lvl="1" eaLnBrk="1" hangingPunct="1"/>
            <a:r>
              <a:rPr lang="en-US" altLang="en-US" b="1" dirty="0">
                <a:solidFill>
                  <a:srgbClr val="FF0000"/>
                </a:solidFill>
                <a:latin typeface="Cambria" panose="02040503050406030204" pitchFamily="18" charset="0"/>
              </a:rPr>
              <a:t>Anemia </a:t>
            </a:r>
            <a:r>
              <a:rPr lang="zh-CN" altLang="en-US" b="1" dirty="0">
                <a:solidFill>
                  <a:srgbClr val="FF0000"/>
                </a:solidFill>
                <a:latin typeface="KaiTi" panose="02010609060101010101" pitchFamily="49" charset="-122"/>
                <a:ea typeface="KaiTi" panose="02010609060101010101" pitchFamily="49" charset="-122"/>
              </a:rPr>
              <a:t>（贫血）</a:t>
            </a:r>
            <a:r>
              <a:rPr lang="en-US" altLang="en-US" b="1" dirty="0">
                <a:latin typeface="Cambria" panose="02040503050406030204" pitchFamily="18" charset="0"/>
              </a:rPr>
              <a:t> may result from</a:t>
            </a:r>
          </a:p>
          <a:p>
            <a:pPr lvl="2" eaLnBrk="1" hangingPunct="1"/>
            <a:r>
              <a:rPr lang="en-US" altLang="en-US" b="1" dirty="0">
                <a:latin typeface="Cambria" panose="02040503050406030204" pitchFamily="18" charset="0"/>
              </a:rPr>
              <a:t>an abnormally low amount of hemoglobin or </a:t>
            </a:r>
          </a:p>
          <a:p>
            <a:pPr lvl="2" eaLnBrk="1" hangingPunct="1"/>
            <a:r>
              <a:rPr lang="en-US" altLang="en-US" b="1" dirty="0">
                <a:latin typeface="Cambria" panose="02040503050406030204" pitchFamily="18" charset="0"/>
              </a:rPr>
              <a:t>a low number of red blood cells</a:t>
            </a:r>
          </a:p>
          <a:p>
            <a:pPr lvl="1" eaLnBrk="1" hangingPunct="1"/>
            <a:r>
              <a:rPr lang="en-US" altLang="en-US" b="1" dirty="0">
                <a:latin typeface="Cambria" panose="02040503050406030204" pitchFamily="18" charset="0"/>
              </a:rPr>
              <a:t>The hormone </a:t>
            </a:r>
            <a:r>
              <a:rPr lang="en-US" altLang="en-US" sz="3600" b="1" dirty="0">
                <a:solidFill>
                  <a:srgbClr val="FF0000"/>
                </a:solidFill>
                <a:latin typeface="Cambria" panose="02040503050406030204" pitchFamily="18" charset="0"/>
              </a:rPr>
              <a:t>erythropoietin (EPO)</a:t>
            </a:r>
            <a:r>
              <a:rPr lang="en-US" altLang="en-US" sz="3600" b="1" dirty="0">
                <a:latin typeface="Cambria" panose="02040503050406030204" pitchFamily="18" charset="0"/>
              </a:rPr>
              <a:t> </a:t>
            </a:r>
            <a:r>
              <a:rPr lang="en-US" altLang="en-US" b="1" dirty="0">
                <a:latin typeface="Cambria" panose="02040503050406030204" pitchFamily="18" charset="0"/>
              </a:rPr>
              <a:t>boosts production of red blood cells. </a:t>
            </a:r>
          </a:p>
        </p:txBody>
      </p:sp>
      <p:sp>
        <p:nvSpPr>
          <p:cNvPr id="99332" name="Line 6">
            <a:extLst>
              <a:ext uri="{FF2B5EF4-FFF2-40B4-BE49-F238E27FC236}">
                <a16:creationId xmlns:a16="http://schemas.microsoft.com/office/drawing/2014/main" id="{C5444AA3-2B40-4FBC-BF79-5FC3DB171383}"/>
              </a:ext>
            </a:extLst>
          </p:cNvPr>
          <p:cNvSpPr>
            <a:spLocks noChangeShapeType="1"/>
          </p:cNvSpPr>
          <p:nvPr/>
        </p:nvSpPr>
        <p:spPr bwMode="auto">
          <a:xfrm>
            <a:off x="304800" y="123983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14907F59-9BF1-4B46-B751-D1AE751381D5}"/>
              </a:ext>
            </a:extLst>
          </p:cNvPr>
          <p:cNvSpPr>
            <a:spLocks noGrp="1" noChangeArrowheads="1"/>
          </p:cNvSpPr>
          <p:nvPr>
            <p:ph type="title" idx="4294967295"/>
          </p:nvPr>
        </p:nvSpPr>
        <p:spPr>
          <a:xfrm>
            <a:off x="419100" y="546100"/>
            <a:ext cx="8420100" cy="584200"/>
          </a:xfrm>
        </p:spPr>
        <p:txBody>
          <a:bodyPr/>
          <a:lstStyle/>
          <a:p>
            <a:pPr eaLnBrk="1" hangingPunct="1">
              <a:lnSpc>
                <a:spcPct val="80000"/>
              </a:lnSpc>
            </a:pPr>
            <a:r>
              <a:rPr lang="en-US" altLang="en-US" sz="4000">
                <a:solidFill>
                  <a:srgbClr val="FF0000"/>
                </a:solidFill>
                <a:latin typeface="Cambria" panose="02040503050406030204" pitchFamily="18" charset="0"/>
              </a:rPr>
              <a:t>White Blood Cells and Defense</a:t>
            </a:r>
          </a:p>
        </p:txBody>
      </p:sp>
      <p:sp>
        <p:nvSpPr>
          <p:cNvPr id="109571" name="Rectangle 3">
            <a:extLst>
              <a:ext uri="{FF2B5EF4-FFF2-40B4-BE49-F238E27FC236}">
                <a16:creationId xmlns:a16="http://schemas.microsoft.com/office/drawing/2014/main" id="{14DAAAFE-45D3-4D1B-A6AD-D7C147C93B68}"/>
              </a:ext>
            </a:extLst>
          </p:cNvPr>
          <p:cNvSpPr>
            <a:spLocks noGrp="1" noChangeArrowheads="1"/>
          </p:cNvSpPr>
          <p:nvPr>
            <p:ph type="body" idx="4294967295"/>
          </p:nvPr>
        </p:nvSpPr>
        <p:spPr>
          <a:xfrm>
            <a:off x="368300" y="1700213"/>
            <a:ext cx="8255000" cy="3268662"/>
          </a:xfrm>
        </p:spPr>
        <p:txBody>
          <a:bodyPr/>
          <a:lstStyle/>
          <a:p>
            <a:pPr marL="446088" lvl="1" eaLnBrk="1" hangingPunct="1"/>
            <a:r>
              <a:rPr lang="en-US" altLang="en-US" sz="2400" b="1" dirty="0">
                <a:latin typeface="Cambria" panose="02040503050406030204" pitchFamily="18" charset="0"/>
              </a:rPr>
              <a:t>White blood cells (leukocytes)</a:t>
            </a:r>
          </a:p>
          <a:p>
            <a:pPr marL="1066800" lvl="2" indent="-355600" eaLnBrk="1" hangingPunct="1"/>
            <a:r>
              <a:rPr lang="en-US" altLang="en-US" sz="2400" b="1" dirty="0">
                <a:latin typeface="Cambria" panose="02040503050406030204" pitchFamily="18" charset="0"/>
              </a:rPr>
              <a:t>fight infections</a:t>
            </a:r>
          </a:p>
          <a:p>
            <a:pPr marL="1066800" lvl="2" indent="-355600" eaLnBrk="1" hangingPunct="1"/>
            <a:r>
              <a:rPr lang="en-US" altLang="en-US" sz="2400" b="1" dirty="0">
                <a:latin typeface="Cambria" panose="02040503050406030204" pitchFamily="18" charset="0"/>
              </a:rPr>
              <a:t>larger than red blood cells</a:t>
            </a:r>
          </a:p>
          <a:p>
            <a:pPr marL="1066800" lvl="2" indent="-355600" eaLnBrk="1" hangingPunct="1"/>
            <a:r>
              <a:rPr lang="en-US" altLang="en-US" sz="2400" b="1" dirty="0">
                <a:latin typeface="Cambria" panose="02040503050406030204" pitchFamily="18" charset="0"/>
              </a:rPr>
              <a:t>lack hemoglobin </a:t>
            </a:r>
          </a:p>
          <a:p>
            <a:pPr marL="1066800" lvl="2" indent="-355600" eaLnBrk="1" hangingPunct="1"/>
            <a:r>
              <a:rPr lang="en-US" altLang="en-US" sz="2400" b="1" dirty="0">
                <a:latin typeface="Cambria" panose="02040503050406030204" pitchFamily="18" charset="0"/>
              </a:rPr>
              <a:t>are much less abundant than red blood cells (about 700 times fewer).</a:t>
            </a:r>
          </a:p>
        </p:txBody>
      </p:sp>
      <p:sp>
        <p:nvSpPr>
          <p:cNvPr id="109572" name="Line 6">
            <a:extLst>
              <a:ext uri="{FF2B5EF4-FFF2-40B4-BE49-F238E27FC236}">
                <a16:creationId xmlns:a16="http://schemas.microsoft.com/office/drawing/2014/main" id="{86868BD7-7C71-4900-A74C-5088CC0A5EA4}"/>
              </a:ext>
            </a:extLst>
          </p:cNvPr>
          <p:cNvSpPr>
            <a:spLocks noChangeShapeType="1"/>
          </p:cNvSpPr>
          <p:nvPr/>
        </p:nvSpPr>
        <p:spPr bwMode="auto">
          <a:xfrm>
            <a:off x="304800" y="132715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573" name="Rectangle 1">
            <a:extLst>
              <a:ext uri="{FF2B5EF4-FFF2-40B4-BE49-F238E27FC236}">
                <a16:creationId xmlns:a16="http://schemas.microsoft.com/office/drawing/2014/main" id="{4459C922-F2B6-479B-9225-3B7C9EAE29FD}"/>
              </a:ext>
            </a:extLst>
          </p:cNvPr>
          <p:cNvSpPr>
            <a:spLocks noChangeArrowheads="1"/>
          </p:cNvSpPr>
          <p:nvPr/>
        </p:nvSpPr>
        <p:spPr bwMode="auto">
          <a:xfrm>
            <a:off x="712788" y="5413375"/>
            <a:ext cx="3441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CA" altLang="en-US" b="1">
                <a:solidFill>
                  <a:srgbClr val="C39150"/>
                </a:solidFill>
                <a:latin typeface="Times New Roman" panose="02020603050405020304" pitchFamily="18" charset="0"/>
                <a:cs typeface="Times New Roman" panose="02020603050405020304" pitchFamily="18" charset="0"/>
              </a:rPr>
              <a:t>leuk</a:t>
            </a:r>
            <a:r>
              <a:rPr lang="en-US" altLang="en-US">
                <a:solidFill>
                  <a:srgbClr val="C39150"/>
                </a:solidFill>
                <a:latin typeface="Times New Roman" panose="02020603050405020304" pitchFamily="18" charset="0"/>
                <a:cs typeface="Times New Roman" panose="02020603050405020304" pitchFamily="18" charset="0"/>
              </a:rPr>
              <a:t> = white; </a:t>
            </a:r>
            <a:r>
              <a:rPr lang="en-US" altLang="en-US" b="1">
                <a:solidFill>
                  <a:srgbClr val="C39150"/>
                </a:solidFill>
                <a:latin typeface="Times New Roman" panose="02020603050405020304" pitchFamily="18" charset="0"/>
                <a:cs typeface="Times New Roman" panose="02020603050405020304" pitchFamily="18" charset="0"/>
              </a:rPr>
              <a:t>cytes</a:t>
            </a:r>
            <a:r>
              <a:rPr lang="en-US" altLang="en-US">
                <a:solidFill>
                  <a:srgbClr val="C39150"/>
                </a:solidFill>
                <a:latin typeface="Times New Roman" panose="02020603050405020304" pitchFamily="18" charset="0"/>
                <a:cs typeface="Times New Roman" panose="02020603050405020304" pitchFamily="18" charset="0"/>
              </a:rPr>
              <a:t> = </a:t>
            </a:r>
            <a:r>
              <a:rPr lang="en-US" altLang="zh-CN">
                <a:solidFill>
                  <a:srgbClr val="C39150"/>
                </a:solidFill>
                <a:latin typeface="Times New Roman" panose="02020603050405020304" pitchFamily="18" charset="0"/>
                <a:ea typeface="宋体" panose="02010600030101010101" pitchFamily="2" charset="-122"/>
                <a:cs typeface="Times New Roman" panose="02020603050405020304" pitchFamily="18" charset="0"/>
              </a:rPr>
              <a:t>cells</a:t>
            </a:r>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23_12bWhiteBloodCells-U">
            <a:extLst>
              <a:ext uri="{FF2B5EF4-FFF2-40B4-BE49-F238E27FC236}">
                <a16:creationId xmlns:a16="http://schemas.microsoft.com/office/drawing/2014/main" id="{3FCD2EDF-8CD1-4A64-B45E-1BB16ABC37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213" y="136525"/>
            <a:ext cx="5743575"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19" name="Text Box 4">
            <a:extLst>
              <a:ext uri="{FF2B5EF4-FFF2-40B4-BE49-F238E27FC236}">
                <a16:creationId xmlns:a16="http://schemas.microsoft.com/office/drawing/2014/main" id="{47C22DE6-8AA2-4CCE-B151-48597EBEC289}"/>
              </a:ext>
            </a:extLst>
          </p:cNvPr>
          <p:cNvSpPr txBox="1">
            <a:spLocks noChangeArrowheads="1"/>
          </p:cNvSpPr>
          <p:nvPr/>
        </p:nvSpPr>
        <p:spPr bwMode="auto">
          <a:xfrm>
            <a:off x="2740025" y="285750"/>
            <a:ext cx="3641725"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spcBef>
                <a:spcPct val="0"/>
              </a:spcBef>
              <a:spcAft>
                <a:spcPct val="0"/>
              </a:spcAft>
              <a:buClrTx/>
              <a:buFontTx/>
              <a:buNone/>
            </a:pPr>
            <a:r>
              <a:rPr lang="en-US" altLang="en-US" sz="3200" b="1">
                <a:solidFill>
                  <a:srgbClr val="FF0000"/>
                </a:solidFill>
                <a:latin typeface="Cambria" panose="02040503050406030204" pitchFamily="18" charset="0"/>
              </a:rPr>
              <a:t>White Blood Cells</a:t>
            </a:r>
          </a:p>
          <a:p>
            <a:pPr algn="ctr">
              <a:lnSpc>
                <a:spcPct val="90000"/>
              </a:lnSpc>
              <a:spcBef>
                <a:spcPct val="0"/>
              </a:spcBef>
              <a:spcAft>
                <a:spcPct val="0"/>
              </a:spcAft>
              <a:buClrTx/>
              <a:buFontTx/>
              <a:buNone/>
            </a:pPr>
            <a:r>
              <a:rPr lang="en-US" altLang="en-US" sz="2400" b="1">
                <a:latin typeface="Cambria" panose="02040503050406030204" pitchFamily="18" charset="0"/>
                <a:sym typeface="Symbol" panose="05050102010706020507" pitchFamily="18" charset="2"/>
              </a:rPr>
              <a:t> (cells that fight infection) </a:t>
            </a:r>
            <a:endParaRPr lang="en-US" altLang="en-US" sz="2400" b="1">
              <a:latin typeface="Cambria" panose="020405030504060302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A90A3988-64BB-483F-979F-A7FC1E2A6552}"/>
              </a:ext>
            </a:extLst>
          </p:cNvPr>
          <p:cNvSpPr>
            <a:spLocks noGrp="1" noChangeArrowheads="1"/>
          </p:cNvSpPr>
          <p:nvPr>
            <p:ph type="title" idx="4294967295"/>
          </p:nvPr>
        </p:nvSpPr>
        <p:spPr>
          <a:xfrm>
            <a:off x="419100" y="469900"/>
            <a:ext cx="8534400" cy="584200"/>
          </a:xfrm>
        </p:spPr>
        <p:txBody>
          <a:bodyPr/>
          <a:lstStyle/>
          <a:p>
            <a:pPr eaLnBrk="1" hangingPunct="1">
              <a:lnSpc>
                <a:spcPct val="80000"/>
              </a:lnSpc>
            </a:pPr>
            <a:r>
              <a:rPr lang="en-US" altLang="en-US" sz="4000">
                <a:solidFill>
                  <a:srgbClr val="FF0000"/>
                </a:solidFill>
                <a:latin typeface="Cambria" panose="02040503050406030204" pitchFamily="18" charset="0"/>
              </a:rPr>
              <a:t>Platelets and Blood Clotting</a:t>
            </a:r>
          </a:p>
        </p:txBody>
      </p:sp>
      <p:sp>
        <p:nvSpPr>
          <p:cNvPr id="113667" name="Rectangle 3">
            <a:extLst>
              <a:ext uri="{FF2B5EF4-FFF2-40B4-BE49-F238E27FC236}">
                <a16:creationId xmlns:a16="http://schemas.microsoft.com/office/drawing/2014/main" id="{0002D287-5581-48AC-B1B2-B0693665DE69}"/>
              </a:ext>
            </a:extLst>
          </p:cNvPr>
          <p:cNvSpPr>
            <a:spLocks noGrp="1" noChangeArrowheads="1"/>
          </p:cNvSpPr>
          <p:nvPr>
            <p:ph type="body" idx="4294967295"/>
          </p:nvPr>
        </p:nvSpPr>
        <p:spPr>
          <a:xfrm>
            <a:off x="228600" y="1450975"/>
            <a:ext cx="8610600" cy="2788456"/>
          </a:xfrm>
        </p:spPr>
        <p:txBody>
          <a:bodyPr/>
          <a:lstStyle/>
          <a:p>
            <a:pPr marL="446088" lvl="1" eaLnBrk="1" hangingPunct="1"/>
            <a:r>
              <a:rPr lang="en-US" altLang="en-US" sz="2400" b="1" dirty="0">
                <a:latin typeface="Cambria" panose="02040503050406030204" pitchFamily="18" charset="0"/>
              </a:rPr>
              <a:t>Blood contains two components that aid in clotting:</a:t>
            </a:r>
          </a:p>
          <a:p>
            <a:pPr marL="915988" lvl="2" indent="-355600" eaLnBrk="1" hangingPunct="1">
              <a:buFont typeface="Times New Roman" panose="02020603050405020304" pitchFamily="18" charset="0"/>
              <a:buAutoNum type="arabicPeriod"/>
            </a:pPr>
            <a:r>
              <a:rPr lang="en-US" altLang="en-US" sz="2400" b="1" dirty="0">
                <a:latin typeface="Cambria" panose="02040503050406030204" pitchFamily="18" charset="0"/>
              </a:rPr>
              <a:t> </a:t>
            </a:r>
            <a:r>
              <a:rPr lang="en-US" altLang="zh-CN" sz="2400" b="1" dirty="0">
                <a:highlight>
                  <a:srgbClr val="FFFF00"/>
                </a:highlight>
                <a:latin typeface="Cambria" panose="02040503050406030204" pitchFamily="18" charset="0"/>
              </a:rPr>
              <a:t>P</a:t>
            </a:r>
            <a:r>
              <a:rPr lang="en-US" altLang="en-US" sz="2400" b="1" dirty="0">
                <a:highlight>
                  <a:srgbClr val="FFFF00"/>
                </a:highlight>
                <a:latin typeface="Cambria" panose="02040503050406030204" pitchFamily="18" charset="0"/>
              </a:rPr>
              <a:t>latelets</a:t>
            </a:r>
            <a:r>
              <a:rPr lang="en-US" altLang="en-US" sz="2400" b="1" dirty="0">
                <a:latin typeface="Cambria" panose="02040503050406030204" pitchFamily="18" charset="0"/>
              </a:rPr>
              <a:t>, bits of cytoplasm pinched off from </a:t>
            </a:r>
            <a:br>
              <a:rPr lang="en-US" altLang="en-US" sz="2400" b="1" dirty="0">
                <a:latin typeface="Cambria" panose="02040503050406030204" pitchFamily="18" charset="0"/>
              </a:rPr>
            </a:br>
            <a:r>
              <a:rPr lang="en-US" altLang="en-US" sz="2400" b="1" dirty="0">
                <a:latin typeface="Cambria" panose="02040503050406030204" pitchFamily="18" charset="0"/>
              </a:rPr>
              <a:t> larger cells in the bone marrow </a:t>
            </a:r>
          </a:p>
          <a:p>
            <a:pPr marL="915988" lvl="2" indent="-355600" eaLnBrk="1" hangingPunct="1">
              <a:buFont typeface="Times New Roman" panose="02020603050405020304" pitchFamily="18" charset="0"/>
              <a:buAutoNum type="arabicPeriod"/>
            </a:pPr>
            <a:r>
              <a:rPr lang="en-US" altLang="en-US" sz="2400" b="1" dirty="0">
                <a:latin typeface="Cambria" panose="02040503050406030204" pitchFamily="18" charset="0"/>
              </a:rPr>
              <a:t> </a:t>
            </a:r>
            <a:r>
              <a:rPr lang="en-US" altLang="en-US" sz="2400" b="1" dirty="0">
                <a:highlight>
                  <a:srgbClr val="FFFF00"/>
                </a:highlight>
                <a:latin typeface="Cambria" panose="02040503050406030204" pitchFamily="18" charset="0"/>
              </a:rPr>
              <a:t>Clotting factors</a:t>
            </a:r>
            <a:r>
              <a:rPr lang="en-US" altLang="en-US" sz="2400" b="1" dirty="0">
                <a:latin typeface="Cambria" panose="02040503050406030204" pitchFamily="18" charset="0"/>
              </a:rPr>
              <a:t> released from platelets that </a:t>
            </a:r>
            <a:br>
              <a:rPr lang="en-US" altLang="en-US" sz="2400" b="1" dirty="0">
                <a:latin typeface="Cambria" panose="02040503050406030204" pitchFamily="18" charset="0"/>
              </a:rPr>
            </a:br>
            <a:r>
              <a:rPr lang="en-US" altLang="en-US" sz="2400" b="1" dirty="0">
                <a:latin typeface="Cambria" panose="02040503050406030204" pitchFamily="18" charset="0"/>
              </a:rPr>
              <a:t> convert fibrinogen, a protein found in </a:t>
            </a:r>
            <a:br>
              <a:rPr lang="en-US" altLang="en-US" sz="2400" b="1" dirty="0">
                <a:latin typeface="Cambria" panose="02040503050406030204" pitchFamily="18" charset="0"/>
              </a:rPr>
            </a:br>
            <a:r>
              <a:rPr lang="en-US" altLang="en-US" sz="2400" b="1" dirty="0">
                <a:latin typeface="Cambria" panose="02040503050406030204" pitchFamily="18" charset="0"/>
              </a:rPr>
              <a:t> plasma, into a threadlike protein called </a:t>
            </a:r>
            <a:r>
              <a:rPr lang="en-US" altLang="en-US" sz="2400" b="1" dirty="0">
                <a:highlight>
                  <a:srgbClr val="FFFF00"/>
                </a:highlight>
                <a:latin typeface="Cambria" panose="02040503050406030204" pitchFamily="18" charset="0"/>
              </a:rPr>
              <a:t>fibrin</a:t>
            </a:r>
            <a:r>
              <a:rPr lang="en-US" altLang="en-US" sz="2400" b="1" dirty="0">
                <a:latin typeface="Cambria" panose="02040503050406030204" pitchFamily="18" charset="0"/>
              </a:rPr>
              <a:t>.</a:t>
            </a:r>
          </a:p>
        </p:txBody>
      </p:sp>
      <p:sp>
        <p:nvSpPr>
          <p:cNvPr id="113668" name="Line 6">
            <a:extLst>
              <a:ext uri="{FF2B5EF4-FFF2-40B4-BE49-F238E27FC236}">
                <a16:creationId xmlns:a16="http://schemas.microsoft.com/office/drawing/2014/main" id="{24711342-A767-45B2-8BF0-F5FA4BA8FF0D}"/>
              </a:ext>
            </a:extLst>
          </p:cNvPr>
          <p:cNvSpPr>
            <a:spLocks noChangeShapeType="1"/>
          </p:cNvSpPr>
          <p:nvPr/>
        </p:nvSpPr>
        <p:spPr bwMode="auto">
          <a:xfrm>
            <a:off x="304800" y="1230313"/>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669" name="Rectangle 1">
            <a:extLst>
              <a:ext uri="{FF2B5EF4-FFF2-40B4-BE49-F238E27FC236}">
                <a16:creationId xmlns:a16="http://schemas.microsoft.com/office/drawing/2014/main" id="{4A12E2A2-01DD-4516-92B6-D7390931E4D2}"/>
              </a:ext>
            </a:extLst>
          </p:cNvPr>
          <p:cNvSpPr>
            <a:spLocks noChangeArrowheads="1"/>
          </p:cNvSpPr>
          <p:nvPr/>
        </p:nvSpPr>
        <p:spPr bwMode="auto">
          <a:xfrm>
            <a:off x="527050" y="4740275"/>
            <a:ext cx="81978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nSpc>
                <a:spcPts val="1400"/>
              </a:lnSpc>
              <a:spcBef>
                <a:spcPts val="500"/>
              </a:spcBef>
            </a:pPr>
            <a:r>
              <a:rPr lang="en-CA" altLang="en-US" sz="1600" b="1">
                <a:solidFill>
                  <a:srgbClr val="C39150"/>
                </a:solidFill>
                <a:latin typeface="Times New Roman" panose="02020603050405020304" pitchFamily="18" charset="0"/>
                <a:ea typeface="Arial Unicode MS" pitchFamily="34" charset="-128"/>
              </a:rPr>
              <a:t>fibrino </a:t>
            </a:r>
            <a:r>
              <a:rPr lang="en-US" altLang="en-US" sz="1600">
                <a:solidFill>
                  <a:srgbClr val="C39150"/>
                </a:solidFill>
                <a:latin typeface="Times New Roman" panose="02020603050405020304" pitchFamily="18" charset="0"/>
                <a:ea typeface="Arial Unicode MS" pitchFamily="34" charset="-128"/>
              </a:rPr>
              <a:t>= a fiber; </a:t>
            </a:r>
            <a:r>
              <a:rPr lang="en-CA" altLang="en-US" sz="1600" b="1">
                <a:solidFill>
                  <a:srgbClr val="C39150"/>
                </a:solidFill>
                <a:latin typeface="Times New Roman" panose="02020603050405020304" pitchFamily="18" charset="0"/>
                <a:ea typeface="Arial Unicode MS" pitchFamily="34" charset="-128"/>
              </a:rPr>
              <a:t>gen</a:t>
            </a:r>
            <a:r>
              <a:rPr lang="en-US" altLang="en-US" sz="1600">
                <a:solidFill>
                  <a:srgbClr val="C39150"/>
                </a:solidFill>
                <a:latin typeface="Times New Roman" panose="02020603050405020304" pitchFamily="18" charset="0"/>
                <a:ea typeface="Arial Unicode MS" pitchFamily="34" charset="-128"/>
              </a:rPr>
              <a:t> = produce (fibrinogen: the inactive form of the plasma protein that is converted to the active form fibrin, which aggregates into threads that form the framework of a blood clot)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descr="23_12cPlatelets-U">
            <a:extLst>
              <a:ext uri="{FF2B5EF4-FFF2-40B4-BE49-F238E27FC236}">
                <a16:creationId xmlns:a16="http://schemas.microsoft.com/office/drawing/2014/main" id="{C41842CC-9B09-43B7-A320-8B083F669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3400" y="136525"/>
            <a:ext cx="5535613"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5" name="Text Box 4">
            <a:extLst>
              <a:ext uri="{FF2B5EF4-FFF2-40B4-BE49-F238E27FC236}">
                <a16:creationId xmlns:a16="http://schemas.microsoft.com/office/drawing/2014/main" id="{8537D391-BA02-4747-ACAD-623F945A5E12}"/>
              </a:ext>
            </a:extLst>
          </p:cNvPr>
          <p:cNvSpPr txBox="1">
            <a:spLocks noChangeArrowheads="1"/>
          </p:cNvSpPr>
          <p:nvPr/>
        </p:nvSpPr>
        <p:spPr bwMode="auto">
          <a:xfrm>
            <a:off x="2428875" y="279400"/>
            <a:ext cx="43021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spcBef>
                <a:spcPct val="0"/>
              </a:spcBef>
              <a:spcAft>
                <a:spcPct val="0"/>
              </a:spcAft>
              <a:buClrTx/>
              <a:buFontTx/>
              <a:buNone/>
            </a:pPr>
            <a:r>
              <a:rPr lang="en-US" altLang="en-US" sz="3200" b="1">
                <a:solidFill>
                  <a:srgbClr val="FF0000"/>
                </a:solidFill>
                <a:latin typeface="Cambria" panose="02040503050406030204" pitchFamily="18" charset="0"/>
              </a:rPr>
              <a:t>Platelets</a:t>
            </a:r>
          </a:p>
          <a:p>
            <a:pPr algn="ct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(bits of membrane-enclosed</a:t>
            </a:r>
          </a:p>
          <a:p>
            <a:pPr algn="ct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cytoplasm that aid clotting)</a:t>
            </a:r>
            <a:endParaRPr lang="en-US" altLang="en-US" sz="1800" b="1">
              <a:latin typeface="Cambria" panose="02040503050406030204" pitchFamily="18" charset="0"/>
            </a:endParaRPr>
          </a:p>
        </p:txBody>
      </p:sp>
      <p:sp>
        <p:nvSpPr>
          <p:cNvPr id="115716" name="Text Box 5">
            <a:extLst>
              <a:ext uri="{FF2B5EF4-FFF2-40B4-BE49-F238E27FC236}">
                <a16:creationId xmlns:a16="http://schemas.microsoft.com/office/drawing/2014/main" id="{8B7FE9A7-490F-48D0-8753-6B59370E3578}"/>
              </a:ext>
            </a:extLst>
          </p:cNvPr>
          <p:cNvSpPr txBox="1">
            <a:spLocks noChangeArrowheads="1"/>
          </p:cNvSpPr>
          <p:nvPr/>
        </p:nvSpPr>
        <p:spPr bwMode="auto">
          <a:xfrm>
            <a:off x="6229350" y="3330575"/>
            <a:ext cx="873125"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2200" b="1">
                <a:latin typeface="Cambria" panose="02040503050406030204" pitchFamily="18" charset="0"/>
              </a:rPr>
              <a:t>Fibrin</a:t>
            </a:r>
          </a:p>
        </p:txBody>
      </p:sp>
      <p:sp>
        <p:nvSpPr>
          <p:cNvPr id="115717" name="Text Box 6">
            <a:extLst>
              <a:ext uri="{FF2B5EF4-FFF2-40B4-BE49-F238E27FC236}">
                <a16:creationId xmlns:a16="http://schemas.microsoft.com/office/drawing/2014/main" id="{DA335873-71B5-4C6F-B144-693841346527}"/>
              </a:ext>
            </a:extLst>
          </p:cNvPr>
          <p:cNvSpPr txBox="1">
            <a:spLocks noChangeArrowheads="1"/>
          </p:cNvSpPr>
          <p:nvPr/>
        </p:nvSpPr>
        <p:spPr bwMode="auto">
          <a:xfrm>
            <a:off x="2841625" y="6121400"/>
            <a:ext cx="19907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2200" b="1">
                <a:latin typeface="Cambria" panose="02040503050406030204" pitchFamily="18" charset="0"/>
              </a:rPr>
              <a:t>Red blood cell</a:t>
            </a:r>
          </a:p>
        </p:txBody>
      </p:sp>
      <p:sp>
        <p:nvSpPr>
          <p:cNvPr id="115718" name="Line 9">
            <a:extLst>
              <a:ext uri="{FF2B5EF4-FFF2-40B4-BE49-F238E27FC236}">
                <a16:creationId xmlns:a16="http://schemas.microsoft.com/office/drawing/2014/main" id="{E620150C-B03C-445F-9BF8-9FA3F92F452F}"/>
              </a:ext>
            </a:extLst>
          </p:cNvPr>
          <p:cNvSpPr>
            <a:spLocks noChangeShapeType="1"/>
          </p:cNvSpPr>
          <p:nvPr/>
        </p:nvSpPr>
        <p:spPr bwMode="auto">
          <a:xfrm flipH="1">
            <a:off x="5867400" y="3632200"/>
            <a:ext cx="533400" cy="596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5719" name="Line 10">
            <a:extLst>
              <a:ext uri="{FF2B5EF4-FFF2-40B4-BE49-F238E27FC236}">
                <a16:creationId xmlns:a16="http://schemas.microsoft.com/office/drawing/2014/main" id="{4CE247D6-18A6-41AC-9223-8004C8C4BA00}"/>
              </a:ext>
            </a:extLst>
          </p:cNvPr>
          <p:cNvSpPr>
            <a:spLocks noChangeShapeType="1"/>
          </p:cNvSpPr>
          <p:nvPr/>
        </p:nvSpPr>
        <p:spPr bwMode="auto">
          <a:xfrm flipV="1">
            <a:off x="4953000" y="5422900"/>
            <a:ext cx="965200" cy="863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381E2322-8D8C-4A9A-87AB-03910315B918}"/>
              </a:ext>
            </a:extLst>
          </p:cNvPr>
          <p:cNvSpPr>
            <a:spLocks noGrp="1" noChangeArrowheads="1"/>
          </p:cNvSpPr>
          <p:nvPr>
            <p:ph type="body" idx="4294967295"/>
          </p:nvPr>
        </p:nvSpPr>
        <p:spPr>
          <a:xfrm>
            <a:off x="228600" y="1738313"/>
            <a:ext cx="8610600" cy="2944812"/>
          </a:xfrm>
        </p:spPr>
        <p:txBody>
          <a:bodyPr/>
          <a:lstStyle/>
          <a:p>
            <a:pPr marL="446088" lvl="1" eaLnBrk="1" hangingPunct="1">
              <a:defRPr/>
            </a:pPr>
            <a:r>
              <a:rPr lang="en-US" sz="2400" b="1" dirty="0">
                <a:solidFill>
                  <a:schemeClr val="tx1">
                    <a:lumMod val="65000"/>
                    <a:lumOff val="35000"/>
                  </a:schemeClr>
                </a:solidFill>
                <a:latin typeface="Cambria" pitchFamily="18" charset="0"/>
              </a:rPr>
              <a:t>In the inherited disease </a:t>
            </a:r>
            <a:r>
              <a:rPr lang="en-US" sz="3600" b="1" dirty="0">
                <a:solidFill>
                  <a:srgbClr val="FF0000"/>
                </a:solidFill>
                <a:latin typeface="Cambria" pitchFamily="18" charset="0"/>
              </a:rPr>
              <a:t>hemophilia</a:t>
            </a:r>
            <a:r>
              <a:rPr lang="en-US" sz="2400" b="1" dirty="0">
                <a:solidFill>
                  <a:srgbClr val="FF0000"/>
                </a:solidFill>
                <a:latin typeface="Cambria" pitchFamily="18" charset="0"/>
              </a:rPr>
              <a:t> </a:t>
            </a:r>
            <a:r>
              <a:rPr lang="zh-CN" altLang="en-US" sz="2400" b="1" dirty="0">
                <a:solidFill>
                  <a:srgbClr val="FF0000"/>
                </a:solidFill>
                <a:latin typeface="KaiTi" panose="02010609060101010101" pitchFamily="49" charset="-122"/>
                <a:ea typeface="KaiTi" panose="02010609060101010101" pitchFamily="49" charset="-122"/>
              </a:rPr>
              <a:t>（血友病）</a:t>
            </a:r>
            <a:r>
              <a:rPr lang="en-US" sz="2400" b="1" dirty="0">
                <a:solidFill>
                  <a:schemeClr val="tx1">
                    <a:lumMod val="65000"/>
                    <a:lumOff val="35000"/>
                  </a:schemeClr>
                </a:solidFill>
                <a:latin typeface="Cambria" pitchFamily="18" charset="0"/>
              </a:rPr>
              <a:t>, excessive and sometimes fatal bleeding can occur from even minor cuts and bruises.</a:t>
            </a:r>
          </a:p>
          <a:p>
            <a:pPr marL="446088" lvl="1" eaLnBrk="1" hangingPunct="1">
              <a:defRPr/>
            </a:pPr>
            <a:r>
              <a:rPr lang="en-US" b="1" dirty="0">
                <a:latin typeface="Cambria" pitchFamily="18" charset="0"/>
              </a:rPr>
              <a:t>Hemophilia is caused by a genetic mutation in one of several genes that code for clotting factors.</a:t>
            </a:r>
          </a:p>
        </p:txBody>
      </p:sp>
      <p:sp>
        <p:nvSpPr>
          <p:cNvPr id="117763" name="Rectangle 2">
            <a:extLst>
              <a:ext uri="{FF2B5EF4-FFF2-40B4-BE49-F238E27FC236}">
                <a16:creationId xmlns:a16="http://schemas.microsoft.com/office/drawing/2014/main" id="{768AC0C9-5DD1-4160-8BDB-59B50AEAD04C}"/>
              </a:ext>
            </a:extLst>
          </p:cNvPr>
          <p:cNvSpPr>
            <a:spLocks noChangeArrowheads="1"/>
          </p:cNvSpPr>
          <p:nvPr/>
        </p:nvSpPr>
        <p:spPr bwMode="auto">
          <a:xfrm>
            <a:off x="425450" y="525463"/>
            <a:ext cx="82931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C000"/>
                </a:solidFill>
                <a:latin typeface="Cambria" panose="02040503050406030204" pitchFamily="18" charset="0"/>
              </a:rPr>
              <a:t>Platelets and Blood Clotting</a:t>
            </a:r>
          </a:p>
        </p:txBody>
      </p:sp>
      <p:sp>
        <p:nvSpPr>
          <p:cNvPr id="117764" name="Line 6">
            <a:extLst>
              <a:ext uri="{FF2B5EF4-FFF2-40B4-BE49-F238E27FC236}">
                <a16:creationId xmlns:a16="http://schemas.microsoft.com/office/drawing/2014/main" id="{94864739-2E92-4CE5-8056-ECE32980D9EB}"/>
              </a:ext>
            </a:extLst>
          </p:cNvPr>
          <p:cNvSpPr>
            <a:spLocks noChangeShapeType="1"/>
          </p:cNvSpPr>
          <p:nvPr/>
        </p:nvSpPr>
        <p:spPr bwMode="auto">
          <a:xfrm>
            <a:off x="304800" y="131603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0" descr="09_32_Hemophilia-U">
            <a:extLst>
              <a:ext uri="{FF2B5EF4-FFF2-40B4-BE49-F238E27FC236}">
                <a16:creationId xmlns:a16="http://schemas.microsoft.com/office/drawing/2014/main" id="{953E78BE-1CA6-4335-A7A8-D40B2F2742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225425"/>
            <a:ext cx="8548687"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1" name="Text Box 3">
            <a:extLst>
              <a:ext uri="{FF2B5EF4-FFF2-40B4-BE49-F238E27FC236}">
                <a16:creationId xmlns:a16="http://schemas.microsoft.com/office/drawing/2014/main" id="{1E8C0AE1-B6EB-479D-B1B2-0D3475C482D4}"/>
              </a:ext>
            </a:extLst>
          </p:cNvPr>
          <p:cNvSpPr txBox="1">
            <a:spLocks noChangeArrowheads="1"/>
          </p:cNvSpPr>
          <p:nvPr/>
        </p:nvSpPr>
        <p:spPr bwMode="auto">
          <a:xfrm>
            <a:off x="1492250" y="620713"/>
            <a:ext cx="7874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rPr>
              <a:t>Albert</a:t>
            </a:r>
          </a:p>
        </p:txBody>
      </p:sp>
      <p:sp>
        <p:nvSpPr>
          <p:cNvPr id="119812" name="Text Box 7">
            <a:extLst>
              <a:ext uri="{FF2B5EF4-FFF2-40B4-BE49-F238E27FC236}">
                <a16:creationId xmlns:a16="http://schemas.microsoft.com/office/drawing/2014/main" id="{7991ACA0-394F-400D-84F6-4316E9369FE1}"/>
              </a:ext>
            </a:extLst>
          </p:cNvPr>
          <p:cNvSpPr txBox="1">
            <a:spLocks noChangeArrowheads="1"/>
          </p:cNvSpPr>
          <p:nvPr/>
        </p:nvSpPr>
        <p:spPr bwMode="auto">
          <a:xfrm>
            <a:off x="231775" y="649288"/>
            <a:ext cx="955675"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90000"/>
              </a:lnSpc>
              <a:spcBef>
                <a:spcPct val="0"/>
              </a:spcBef>
              <a:spcAft>
                <a:spcPct val="0"/>
              </a:spcAft>
              <a:buClrTx/>
              <a:buFontTx/>
              <a:buNone/>
            </a:pPr>
            <a:r>
              <a:rPr lang="en-US" altLang="en-US" sz="1600" b="1">
                <a:latin typeface="Cambria" panose="02040503050406030204" pitchFamily="18" charset="0"/>
              </a:rPr>
              <a:t>Queen</a:t>
            </a:r>
          </a:p>
          <a:p>
            <a:pPr algn="ctr">
              <a:spcBef>
                <a:spcPct val="0"/>
              </a:spcBef>
              <a:spcAft>
                <a:spcPct val="0"/>
              </a:spcAft>
              <a:buClrTx/>
              <a:buFontTx/>
              <a:buNone/>
            </a:pPr>
            <a:r>
              <a:rPr lang="en-US" altLang="en-US" sz="1600" b="1">
                <a:latin typeface="Cambria" panose="02040503050406030204" pitchFamily="18" charset="0"/>
              </a:rPr>
              <a:t>Victoria</a:t>
            </a:r>
          </a:p>
        </p:txBody>
      </p:sp>
      <p:sp>
        <p:nvSpPr>
          <p:cNvPr id="119813" name="Text Box 13">
            <a:extLst>
              <a:ext uri="{FF2B5EF4-FFF2-40B4-BE49-F238E27FC236}">
                <a16:creationId xmlns:a16="http://schemas.microsoft.com/office/drawing/2014/main" id="{697FA816-4954-443F-817B-77DF0F718B15}"/>
              </a:ext>
            </a:extLst>
          </p:cNvPr>
          <p:cNvSpPr txBox="1">
            <a:spLocks noChangeArrowheads="1"/>
          </p:cNvSpPr>
          <p:nvPr/>
        </p:nvSpPr>
        <p:spPr bwMode="auto">
          <a:xfrm>
            <a:off x="1000125" y="1504950"/>
            <a:ext cx="63023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rPr>
              <a:t>Alice</a:t>
            </a:r>
          </a:p>
        </p:txBody>
      </p:sp>
      <p:sp>
        <p:nvSpPr>
          <p:cNvPr id="119814" name="Text Box 14">
            <a:extLst>
              <a:ext uri="{FF2B5EF4-FFF2-40B4-BE49-F238E27FC236}">
                <a16:creationId xmlns:a16="http://schemas.microsoft.com/office/drawing/2014/main" id="{F0C3D2B2-B973-4549-8347-DC7D992DA325}"/>
              </a:ext>
            </a:extLst>
          </p:cNvPr>
          <p:cNvSpPr txBox="1">
            <a:spLocks noChangeArrowheads="1"/>
          </p:cNvSpPr>
          <p:nvPr/>
        </p:nvSpPr>
        <p:spPr bwMode="auto">
          <a:xfrm>
            <a:off x="2052638" y="1511300"/>
            <a:ext cx="6937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rPr>
              <a:t>Louis</a:t>
            </a:r>
          </a:p>
        </p:txBody>
      </p:sp>
      <p:sp>
        <p:nvSpPr>
          <p:cNvPr id="119815" name="Text Box 15">
            <a:extLst>
              <a:ext uri="{FF2B5EF4-FFF2-40B4-BE49-F238E27FC236}">
                <a16:creationId xmlns:a16="http://schemas.microsoft.com/office/drawing/2014/main" id="{D36E4CDA-53D5-48DC-8A97-6086164A62D3}"/>
              </a:ext>
            </a:extLst>
          </p:cNvPr>
          <p:cNvSpPr txBox="1">
            <a:spLocks noChangeArrowheads="1"/>
          </p:cNvSpPr>
          <p:nvPr/>
        </p:nvSpPr>
        <p:spPr bwMode="auto">
          <a:xfrm>
            <a:off x="1320800" y="2352675"/>
            <a:ext cx="12223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rPr>
              <a:t>Alexandra</a:t>
            </a:r>
          </a:p>
        </p:txBody>
      </p:sp>
      <p:sp>
        <p:nvSpPr>
          <p:cNvPr id="119816" name="Text Box 16">
            <a:extLst>
              <a:ext uri="{FF2B5EF4-FFF2-40B4-BE49-F238E27FC236}">
                <a16:creationId xmlns:a16="http://schemas.microsoft.com/office/drawing/2014/main" id="{DBEBD13C-A9E6-4639-8584-EF7FBE8E9D6B}"/>
              </a:ext>
            </a:extLst>
          </p:cNvPr>
          <p:cNvSpPr txBox="1">
            <a:spLocks noChangeArrowheads="1"/>
          </p:cNvSpPr>
          <p:nvPr/>
        </p:nvSpPr>
        <p:spPr bwMode="auto">
          <a:xfrm>
            <a:off x="2325688" y="2381250"/>
            <a:ext cx="1277937"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a:lnSpc>
                <a:spcPct val="90000"/>
              </a:lnSpc>
              <a:spcBef>
                <a:spcPct val="0"/>
              </a:spcBef>
              <a:spcAft>
                <a:spcPct val="0"/>
              </a:spcAft>
              <a:buClrTx/>
              <a:buFontTx/>
              <a:buNone/>
            </a:pPr>
            <a:r>
              <a:rPr lang="en-US" altLang="en-US" sz="1600" b="1">
                <a:latin typeface="Cambria" panose="02040503050406030204" pitchFamily="18" charset="0"/>
              </a:rPr>
              <a:t>Czar</a:t>
            </a:r>
          </a:p>
          <a:p>
            <a:pPr algn="ctr">
              <a:lnSpc>
                <a:spcPct val="90000"/>
              </a:lnSpc>
              <a:spcBef>
                <a:spcPct val="0"/>
              </a:spcBef>
              <a:spcAft>
                <a:spcPct val="0"/>
              </a:spcAft>
              <a:buClrTx/>
              <a:buFontTx/>
              <a:buNone/>
            </a:pPr>
            <a:r>
              <a:rPr lang="en-US" altLang="en-US" sz="1600" b="1">
                <a:latin typeface="Cambria" panose="02040503050406030204" pitchFamily="18" charset="0"/>
              </a:rPr>
              <a:t>Nicholas II</a:t>
            </a:r>
          </a:p>
          <a:p>
            <a:pPr algn="ctr">
              <a:lnSpc>
                <a:spcPct val="90000"/>
              </a:lnSpc>
              <a:spcBef>
                <a:spcPct val="0"/>
              </a:spcBef>
              <a:spcAft>
                <a:spcPct val="0"/>
              </a:spcAft>
              <a:buClrTx/>
              <a:buFontTx/>
              <a:buNone/>
            </a:pPr>
            <a:r>
              <a:rPr lang="en-US" altLang="en-US" sz="1600" b="1">
                <a:latin typeface="Cambria" panose="02040503050406030204" pitchFamily="18" charset="0"/>
              </a:rPr>
              <a:t>of Russia</a:t>
            </a:r>
          </a:p>
        </p:txBody>
      </p:sp>
      <p:sp>
        <p:nvSpPr>
          <p:cNvPr id="119817" name="Text Box 17">
            <a:extLst>
              <a:ext uri="{FF2B5EF4-FFF2-40B4-BE49-F238E27FC236}">
                <a16:creationId xmlns:a16="http://schemas.microsoft.com/office/drawing/2014/main" id="{00CAF1B5-B66B-4483-832E-42B05CE1F910}"/>
              </a:ext>
            </a:extLst>
          </p:cNvPr>
          <p:cNvSpPr txBox="1">
            <a:spLocks noChangeArrowheads="1"/>
          </p:cNvSpPr>
          <p:nvPr/>
        </p:nvSpPr>
        <p:spPr bwMode="auto">
          <a:xfrm>
            <a:off x="2074863" y="3459163"/>
            <a:ext cx="760412"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600" b="1">
                <a:latin typeface="Cambria" panose="02040503050406030204" pitchFamily="18" charset="0"/>
              </a:rPr>
              <a:t>Alexis</a:t>
            </a:r>
          </a:p>
        </p:txBody>
      </p:sp>
      <p:sp>
        <p:nvSpPr>
          <p:cNvPr id="119818" name="Rectangle 2">
            <a:extLst>
              <a:ext uri="{FF2B5EF4-FFF2-40B4-BE49-F238E27FC236}">
                <a16:creationId xmlns:a16="http://schemas.microsoft.com/office/drawing/2014/main" id="{B558BA21-C3A1-42F3-B165-1CC87D80E59C}"/>
              </a:ext>
            </a:extLst>
          </p:cNvPr>
          <p:cNvSpPr>
            <a:spLocks noChangeArrowheads="1"/>
          </p:cNvSpPr>
          <p:nvPr/>
        </p:nvSpPr>
        <p:spPr bwMode="auto">
          <a:xfrm>
            <a:off x="4083050" y="412750"/>
            <a:ext cx="45720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r>
              <a:rPr lang="en-US" altLang="en-US" sz="4000" b="1">
                <a:solidFill>
                  <a:srgbClr val="FFC000"/>
                </a:solidFill>
                <a:latin typeface="Cambria" panose="02040503050406030204" pitchFamily="18" charset="0"/>
              </a:rPr>
              <a:t>Hemophilia in the Royal Family of Russia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96D08BC-38E9-4347-AF95-E10DE698E6D9}"/>
              </a:ext>
            </a:extLst>
          </p:cNvPr>
          <p:cNvSpPr>
            <a:spLocks noGrp="1" noChangeArrowheads="1"/>
          </p:cNvSpPr>
          <p:nvPr>
            <p:ph type="body" idx="4294967295"/>
          </p:nvPr>
        </p:nvSpPr>
        <p:spPr>
          <a:xfrm>
            <a:off x="558800" y="1474788"/>
            <a:ext cx="8280400" cy="3897312"/>
          </a:xfrm>
        </p:spPr>
        <p:txBody>
          <a:bodyPr/>
          <a:lstStyle/>
          <a:p>
            <a:pPr marL="446088" lvl="1" eaLnBrk="1" hangingPunct="1">
              <a:defRPr/>
            </a:pPr>
            <a:r>
              <a:rPr lang="en-US" sz="3600" b="1" dirty="0">
                <a:solidFill>
                  <a:schemeClr val="tx1">
                    <a:lumMod val="65000"/>
                    <a:lumOff val="35000"/>
                  </a:schemeClr>
                </a:solidFill>
                <a:latin typeface="Cambria" pitchFamily="18" charset="0"/>
              </a:rPr>
              <a:t>Leukemia</a:t>
            </a:r>
          </a:p>
          <a:p>
            <a:pPr marL="1077913" lvl="2" indent="-379413" eaLnBrk="1" hangingPunct="1">
              <a:defRPr/>
            </a:pPr>
            <a:r>
              <a:rPr lang="en-US" b="1" dirty="0">
                <a:solidFill>
                  <a:schemeClr val="tx1">
                    <a:lumMod val="65000"/>
                    <a:lumOff val="35000"/>
                  </a:schemeClr>
                </a:solidFill>
                <a:latin typeface="Cambria" pitchFamily="18" charset="0"/>
              </a:rPr>
              <a:t>cancer of white blood cells</a:t>
            </a:r>
          </a:p>
          <a:p>
            <a:pPr marL="1077913" lvl="2" indent="-379413" eaLnBrk="1" hangingPunct="1">
              <a:defRPr/>
            </a:pPr>
            <a:r>
              <a:rPr lang="en-US" b="1" dirty="0">
                <a:solidFill>
                  <a:schemeClr val="tx1">
                    <a:lumMod val="65000"/>
                    <a:lumOff val="35000"/>
                  </a:schemeClr>
                </a:solidFill>
                <a:latin typeface="Cambria" pitchFamily="18" charset="0"/>
              </a:rPr>
              <a:t>may require treatment using</a:t>
            </a:r>
          </a:p>
          <a:p>
            <a:pPr marL="1841500" lvl="3" indent="-393700" eaLnBrk="1" hangingPunct="1">
              <a:defRPr/>
            </a:pPr>
            <a:r>
              <a:rPr lang="en-US" b="1" dirty="0">
                <a:solidFill>
                  <a:schemeClr val="tx1">
                    <a:lumMod val="65000"/>
                    <a:lumOff val="35000"/>
                  </a:schemeClr>
                </a:solidFill>
                <a:latin typeface="Cambria" pitchFamily="18" charset="0"/>
              </a:rPr>
              <a:t>radiation</a:t>
            </a:r>
          </a:p>
          <a:p>
            <a:pPr marL="1841500" lvl="3" indent="-393700" eaLnBrk="1" hangingPunct="1">
              <a:defRPr/>
            </a:pPr>
            <a:r>
              <a:rPr lang="en-US" b="1" dirty="0">
                <a:solidFill>
                  <a:schemeClr val="tx1">
                    <a:lumMod val="65000"/>
                    <a:lumOff val="35000"/>
                  </a:schemeClr>
                </a:solidFill>
                <a:latin typeface="Cambria" pitchFamily="18" charset="0"/>
              </a:rPr>
              <a:t>chemotherapy, and/or</a:t>
            </a:r>
          </a:p>
          <a:p>
            <a:pPr marL="1841500" lvl="3" indent="-393700" eaLnBrk="1" hangingPunct="1">
              <a:defRPr/>
            </a:pPr>
            <a:r>
              <a:rPr lang="en-US" b="1" dirty="0">
                <a:solidFill>
                  <a:schemeClr val="tx1">
                    <a:lumMod val="65000"/>
                    <a:lumOff val="35000"/>
                  </a:schemeClr>
                </a:solidFill>
                <a:latin typeface="Cambria" pitchFamily="18" charset="0"/>
              </a:rPr>
              <a:t>bone marrow transplantation</a:t>
            </a:r>
          </a:p>
        </p:txBody>
      </p:sp>
      <p:sp>
        <p:nvSpPr>
          <p:cNvPr id="121859" name="Rectangle 4">
            <a:extLst>
              <a:ext uri="{FF2B5EF4-FFF2-40B4-BE49-F238E27FC236}">
                <a16:creationId xmlns:a16="http://schemas.microsoft.com/office/drawing/2014/main" id="{7D9C2D9C-16E1-43D0-8B34-D71597EA42FA}"/>
              </a:ext>
            </a:extLst>
          </p:cNvPr>
          <p:cNvSpPr>
            <a:spLocks noGrp="1" noChangeArrowheads="1"/>
          </p:cNvSpPr>
          <p:nvPr>
            <p:ph type="title" idx="4294967295"/>
          </p:nvPr>
        </p:nvSpPr>
        <p:spPr>
          <a:xfrm>
            <a:off x="304800" y="379413"/>
            <a:ext cx="8534400" cy="485775"/>
          </a:xfrm>
        </p:spPr>
        <p:txBody>
          <a:bodyPr/>
          <a:lstStyle/>
          <a:p>
            <a:pPr eaLnBrk="1" hangingPunct="1">
              <a:lnSpc>
                <a:spcPct val="80000"/>
              </a:lnSpc>
            </a:pPr>
            <a:r>
              <a:rPr lang="en-US" altLang="en-US">
                <a:solidFill>
                  <a:srgbClr val="FFC000"/>
                </a:solidFill>
                <a:latin typeface="Cambria" panose="02040503050406030204" pitchFamily="18" charset="0"/>
              </a:rPr>
              <a:t>Stem Cells and the Treatment of Leukemia</a:t>
            </a:r>
          </a:p>
        </p:txBody>
      </p:sp>
      <p:sp>
        <p:nvSpPr>
          <p:cNvPr id="121860" name="Line 6">
            <a:extLst>
              <a:ext uri="{FF2B5EF4-FFF2-40B4-BE49-F238E27FC236}">
                <a16:creationId xmlns:a16="http://schemas.microsoft.com/office/drawing/2014/main" id="{2D50B89C-07CC-4FAA-A64C-DFE1D84B53CE}"/>
              </a:ext>
            </a:extLst>
          </p:cNvPr>
          <p:cNvSpPr>
            <a:spLocks noChangeShapeType="1"/>
          </p:cNvSpPr>
          <p:nvPr/>
        </p:nvSpPr>
        <p:spPr bwMode="auto">
          <a:xfrm>
            <a:off x="304800" y="110648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3BB3C5B-3F2A-401F-A5CB-0C8225A68A06}"/>
              </a:ext>
            </a:extLst>
          </p:cNvPr>
          <p:cNvSpPr>
            <a:spLocks noGrp="1" noChangeArrowheads="1"/>
          </p:cNvSpPr>
          <p:nvPr>
            <p:ph type="body" idx="4294967295"/>
          </p:nvPr>
        </p:nvSpPr>
        <p:spPr>
          <a:xfrm>
            <a:off x="376238" y="1592263"/>
            <a:ext cx="8259762" cy="2659190"/>
          </a:xfrm>
        </p:spPr>
        <p:txBody>
          <a:bodyPr/>
          <a:lstStyle/>
          <a:p>
            <a:pPr marL="446088" lvl="1" eaLnBrk="1" hangingPunct="1">
              <a:defRPr/>
            </a:pPr>
            <a:r>
              <a:rPr lang="en-US" sz="2400" b="1" dirty="0">
                <a:solidFill>
                  <a:schemeClr val="tx1">
                    <a:lumMod val="65000"/>
                    <a:lumOff val="35000"/>
                  </a:schemeClr>
                </a:solidFill>
                <a:latin typeface="Cambria" pitchFamily="18" charset="0"/>
              </a:rPr>
              <a:t>Cardiovascular disease</a:t>
            </a:r>
          </a:p>
          <a:p>
            <a:pPr marL="1041400" lvl="2" indent="-368300" eaLnBrk="1" hangingPunct="1">
              <a:defRPr/>
            </a:pPr>
            <a:r>
              <a:rPr lang="en-US" sz="2400" b="1" dirty="0">
                <a:solidFill>
                  <a:schemeClr val="tx1">
                    <a:lumMod val="65000"/>
                    <a:lumOff val="35000"/>
                  </a:schemeClr>
                </a:solidFill>
                <a:latin typeface="Cambria" pitchFamily="18" charset="0"/>
              </a:rPr>
              <a:t>includes all diseases affecting the heart and blood vessels</a:t>
            </a:r>
          </a:p>
          <a:p>
            <a:pPr marL="1041400" lvl="2" indent="-368300" eaLnBrk="1" hangingPunct="1">
              <a:defRPr/>
            </a:pPr>
            <a:r>
              <a:rPr lang="en-US" sz="2400" b="1" dirty="0">
                <a:solidFill>
                  <a:schemeClr val="tx1">
                    <a:lumMod val="65000"/>
                    <a:lumOff val="35000"/>
                  </a:schemeClr>
                </a:solidFill>
                <a:latin typeface="Cambria" pitchFamily="18" charset="0"/>
              </a:rPr>
              <a:t>accounts for 40% of all deaths in the United States</a:t>
            </a:r>
          </a:p>
          <a:p>
            <a:pPr marL="1041400" lvl="2" indent="-368300" eaLnBrk="1" hangingPunct="1">
              <a:defRPr/>
            </a:pPr>
            <a:r>
              <a:rPr lang="en-US" sz="2400" b="1" dirty="0">
                <a:solidFill>
                  <a:schemeClr val="tx1">
                    <a:lumMod val="65000"/>
                    <a:lumOff val="35000"/>
                  </a:schemeClr>
                </a:solidFill>
                <a:latin typeface="Cambria" pitchFamily="18" charset="0"/>
              </a:rPr>
              <a:t>kills more than 1 million people each year</a:t>
            </a:r>
          </a:p>
        </p:txBody>
      </p:sp>
      <p:sp>
        <p:nvSpPr>
          <p:cNvPr id="123907" name="Rectangle 6">
            <a:extLst>
              <a:ext uri="{FF2B5EF4-FFF2-40B4-BE49-F238E27FC236}">
                <a16:creationId xmlns:a16="http://schemas.microsoft.com/office/drawing/2014/main" id="{B287509C-88D2-4EAB-8CE2-CCE3A9CB5813}"/>
              </a:ext>
            </a:extLst>
          </p:cNvPr>
          <p:cNvSpPr>
            <a:spLocks noChangeArrowheads="1"/>
          </p:cNvSpPr>
          <p:nvPr/>
        </p:nvSpPr>
        <p:spPr bwMode="auto">
          <a:xfrm>
            <a:off x="376238" y="381000"/>
            <a:ext cx="853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C000"/>
                </a:solidFill>
                <a:latin typeface="Cambria" panose="02040503050406030204" pitchFamily="18" charset="0"/>
              </a:rPr>
              <a:t>Cardiovascular Disease</a:t>
            </a:r>
          </a:p>
        </p:txBody>
      </p:sp>
      <p:sp>
        <p:nvSpPr>
          <p:cNvPr id="123908" name="Line 6">
            <a:extLst>
              <a:ext uri="{FF2B5EF4-FFF2-40B4-BE49-F238E27FC236}">
                <a16:creationId xmlns:a16="http://schemas.microsoft.com/office/drawing/2014/main" id="{4B21405B-6782-4C1F-A3E1-24352F105B59}"/>
              </a:ext>
            </a:extLst>
          </p:cNvPr>
          <p:cNvSpPr>
            <a:spLocks noChangeShapeType="1"/>
          </p:cNvSpPr>
          <p:nvPr/>
        </p:nvSpPr>
        <p:spPr bwMode="auto">
          <a:xfrm>
            <a:off x="304800" y="1233488"/>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025AB4E5-0A0B-4D29-90F3-EFC7B27E1233}"/>
              </a:ext>
            </a:extLst>
          </p:cNvPr>
          <p:cNvSpPr>
            <a:spLocks noGrp="1" noChangeArrowheads="1"/>
          </p:cNvSpPr>
          <p:nvPr>
            <p:ph type="body" idx="4294967295"/>
          </p:nvPr>
        </p:nvSpPr>
        <p:spPr>
          <a:xfrm>
            <a:off x="596900" y="1841500"/>
            <a:ext cx="8178800" cy="2344738"/>
          </a:xfrm>
        </p:spPr>
        <p:txBody>
          <a:bodyPr/>
          <a:lstStyle/>
          <a:p>
            <a:pPr marL="446088" lvl="1" eaLnBrk="1" hangingPunct="1">
              <a:defRPr/>
            </a:pPr>
            <a:r>
              <a:rPr lang="en-US" sz="4000" b="1" dirty="0">
                <a:solidFill>
                  <a:srgbClr val="FF0000"/>
                </a:solidFill>
                <a:latin typeface="Cambria" pitchFamily="18" charset="0"/>
              </a:rPr>
              <a:t>Coronary arteries</a:t>
            </a:r>
          </a:p>
          <a:p>
            <a:pPr marL="1041400" lvl="2" indent="-368300" eaLnBrk="1" hangingPunct="1">
              <a:defRPr/>
            </a:pPr>
            <a:r>
              <a:rPr lang="en-US" sz="2400" b="1" dirty="0">
                <a:solidFill>
                  <a:schemeClr val="tx1">
                    <a:lumMod val="65000"/>
                    <a:lumOff val="35000"/>
                  </a:schemeClr>
                </a:solidFill>
                <a:latin typeface="Cambria" pitchFamily="18" charset="0"/>
              </a:rPr>
              <a:t>supply the heart muscle</a:t>
            </a:r>
          </a:p>
          <a:p>
            <a:pPr marL="1041400" lvl="2" indent="-368300" eaLnBrk="1" hangingPunct="1">
              <a:defRPr/>
            </a:pPr>
            <a:r>
              <a:rPr lang="en-US" sz="2400" b="1" dirty="0">
                <a:solidFill>
                  <a:schemeClr val="tx1">
                    <a:lumMod val="65000"/>
                    <a:lumOff val="35000"/>
                  </a:schemeClr>
                </a:solidFill>
                <a:latin typeface="Cambria" pitchFamily="18" charset="0"/>
              </a:rPr>
              <a:t>can narrow or close, contributing to a heart attack</a:t>
            </a:r>
          </a:p>
        </p:txBody>
      </p:sp>
      <p:sp>
        <p:nvSpPr>
          <p:cNvPr id="125955" name="Rectangle 6">
            <a:extLst>
              <a:ext uri="{FF2B5EF4-FFF2-40B4-BE49-F238E27FC236}">
                <a16:creationId xmlns:a16="http://schemas.microsoft.com/office/drawing/2014/main" id="{53FDC97E-AC2C-4339-8B7A-EC876F9819ED}"/>
              </a:ext>
            </a:extLst>
          </p:cNvPr>
          <p:cNvSpPr>
            <a:spLocks noChangeArrowheads="1"/>
          </p:cNvSpPr>
          <p:nvPr/>
        </p:nvSpPr>
        <p:spPr bwMode="auto">
          <a:xfrm>
            <a:off x="520700" y="488950"/>
            <a:ext cx="8191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C000"/>
                </a:solidFill>
                <a:latin typeface="Cambria" panose="02040503050406030204" pitchFamily="18" charset="0"/>
              </a:rPr>
              <a:t>Cardiovascular Disease</a:t>
            </a:r>
          </a:p>
        </p:txBody>
      </p:sp>
      <p:sp>
        <p:nvSpPr>
          <p:cNvPr id="125956" name="Line 6">
            <a:extLst>
              <a:ext uri="{FF2B5EF4-FFF2-40B4-BE49-F238E27FC236}">
                <a16:creationId xmlns:a16="http://schemas.microsoft.com/office/drawing/2014/main" id="{B79B4120-CCB5-4469-AE46-ABD878F3B7B0}"/>
              </a:ext>
            </a:extLst>
          </p:cNvPr>
          <p:cNvSpPr>
            <a:spLocks noChangeShapeType="1"/>
          </p:cNvSpPr>
          <p:nvPr/>
        </p:nvSpPr>
        <p:spPr bwMode="auto">
          <a:xfrm>
            <a:off x="304800" y="1419225"/>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23_13CoronaryBlockage-U">
            <a:extLst>
              <a:ext uri="{FF2B5EF4-FFF2-40B4-BE49-F238E27FC236}">
                <a16:creationId xmlns:a16="http://schemas.microsoft.com/office/drawing/2014/main" id="{8178F144-EEA8-42FF-A2A7-068164F99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8588" y="541338"/>
            <a:ext cx="3694112" cy="577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3" name="Text Box 4">
            <a:extLst>
              <a:ext uri="{FF2B5EF4-FFF2-40B4-BE49-F238E27FC236}">
                <a16:creationId xmlns:a16="http://schemas.microsoft.com/office/drawing/2014/main" id="{D3E3ED8E-65BA-4CE8-A014-29BED7089401}"/>
              </a:ext>
            </a:extLst>
          </p:cNvPr>
          <p:cNvSpPr txBox="1">
            <a:spLocks noChangeArrowheads="1"/>
          </p:cNvSpPr>
          <p:nvPr/>
        </p:nvSpPr>
        <p:spPr bwMode="auto">
          <a:xfrm>
            <a:off x="5262563" y="584200"/>
            <a:ext cx="2244725"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Coronary artery</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(supplies oxygen</a:t>
            </a:r>
          </a:p>
          <a:p>
            <a:pPr>
              <a:lnSpc>
                <a:spcPct val="90000"/>
              </a:lnSpc>
              <a:spcBef>
                <a:spcPct val="0"/>
              </a:spcBef>
              <a:spcAft>
                <a:spcPct val="0"/>
              </a:spcAft>
              <a:buClrTx/>
              <a:buFontTx/>
              <a:buNone/>
            </a:pPr>
            <a:r>
              <a:rPr lang="en-US" altLang="en-US" sz="1800" b="1">
                <a:latin typeface="Cambria" panose="02040503050406030204" pitchFamily="18" charset="0"/>
                <a:sym typeface="Symbol" panose="05050102010706020507" pitchFamily="18" charset="2"/>
              </a:rPr>
              <a:t>to the heart muscle)</a:t>
            </a:r>
            <a:endParaRPr lang="en-US" altLang="en-US" sz="1800" b="1">
              <a:latin typeface="Cambria" panose="02040503050406030204" pitchFamily="18" charset="0"/>
            </a:endParaRPr>
          </a:p>
        </p:txBody>
      </p:sp>
      <p:sp>
        <p:nvSpPr>
          <p:cNvPr id="128004" name="Text Box 5">
            <a:extLst>
              <a:ext uri="{FF2B5EF4-FFF2-40B4-BE49-F238E27FC236}">
                <a16:creationId xmlns:a16="http://schemas.microsoft.com/office/drawing/2014/main" id="{555F8320-BE6D-47B2-9F9C-36D3CBD80718}"/>
              </a:ext>
            </a:extLst>
          </p:cNvPr>
          <p:cNvSpPr txBox="1">
            <a:spLocks noChangeArrowheads="1"/>
          </p:cNvSpPr>
          <p:nvPr/>
        </p:nvSpPr>
        <p:spPr bwMode="auto">
          <a:xfrm>
            <a:off x="3979863" y="5473700"/>
            <a:ext cx="14700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Dead muscle</a:t>
            </a:r>
          </a:p>
          <a:p>
            <a:pPr>
              <a:lnSpc>
                <a:spcPct val="90000"/>
              </a:lnSpc>
              <a:spcBef>
                <a:spcPct val="0"/>
              </a:spcBef>
              <a:spcAft>
                <a:spcPct val="0"/>
              </a:spcAft>
              <a:buClrTx/>
              <a:buFontTx/>
              <a:buNone/>
            </a:pPr>
            <a:r>
              <a:rPr lang="en-US" altLang="en-US" sz="1800" b="1">
                <a:latin typeface="Cambria" panose="02040503050406030204" pitchFamily="18" charset="0"/>
              </a:rPr>
              <a:t>tissue</a:t>
            </a:r>
          </a:p>
        </p:txBody>
      </p:sp>
      <p:sp>
        <p:nvSpPr>
          <p:cNvPr id="128005" name="Text Box 6">
            <a:extLst>
              <a:ext uri="{FF2B5EF4-FFF2-40B4-BE49-F238E27FC236}">
                <a16:creationId xmlns:a16="http://schemas.microsoft.com/office/drawing/2014/main" id="{8226CB44-D5F8-499C-8E4F-8541893FE0EB}"/>
              </a:ext>
            </a:extLst>
          </p:cNvPr>
          <p:cNvSpPr txBox="1">
            <a:spLocks noChangeArrowheads="1"/>
          </p:cNvSpPr>
          <p:nvPr/>
        </p:nvSpPr>
        <p:spPr bwMode="auto">
          <a:xfrm>
            <a:off x="6100763" y="5880100"/>
            <a:ext cx="11652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Blockage</a:t>
            </a:r>
          </a:p>
        </p:txBody>
      </p:sp>
      <p:sp>
        <p:nvSpPr>
          <p:cNvPr id="128006" name="Text Box 7">
            <a:extLst>
              <a:ext uri="{FF2B5EF4-FFF2-40B4-BE49-F238E27FC236}">
                <a16:creationId xmlns:a16="http://schemas.microsoft.com/office/drawing/2014/main" id="{7DD6EAC8-E11D-451D-AF17-6202E4733176}"/>
              </a:ext>
            </a:extLst>
          </p:cNvPr>
          <p:cNvSpPr txBox="1">
            <a:spLocks noChangeArrowheads="1"/>
          </p:cNvSpPr>
          <p:nvPr/>
        </p:nvSpPr>
        <p:spPr bwMode="auto">
          <a:xfrm>
            <a:off x="4348163" y="558800"/>
            <a:ext cx="7080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spcBef>
                <a:spcPct val="0"/>
              </a:spcBef>
              <a:spcAft>
                <a:spcPct val="0"/>
              </a:spcAft>
              <a:buClrTx/>
              <a:buFontTx/>
              <a:buNone/>
            </a:pPr>
            <a:r>
              <a:rPr lang="en-US" altLang="en-US" sz="1800" b="1">
                <a:latin typeface="Cambria" panose="02040503050406030204" pitchFamily="18" charset="0"/>
              </a:rPr>
              <a:t>Aorta</a:t>
            </a:r>
          </a:p>
        </p:txBody>
      </p:sp>
      <p:sp>
        <p:nvSpPr>
          <p:cNvPr id="128007" name="Line 8">
            <a:extLst>
              <a:ext uri="{FF2B5EF4-FFF2-40B4-BE49-F238E27FC236}">
                <a16:creationId xmlns:a16="http://schemas.microsoft.com/office/drawing/2014/main" id="{3EFDEEB7-3F23-4364-9CA5-C2197CCD8413}"/>
              </a:ext>
            </a:extLst>
          </p:cNvPr>
          <p:cNvSpPr>
            <a:spLocks noChangeShapeType="1"/>
          </p:cNvSpPr>
          <p:nvPr/>
        </p:nvSpPr>
        <p:spPr bwMode="auto">
          <a:xfrm>
            <a:off x="4745038" y="838200"/>
            <a:ext cx="317500" cy="698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08" name="Line 9">
            <a:extLst>
              <a:ext uri="{FF2B5EF4-FFF2-40B4-BE49-F238E27FC236}">
                <a16:creationId xmlns:a16="http://schemas.microsoft.com/office/drawing/2014/main" id="{5D6C08E3-438C-4123-B7EC-7D19B715A127}"/>
              </a:ext>
            </a:extLst>
          </p:cNvPr>
          <p:cNvSpPr>
            <a:spLocks noChangeShapeType="1"/>
          </p:cNvSpPr>
          <p:nvPr/>
        </p:nvSpPr>
        <p:spPr bwMode="auto">
          <a:xfrm>
            <a:off x="6053138" y="1333500"/>
            <a:ext cx="0" cy="1270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09" name="Line 10">
            <a:extLst>
              <a:ext uri="{FF2B5EF4-FFF2-40B4-BE49-F238E27FC236}">
                <a16:creationId xmlns:a16="http://schemas.microsoft.com/office/drawing/2014/main" id="{0CD2F623-0F7A-4F5C-A0C1-158559D4E597}"/>
              </a:ext>
            </a:extLst>
          </p:cNvPr>
          <p:cNvSpPr>
            <a:spLocks noChangeShapeType="1"/>
          </p:cNvSpPr>
          <p:nvPr/>
        </p:nvSpPr>
        <p:spPr bwMode="auto">
          <a:xfrm flipV="1">
            <a:off x="5430838" y="4965700"/>
            <a:ext cx="6731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28010" name="Group 11">
            <a:extLst>
              <a:ext uri="{FF2B5EF4-FFF2-40B4-BE49-F238E27FC236}">
                <a16:creationId xmlns:a16="http://schemas.microsoft.com/office/drawing/2014/main" id="{ED1093CF-F513-4B09-8C4A-04F4D8BAF9EF}"/>
              </a:ext>
            </a:extLst>
          </p:cNvPr>
          <p:cNvGrpSpPr>
            <a:grpSpLocks/>
          </p:cNvGrpSpPr>
          <p:nvPr/>
        </p:nvGrpSpPr>
        <p:grpSpPr bwMode="auto">
          <a:xfrm>
            <a:off x="6434138" y="4203700"/>
            <a:ext cx="431800" cy="1676400"/>
            <a:chOff x="3288" y="2648"/>
            <a:chExt cx="272" cy="1056"/>
          </a:xfrm>
        </p:grpSpPr>
        <p:sp>
          <p:nvSpPr>
            <p:cNvPr id="128012" name="Line 12">
              <a:extLst>
                <a:ext uri="{FF2B5EF4-FFF2-40B4-BE49-F238E27FC236}">
                  <a16:creationId xmlns:a16="http://schemas.microsoft.com/office/drawing/2014/main" id="{E2C7FE6F-FCB4-4E01-9333-6BFD186AF561}"/>
                </a:ext>
              </a:extLst>
            </p:cNvPr>
            <p:cNvSpPr>
              <a:spLocks noChangeShapeType="1"/>
            </p:cNvSpPr>
            <p:nvPr/>
          </p:nvSpPr>
          <p:spPr bwMode="auto">
            <a:xfrm flipV="1">
              <a:off x="3288" y="2816"/>
              <a:ext cx="176" cy="8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13" name="Oval 13">
              <a:extLst>
                <a:ext uri="{FF2B5EF4-FFF2-40B4-BE49-F238E27FC236}">
                  <a16:creationId xmlns:a16="http://schemas.microsoft.com/office/drawing/2014/main" id="{B37005E1-3E9A-4F31-93BA-31E259077EF3}"/>
                </a:ext>
              </a:extLst>
            </p:cNvPr>
            <p:cNvSpPr>
              <a:spLocks noChangeArrowheads="1"/>
            </p:cNvSpPr>
            <p:nvPr/>
          </p:nvSpPr>
          <p:spPr bwMode="auto">
            <a:xfrm>
              <a:off x="3392" y="2648"/>
              <a:ext cx="168" cy="16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spcBef>
                  <a:spcPct val="0"/>
                </a:spcBef>
                <a:spcAft>
                  <a:spcPct val="0"/>
                </a:spcAft>
                <a:buClrTx/>
                <a:buFontTx/>
                <a:buNone/>
              </a:pPr>
              <a:endParaRPr lang="en-US" altLang="en-US" sz="2400">
                <a:latin typeface="Cambria" panose="02040503050406030204" pitchFamily="18" charset="0"/>
              </a:endParaRPr>
            </a:p>
          </p:txBody>
        </p:sp>
      </p:grpSp>
      <p:sp>
        <p:nvSpPr>
          <p:cNvPr id="128011" name="Rectangle 2">
            <a:extLst>
              <a:ext uri="{FF2B5EF4-FFF2-40B4-BE49-F238E27FC236}">
                <a16:creationId xmlns:a16="http://schemas.microsoft.com/office/drawing/2014/main" id="{1A7D2186-B535-466A-BFF1-D914A5D61BAE}"/>
              </a:ext>
            </a:extLst>
          </p:cNvPr>
          <p:cNvSpPr>
            <a:spLocks noChangeArrowheads="1"/>
          </p:cNvSpPr>
          <p:nvPr/>
        </p:nvSpPr>
        <p:spPr bwMode="auto">
          <a:xfrm>
            <a:off x="-444500" y="354013"/>
            <a:ext cx="45720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r" eaLnBrk="1" hangingPunct="1">
              <a:spcBef>
                <a:spcPct val="0"/>
              </a:spcBef>
              <a:spcAft>
                <a:spcPct val="0"/>
              </a:spcAft>
              <a:buClrTx/>
              <a:buFontTx/>
              <a:buNone/>
            </a:pPr>
            <a:r>
              <a:rPr lang="en-US" altLang="en-US" b="1" dirty="0">
                <a:solidFill>
                  <a:srgbClr val="FFC000"/>
                </a:solidFill>
                <a:latin typeface="Cambria" panose="02040503050406030204" pitchFamily="18" charset="0"/>
              </a:rPr>
              <a:t>Blockage of a coronary artery, resulting</a:t>
            </a:r>
          </a:p>
          <a:p>
            <a:pPr algn="r" eaLnBrk="1" hangingPunct="1">
              <a:spcBef>
                <a:spcPct val="0"/>
              </a:spcBef>
              <a:spcAft>
                <a:spcPct val="0"/>
              </a:spcAft>
              <a:buClrTx/>
              <a:buFontTx/>
              <a:buNone/>
            </a:pPr>
            <a:r>
              <a:rPr lang="en-US" altLang="en-US" b="1" dirty="0">
                <a:solidFill>
                  <a:srgbClr val="FFC000"/>
                </a:solidFill>
                <a:latin typeface="Cambria" panose="02040503050406030204" pitchFamily="18" charset="0"/>
              </a:rPr>
              <a:t>in a heart attack</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D9EEC138-3B6D-4AD2-ABEB-0520E4E01377}"/>
              </a:ext>
            </a:extLst>
          </p:cNvPr>
          <p:cNvSpPr>
            <a:spLocks noGrp="1" noChangeArrowheads="1"/>
          </p:cNvSpPr>
          <p:nvPr>
            <p:ph type="body" idx="4294967295"/>
          </p:nvPr>
        </p:nvSpPr>
        <p:spPr>
          <a:xfrm>
            <a:off x="228600" y="1558925"/>
            <a:ext cx="8610600" cy="2640013"/>
          </a:xfrm>
        </p:spPr>
        <p:txBody>
          <a:bodyPr/>
          <a:lstStyle/>
          <a:p>
            <a:pPr marL="446088" lvl="1" eaLnBrk="1" hangingPunct="1">
              <a:defRPr/>
            </a:pPr>
            <a:r>
              <a:rPr lang="en-US" sz="3600" b="1" dirty="0">
                <a:solidFill>
                  <a:srgbClr val="FF0000"/>
                </a:solidFill>
                <a:latin typeface="Cambria" pitchFamily="18" charset="0"/>
              </a:rPr>
              <a:t>Atherosclerosis</a:t>
            </a:r>
          </a:p>
          <a:p>
            <a:pPr marL="1066800" lvl="2" indent="-381000" eaLnBrk="1" hangingPunct="1">
              <a:defRPr/>
            </a:pPr>
            <a:r>
              <a:rPr lang="en-US" sz="2400" b="1" dirty="0">
                <a:solidFill>
                  <a:schemeClr val="tx1">
                    <a:lumMod val="65000"/>
                    <a:lumOff val="35000"/>
                  </a:schemeClr>
                </a:solidFill>
                <a:latin typeface="Cambria" pitchFamily="18" charset="0"/>
              </a:rPr>
              <a:t>a chronic cardiovascular disease</a:t>
            </a:r>
          </a:p>
          <a:p>
            <a:pPr marL="1066800" lvl="2" indent="-381000" eaLnBrk="1" hangingPunct="1">
              <a:defRPr/>
            </a:pPr>
            <a:r>
              <a:rPr lang="en-US" sz="2400" b="1" dirty="0">
                <a:solidFill>
                  <a:schemeClr val="tx1">
                    <a:lumMod val="65000"/>
                    <a:lumOff val="35000"/>
                  </a:schemeClr>
                </a:solidFill>
                <a:latin typeface="Cambria" pitchFamily="18" charset="0"/>
              </a:rPr>
              <a:t>results from fatty deposits called </a:t>
            </a:r>
            <a:r>
              <a:rPr lang="en-US" sz="2400" b="1" dirty="0">
                <a:solidFill>
                  <a:schemeClr val="tx1">
                    <a:lumMod val="65000"/>
                    <a:lumOff val="35000"/>
                  </a:schemeClr>
                </a:solidFill>
                <a:highlight>
                  <a:srgbClr val="FFFF00"/>
                </a:highlight>
                <a:latin typeface="Cambria" pitchFamily="18" charset="0"/>
              </a:rPr>
              <a:t>plaque</a:t>
            </a:r>
            <a:r>
              <a:rPr lang="en-US" sz="2400" b="1" dirty="0">
                <a:solidFill>
                  <a:schemeClr val="tx1">
                    <a:lumMod val="65000"/>
                    <a:lumOff val="35000"/>
                  </a:schemeClr>
                </a:solidFill>
                <a:latin typeface="Cambria" pitchFamily="18" charset="0"/>
              </a:rPr>
              <a:t> that develop in the inner walls of arteries, clogging the passages through which blood can flow.</a:t>
            </a:r>
          </a:p>
        </p:txBody>
      </p:sp>
      <p:sp>
        <p:nvSpPr>
          <p:cNvPr id="130051" name="Rectangle 6">
            <a:extLst>
              <a:ext uri="{FF2B5EF4-FFF2-40B4-BE49-F238E27FC236}">
                <a16:creationId xmlns:a16="http://schemas.microsoft.com/office/drawing/2014/main" id="{014EB3AE-96A2-480F-B41E-8373AB7843C7}"/>
              </a:ext>
            </a:extLst>
          </p:cNvPr>
          <p:cNvSpPr>
            <a:spLocks noChangeArrowheads="1"/>
          </p:cNvSpPr>
          <p:nvPr/>
        </p:nvSpPr>
        <p:spPr bwMode="auto">
          <a:xfrm>
            <a:off x="558800" y="396875"/>
            <a:ext cx="8280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3600" b="1">
                <a:solidFill>
                  <a:srgbClr val="FF0000"/>
                </a:solidFill>
                <a:latin typeface="Cambria" panose="02040503050406030204" pitchFamily="18" charset="0"/>
              </a:rPr>
              <a:t>Cardiovascular </a:t>
            </a:r>
            <a:r>
              <a:rPr lang="en-US" altLang="en-US" sz="4000" b="1">
                <a:solidFill>
                  <a:srgbClr val="FF0000"/>
                </a:solidFill>
                <a:latin typeface="Cambria" panose="02040503050406030204" pitchFamily="18" charset="0"/>
              </a:rPr>
              <a:t>Disease</a:t>
            </a:r>
          </a:p>
        </p:txBody>
      </p:sp>
      <p:sp>
        <p:nvSpPr>
          <p:cNvPr id="130052" name="Line 6">
            <a:extLst>
              <a:ext uri="{FF2B5EF4-FFF2-40B4-BE49-F238E27FC236}">
                <a16:creationId xmlns:a16="http://schemas.microsoft.com/office/drawing/2014/main" id="{0645AC50-99E7-4343-8032-BCA328514B9E}"/>
              </a:ext>
            </a:extLst>
          </p:cNvPr>
          <p:cNvSpPr>
            <a:spLocks noChangeShapeType="1"/>
          </p:cNvSpPr>
          <p:nvPr/>
        </p:nvSpPr>
        <p:spPr bwMode="auto">
          <a:xfrm>
            <a:off x="304800" y="1287463"/>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23_14_ArteryBlockage-U">
            <a:extLst>
              <a:ext uri="{FF2B5EF4-FFF2-40B4-BE49-F238E27FC236}">
                <a16:creationId xmlns:a16="http://schemas.microsoft.com/office/drawing/2014/main" id="{7E8837B1-2DFE-4103-9FF0-14EE837FDB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2201863"/>
            <a:ext cx="8548687" cy="349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099" name="Text Box 4">
            <a:extLst>
              <a:ext uri="{FF2B5EF4-FFF2-40B4-BE49-F238E27FC236}">
                <a16:creationId xmlns:a16="http://schemas.microsoft.com/office/drawing/2014/main" id="{E8657CA0-1099-47C0-999C-9EBB1057BF75}"/>
              </a:ext>
            </a:extLst>
          </p:cNvPr>
          <p:cNvSpPr txBox="1">
            <a:spLocks noChangeArrowheads="1"/>
          </p:cNvSpPr>
          <p:nvPr/>
        </p:nvSpPr>
        <p:spPr bwMode="auto">
          <a:xfrm>
            <a:off x="257175" y="2957513"/>
            <a:ext cx="13430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r">
              <a:lnSpc>
                <a:spcPct val="90000"/>
              </a:lnSpc>
              <a:spcBef>
                <a:spcPct val="0"/>
              </a:spcBef>
              <a:spcAft>
                <a:spcPct val="0"/>
              </a:spcAft>
              <a:buClrTx/>
              <a:buFontTx/>
              <a:buNone/>
            </a:pPr>
            <a:r>
              <a:rPr lang="en-US" altLang="en-US" sz="1800" b="1">
                <a:latin typeface="Cambria" panose="02040503050406030204" pitchFamily="18" charset="0"/>
              </a:rPr>
              <a:t>Connective</a:t>
            </a:r>
          </a:p>
          <a:p>
            <a:pPr algn="r">
              <a:lnSpc>
                <a:spcPct val="90000"/>
              </a:lnSpc>
              <a:spcBef>
                <a:spcPct val="0"/>
              </a:spcBef>
              <a:spcAft>
                <a:spcPct val="0"/>
              </a:spcAft>
              <a:buClrTx/>
              <a:buFontTx/>
              <a:buNone/>
            </a:pPr>
            <a:r>
              <a:rPr lang="en-US" altLang="en-US" sz="1800" b="1">
                <a:latin typeface="Cambria" panose="02040503050406030204" pitchFamily="18" charset="0"/>
              </a:rPr>
              <a:t>tissue</a:t>
            </a:r>
          </a:p>
        </p:txBody>
      </p:sp>
      <p:sp>
        <p:nvSpPr>
          <p:cNvPr id="132100" name="Text Box 5">
            <a:extLst>
              <a:ext uri="{FF2B5EF4-FFF2-40B4-BE49-F238E27FC236}">
                <a16:creationId xmlns:a16="http://schemas.microsoft.com/office/drawing/2014/main" id="{23F8A5A2-8D81-4FFC-9ABF-A1D3CA8C6EED}"/>
              </a:ext>
            </a:extLst>
          </p:cNvPr>
          <p:cNvSpPr txBox="1">
            <a:spLocks noChangeArrowheads="1"/>
          </p:cNvSpPr>
          <p:nvPr/>
        </p:nvSpPr>
        <p:spPr bwMode="auto">
          <a:xfrm>
            <a:off x="4067175" y="2274888"/>
            <a:ext cx="890588"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Smooth</a:t>
            </a:r>
          </a:p>
          <a:p>
            <a:pPr>
              <a:lnSpc>
                <a:spcPct val="90000"/>
              </a:lnSpc>
              <a:spcBef>
                <a:spcPct val="0"/>
              </a:spcBef>
              <a:spcAft>
                <a:spcPct val="0"/>
              </a:spcAft>
              <a:buClrTx/>
              <a:buFontTx/>
              <a:buNone/>
            </a:pPr>
            <a:r>
              <a:rPr lang="en-US" altLang="en-US" sz="1800" b="1">
                <a:latin typeface="Cambria" panose="02040503050406030204" pitchFamily="18" charset="0"/>
              </a:rPr>
              <a:t>muscle</a:t>
            </a:r>
          </a:p>
          <a:p>
            <a:pPr>
              <a:lnSpc>
                <a:spcPct val="90000"/>
              </a:lnSpc>
              <a:spcBef>
                <a:spcPct val="0"/>
              </a:spcBef>
              <a:spcAft>
                <a:spcPct val="0"/>
              </a:spcAft>
              <a:buClrTx/>
              <a:buFontTx/>
              <a:buNone/>
            </a:pPr>
            <a:r>
              <a:rPr lang="en-US" altLang="en-US" sz="1800" b="1">
                <a:latin typeface="Cambria" panose="02040503050406030204" pitchFamily="18" charset="0"/>
              </a:rPr>
              <a:t>tissue</a:t>
            </a:r>
          </a:p>
        </p:txBody>
      </p:sp>
      <p:sp>
        <p:nvSpPr>
          <p:cNvPr id="132101" name="Text Box 6">
            <a:extLst>
              <a:ext uri="{FF2B5EF4-FFF2-40B4-BE49-F238E27FC236}">
                <a16:creationId xmlns:a16="http://schemas.microsoft.com/office/drawing/2014/main" id="{13CDA62B-B59A-40A0-9361-2F9DB705C88E}"/>
              </a:ext>
            </a:extLst>
          </p:cNvPr>
          <p:cNvSpPr txBox="1">
            <a:spLocks noChangeArrowheads="1"/>
          </p:cNvSpPr>
          <p:nvPr/>
        </p:nvSpPr>
        <p:spPr bwMode="auto">
          <a:xfrm>
            <a:off x="7512050" y="4370388"/>
            <a:ext cx="1136650"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2400" b="1">
                <a:solidFill>
                  <a:srgbClr val="FF0000"/>
                </a:solidFill>
                <a:latin typeface="Cambria" panose="02040503050406030204" pitchFamily="18" charset="0"/>
              </a:rPr>
              <a:t>Plaque</a:t>
            </a:r>
          </a:p>
        </p:txBody>
      </p:sp>
      <p:sp>
        <p:nvSpPr>
          <p:cNvPr id="132102" name="Text Box 7">
            <a:extLst>
              <a:ext uri="{FF2B5EF4-FFF2-40B4-BE49-F238E27FC236}">
                <a16:creationId xmlns:a16="http://schemas.microsoft.com/office/drawing/2014/main" id="{2EF29D3A-A9DA-4A0D-8A84-E2D193B6322E}"/>
              </a:ext>
            </a:extLst>
          </p:cNvPr>
          <p:cNvSpPr txBox="1">
            <a:spLocks noChangeArrowheads="1"/>
          </p:cNvSpPr>
          <p:nvPr/>
        </p:nvSpPr>
        <p:spPr bwMode="auto">
          <a:xfrm>
            <a:off x="309563" y="4657725"/>
            <a:ext cx="118903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Epithelium</a:t>
            </a:r>
          </a:p>
        </p:txBody>
      </p:sp>
      <p:sp>
        <p:nvSpPr>
          <p:cNvPr id="132103" name="Text Box 8">
            <a:extLst>
              <a:ext uri="{FF2B5EF4-FFF2-40B4-BE49-F238E27FC236}">
                <a16:creationId xmlns:a16="http://schemas.microsoft.com/office/drawing/2014/main" id="{4BD7A10A-C2EE-4D11-8B22-644118889025}"/>
              </a:ext>
            </a:extLst>
          </p:cNvPr>
          <p:cNvSpPr txBox="1">
            <a:spLocks noChangeArrowheads="1"/>
          </p:cNvSpPr>
          <p:nvPr/>
        </p:nvSpPr>
        <p:spPr bwMode="auto">
          <a:xfrm>
            <a:off x="2100263" y="5278438"/>
            <a:ext cx="15589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2400" b="1">
                <a:solidFill>
                  <a:srgbClr val="FF0000"/>
                </a:solidFill>
                <a:latin typeface="Cambria" panose="02040503050406030204" pitchFamily="18" charset="0"/>
              </a:rPr>
              <a:t>Normal artery</a:t>
            </a:r>
          </a:p>
        </p:txBody>
      </p:sp>
      <p:sp>
        <p:nvSpPr>
          <p:cNvPr id="132104" name="Text Box 9">
            <a:extLst>
              <a:ext uri="{FF2B5EF4-FFF2-40B4-BE49-F238E27FC236}">
                <a16:creationId xmlns:a16="http://schemas.microsoft.com/office/drawing/2014/main" id="{F05B333E-8989-4DF4-B950-3453DE559A23}"/>
              </a:ext>
            </a:extLst>
          </p:cNvPr>
          <p:cNvSpPr txBox="1">
            <a:spLocks noChangeArrowheads="1"/>
          </p:cNvSpPr>
          <p:nvPr/>
        </p:nvSpPr>
        <p:spPr bwMode="auto">
          <a:xfrm>
            <a:off x="5187950" y="5267325"/>
            <a:ext cx="368935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2400" b="1">
                <a:solidFill>
                  <a:srgbClr val="FF0000"/>
                </a:solidFill>
                <a:latin typeface="Cambria" panose="02040503050406030204" pitchFamily="18" charset="0"/>
              </a:rPr>
              <a:t>Artery partially</a:t>
            </a:r>
          </a:p>
          <a:p>
            <a:pPr>
              <a:lnSpc>
                <a:spcPct val="90000"/>
              </a:lnSpc>
              <a:spcBef>
                <a:spcPct val="0"/>
              </a:spcBef>
              <a:spcAft>
                <a:spcPct val="0"/>
              </a:spcAft>
              <a:buClrTx/>
              <a:buFontTx/>
              <a:buNone/>
            </a:pPr>
            <a:r>
              <a:rPr lang="en-US" altLang="en-US" sz="2400" b="1">
                <a:solidFill>
                  <a:srgbClr val="FF0000"/>
                </a:solidFill>
                <a:latin typeface="Cambria" panose="02040503050406030204" pitchFamily="18" charset="0"/>
              </a:rPr>
              <a:t>blocked by plaque</a:t>
            </a:r>
          </a:p>
        </p:txBody>
      </p:sp>
      <p:sp>
        <p:nvSpPr>
          <p:cNvPr id="132105" name="Text Box 10">
            <a:extLst>
              <a:ext uri="{FF2B5EF4-FFF2-40B4-BE49-F238E27FC236}">
                <a16:creationId xmlns:a16="http://schemas.microsoft.com/office/drawing/2014/main" id="{9293C72C-A4D4-4294-AAF3-06193079E629}"/>
              </a:ext>
            </a:extLst>
          </p:cNvPr>
          <p:cNvSpPr txBox="1">
            <a:spLocks noChangeArrowheads="1"/>
          </p:cNvSpPr>
          <p:nvPr/>
        </p:nvSpPr>
        <p:spPr bwMode="auto">
          <a:xfrm>
            <a:off x="6264275" y="2143125"/>
            <a:ext cx="1893888"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Partially blocked</a:t>
            </a:r>
            <a:br>
              <a:rPr lang="en-US" altLang="en-US" sz="1800" b="1">
                <a:latin typeface="Cambria" panose="02040503050406030204" pitchFamily="18" charset="0"/>
              </a:rPr>
            </a:br>
            <a:r>
              <a:rPr lang="en-US" altLang="en-US" sz="1800" b="1">
                <a:latin typeface="Cambria" panose="02040503050406030204" pitchFamily="18" charset="0"/>
              </a:rPr>
              <a:t>passageway</a:t>
            </a:r>
          </a:p>
        </p:txBody>
      </p:sp>
      <p:sp>
        <p:nvSpPr>
          <p:cNvPr id="132106" name="Line 11">
            <a:extLst>
              <a:ext uri="{FF2B5EF4-FFF2-40B4-BE49-F238E27FC236}">
                <a16:creationId xmlns:a16="http://schemas.microsoft.com/office/drawing/2014/main" id="{BEF0B3CB-8523-407A-9F31-61366842C09C}"/>
              </a:ext>
            </a:extLst>
          </p:cNvPr>
          <p:cNvSpPr>
            <a:spLocks noChangeShapeType="1"/>
          </p:cNvSpPr>
          <p:nvPr/>
        </p:nvSpPr>
        <p:spPr bwMode="auto">
          <a:xfrm flipV="1">
            <a:off x="1581150" y="4597400"/>
            <a:ext cx="838200" cy="203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107" name="Line 12">
            <a:extLst>
              <a:ext uri="{FF2B5EF4-FFF2-40B4-BE49-F238E27FC236}">
                <a16:creationId xmlns:a16="http://schemas.microsoft.com/office/drawing/2014/main" id="{55D4AD1E-7C83-4F00-BA2E-D427BC4490B1}"/>
              </a:ext>
            </a:extLst>
          </p:cNvPr>
          <p:cNvSpPr>
            <a:spLocks noChangeShapeType="1"/>
          </p:cNvSpPr>
          <p:nvPr/>
        </p:nvSpPr>
        <p:spPr bwMode="auto">
          <a:xfrm>
            <a:off x="1631950" y="3352800"/>
            <a:ext cx="317500" cy="177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108" name="Line 13">
            <a:extLst>
              <a:ext uri="{FF2B5EF4-FFF2-40B4-BE49-F238E27FC236}">
                <a16:creationId xmlns:a16="http://schemas.microsoft.com/office/drawing/2014/main" id="{DC456321-E037-403A-95CD-34281A3B16B3}"/>
              </a:ext>
            </a:extLst>
          </p:cNvPr>
          <p:cNvSpPr>
            <a:spLocks noChangeShapeType="1"/>
          </p:cNvSpPr>
          <p:nvPr/>
        </p:nvSpPr>
        <p:spPr bwMode="auto">
          <a:xfrm>
            <a:off x="2749550" y="2628900"/>
            <a:ext cx="139700" cy="889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109" name="Line 14">
            <a:extLst>
              <a:ext uri="{FF2B5EF4-FFF2-40B4-BE49-F238E27FC236}">
                <a16:creationId xmlns:a16="http://schemas.microsoft.com/office/drawing/2014/main" id="{29F56649-95D3-46E7-BBA8-B6C948970F00}"/>
              </a:ext>
            </a:extLst>
          </p:cNvPr>
          <p:cNvSpPr>
            <a:spLocks noChangeShapeType="1"/>
          </p:cNvSpPr>
          <p:nvPr/>
        </p:nvSpPr>
        <p:spPr bwMode="auto">
          <a:xfrm flipH="1">
            <a:off x="3879850" y="3035300"/>
            <a:ext cx="457200" cy="393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110" name="Line 15">
            <a:extLst>
              <a:ext uri="{FF2B5EF4-FFF2-40B4-BE49-F238E27FC236}">
                <a16:creationId xmlns:a16="http://schemas.microsoft.com/office/drawing/2014/main" id="{D5A9C144-698F-460A-83AD-151BBC0B1CA2}"/>
              </a:ext>
            </a:extLst>
          </p:cNvPr>
          <p:cNvSpPr>
            <a:spLocks noChangeShapeType="1"/>
          </p:cNvSpPr>
          <p:nvPr/>
        </p:nvSpPr>
        <p:spPr bwMode="auto">
          <a:xfrm flipH="1">
            <a:off x="6483350" y="2717800"/>
            <a:ext cx="406400" cy="774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111" name="Line 16">
            <a:extLst>
              <a:ext uri="{FF2B5EF4-FFF2-40B4-BE49-F238E27FC236}">
                <a16:creationId xmlns:a16="http://schemas.microsoft.com/office/drawing/2014/main" id="{BCCBBBCF-EB13-4D68-B1E2-3557E7DD1336}"/>
              </a:ext>
            </a:extLst>
          </p:cNvPr>
          <p:cNvSpPr>
            <a:spLocks noChangeShapeType="1"/>
          </p:cNvSpPr>
          <p:nvPr/>
        </p:nvSpPr>
        <p:spPr bwMode="auto">
          <a:xfrm flipH="1">
            <a:off x="6305550" y="4508500"/>
            <a:ext cx="1117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112" name="Text Box 17">
            <a:extLst>
              <a:ext uri="{FF2B5EF4-FFF2-40B4-BE49-F238E27FC236}">
                <a16:creationId xmlns:a16="http://schemas.microsoft.com/office/drawing/2014/main" id="{F97AA07D-7A0C-4902-B516-DF26DC1C9A65}"/>
              </a:ext>
            </a:extLst>
          </p:cNvPr>
          <p:cNvSpPr txBox="1">
            <a:spLocks noChangeArrowheads="1"/>
          </p:cNvSpPr>
          <p:nvPr/>
        </p:nvSpPr>
        <p:spPr bwMode="auto">
          <a:xfrm>
            <a:off x="1692275" y="2222500"/>
            <a:ext cx="1411288"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ct val="0"/>
              </a:spcAft>
              <a:buClrTx/>
              <a:buFontTx/>
              <a:buNone/>
            </a:pPr>
            <a:r>
              <a:rPr lang="en-US" altLang="en-US" sz="1800" b="1">
                <a:latin typeface="Cambria" panose="02040503050406030204" pitchFamily="18" charset="0"/>
              </a:rPr>
              <a:t>Passageway</a:t>
            </a:r>
            <a:br>
              <a:rPr lang="en-US" altLang="en-US" sz="1800" b="1">
                <a:latin typeface="Cambria" panose="02040503050406030204" pitchFamily="18" charset="0"/>
              </a:rPr>
            </a:br>
            <a:r>
              <a:rPr lang="en-US" altLang="en-US" sz="1800" b="1">
                <a:latin typeface="Cambria" panose="02040503050406030204" pitchFamily="18" charset="0"/>
              </a:rPr>
              <a:t>for blood</a:t>
            </a:r>
          </a:p>
        </p:txBody>
      </p:sp>
      <p:sp>
        <p:nvSpPr>
          <p:cNvPr id="132113" name="Rectangle 2">
            <a:extLst>
              <a:ext uri="{FF2B5EF4-FFF2-40B4-BE49-F238E27FC236}">
                <a16:creationId xmlns:a16="http://schemas.microsoft.com/office/drawing/2014/main" id="{12C9C2D3-6C34-445C-AE79-17DCF8C4676D}"/>
              </a:ext>
            </a:extLst>
          </p:cNvPr>
          <p:cNvSpPr>
            <a:spLocks noChangeArrowheads="1"/>
          </p:cNvSpPr>
          <p:nvPr/>
        </p:nvSpPr>
        <p:spPr bwMode="auto">
          <a:xfrm>
            <a:off x="984250" y="349250"/>
            <a:ext cx="71072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algn="ctr" eaLnBrk="1" hangingPunct="1">
              <a:spcBef>
                <a:spcPct val="0"/>
              </a:spcBef>
              <a:spcAft>
                <a:spcPct val="0"/>
              </a:spcAft>
              <a:buClrTx/>
              <a:buFontTx/>
              <a:buNone/>
            </a:pPr>
            <a:r>
              <a:rPr lang="en-US" altLang="en-US" sz="3600" b="1">
                <a:solidFill>
                  <a:srgbClr val="FFC000"/>
                </a:solidFill>
                <a:latin typeface="Cambria" panose="02040503050406030204" pitchFamily="18" charset="0"/>
              </a:rPr>
              <a:t>A Normal Artery and an Artery Showing Atherosclerosis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2DBF83-97EC-4599-B76C-0B5220135566}"/>
              </a:ext>
            </a:extLst>
          </p:cNvPr>
          <p:cNvPicPr>
            <a:picLocks noChangeAspect="1"/>
          </p:cNvPicPr>
          <p:nvPr/>
        </p:nvPicPr>
        <p:blipFill>
          <a:blip r:embed="rId3"/>
          <a:stretch>
            <a:fillRect/>
          </a:stretch>
        </p:blipFill>
        <p:spPr>
          <a:xfrm>
            <a:off x="0" y="1714942"/>
            <a:ext cx="9144000" cy="3428115"/>
          </a:xfrm>
          <a:prstGeom prst="rect">
            <a:avLst/>
          </a:prstGeom>
        </p:spPr>
      </p:pic>
    </p:spTree>
    <p:extLst>
      <p:ext uri="{BB962C8B-B14F-4D97-AF65-F5344CB8AC3E}">
        <p14:creationId xmlns:p14="http://schemas.microsoft.com/office/powerpoint/2010/main" val="31375256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CC61C31E-130D-4E43-A671-5221B00B5BAC}"/>
              </a:ext>
            </a:extLst>
          </p:cNvPr>
          <p:cNvSpPr>
            <a:spLocks noGrp="1" noChangeArrowheads="1"/>
          </p:cNvSpPr>
          <p:nvPr>
            <p:ph type="body" idx="4294967295"/>
          </p:nvPr>
        </p:nvSpPr>
        <p:spPr>
          <a:xfrm>
            <a:off x="292100" y="1651000"/>
            <a:ext cx="8610600" cy="4297363"/>
          </a:xfrm>
        </p:spPr>
        <p:txBody>
          <a:bodyPr/>
          <a:lstStyle/>
          <a:p>
            <a:pPr marL="446088" lvl="1" eaLnBrk="1" hangingPunct="1"/>
            <a:r>
              <a:rPr lang="en-US" altLang="en-US" sz="2400" b="1" dirty="0">
                <a:latin typeface="Cambria" panose="02040503050406030204" pitchFamily="18" charset="0"/>
              </a:rPr>
              <a:t>Cardiovascular disease</a:t>
            </a:r>
          </a:p>
          <a:p>
            <a:pPr marL="1041400" lvl="2" indent="-368300" eaLnBrk="1" hangingPunct="1"/>
            <a:r>
              <a:rPr lang="en-US" altLang="en-US" sz="2400" b="1" dirty="0">
                <a:latin typeface="Cambria" panose="02040503050406030204" pitchFamily="18" charset="0"/>
              </a:rPr>
              <a:t>involves inherited factors, but</a:t>
            </a:r>
          </a:p>
          <a:p>
            <a:pPr marL="1041400" lvl="2" indent="-368300" eaLnBrk="1" hangingPunct="1"/>
            <a:r>
              <a:rPr lang="en-US" altLang="en-US" sz="3200" b="1" dirty="0">
                <a:latin typeface="Cambria" panose="02040503050406030204" pitchFamily="18" charset="0"/>
              </a:rPr>
              <a:t>can be reduced by</a:t>
            </a:r>
          </a:p>
          <a:p>
            <a:pPr marL="1854200" lvl="3" indent="-406400" eaLnBrk="1" hangingPunct="1"/>
            <a:r>
              <a:rPr lang="en-US" altLang="en-US" sz="3200" b="1" dirty="0">
                <a:solidFill>
                  <a:srgbClr val="FF0000"/>
                </a:solidFill>
                <a:latin typeface="Cambria" panose="02040503050406030204" pitchFamily="18" charset="0"/>
              </a:rPr>
              <a:t>not smoking</a:t>
            </a:r>
          </a:p>
          <a:p>
            <a:pPr marL="1854200" lvl="3" indent="-406400" eaLnBrk="1" hangingPunct="1"/>
            <a:r>
              <a:rPr lang="en-US" altLang="en-US" sz="3200" b="1" dirty="0">
                <a:solidFill>
                  <a:srgbClr val="FF0000"/>
                </a:solidFill>
                <a:latin typeface="Cambria" panose="02040503050406030204" pitchFamily="18" charset="0"/>
              </a:rPr>
              <a:t>exercising regularly </a:t>
            </a:r>
          </a:p>
          <a:p>
            <a:pPr marL="1854200" lvl="3" indent="-406400" eaLnBrk="1" hangingPunct="1"/>
            <a:r>
              <a:rPr lang="en-US" altLang="en-US" sz="3200" b="1" dirty="0">
                <a:solidFill>
                  <a:srgbClr val="FF0000"/>
                </a:solidFill>
                <a:latin typeface="Cambria" panose="02040503050406030204" pitchFamily="18" charset="0"/>
              </a:rPr>
              <a:t>eating a heart-healthy diet</a:t>
            </a:r>
          </a:p>
        </p:txBody>
      </p:sp>
      <p:sp>
        <p:nvSpPr>
          <p:cNvPr id="136195" name="Rectangle 6">
            <a:extLst>
              <a:ext uri="{FF2B5EF4-FFF2-40B4-BE49-F238E27FC236}">
                <a16:creationId xmlns:a16="http://schemas.microsoft.com/office/drawing/2014/main" id="{42661B81-D83D-48B3-8B7E-23BE2416EDCB}"/>
              </a:ext>
            </a:extLst>
          </p:cNvPr>
          <p:cNvSpPr>
            <a:spLocks noChangeArrowheads="1"/>
          </p:cNvSpPr>
          <p:nvPr/>
        </p:nvSpPr>
        <p:spPr bwMode="auto">
          <a:xfrm>
            <a:off x="722313" y="442913"/>
            <a:ext cx="853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45000"/>
              </a:spcBef>
              <a:spcAft>
                <a:spcPct val="20000"/>
              </a:spcAft>
              <a:buClr>
                <a:schemeClr val="tx2"/>
              </a:buClr>
              <a:buFont typeface="Wingdings" panose="05000000000000000000" pitchFamily="2" charset="2"/>
              <a:buChar char="§"/>
              <a:defRPr sz="2800">
                <a:solidFill>
                  <a:schemeClr val="tx1"/>
                </a:solidFill>
                <a:latin typeface="Tahoma" panose="020B0604030504040204" pitchFamily="34" charset="0"/>
                <a:cs typeface="Arial" panose="020B0604020202020204" pitchFamily="34" charset="0"/>
              </a:defRPr>
            </a:lvl1pPr>
            <a:lvl2pPr marL="742950" indent="-285750">
              <a:spcBef>
                <a:spcPct val="45000"/>
              </a:spcBef>
              <a:spcAft>
                <a:spcPct val="20000"/>
              </a:spcAft>
              <a:buClr>
                <a:srgbClr val="5D2F49"/>
              </a:buClr>
              <a:buFont typeface="Times" panose="02020603050405020304" pitchFamily="18"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45000"/>
              </a:spcBef>
              <a:spcAft>
                <a:spcPct val="20000"/>
              </a:spcAft>
              <a:buClr>
                <a:srgbClr val="4B7278"/>
              </a:buClr>
              <a:buChar char="–"/>
              <a:defRPr sz="2600">
                <a:solidFill>
                  <a:schemeClr val="tx1"/>
                </a:solidFill>
                <a:latin typeface="Arial" panose="020B0604020202020204" pitchFamily="34" charset="0"/>
                <a:cs typeface="Arial" panose="020B0604020202020204" pitchFamily="34" charset="0"/>
              </a:defRPr>
            </a:lvl3pPr>
            <a:lvl4pPr marL="1600200" indent="-228600">
              <a:spcBef>
                <a:spcPct val="45000"/>
              </a:spcBef>
              <a:spcAft>
                <a:spcPct val="20000"/>
              </a:spcAft>
              <a:buClr>
                <a:srgbClr val="4B7278"/>
              </a:buClr>
              <a:buChar char="–"/>
              <a:defRPr sz="2400">
                <a:solidFill>
                  <a:schemeClr val="tx1"/>
                </a:solidFill>
                <a:latin typeface="Arial" panose="020B0604020202020204" pitchFamily="34" charset="0"/>
                <a:cs typeface="Arial" panose="020B0604020202020204" pitchFamily="34" charset="0"/>
              </a:defRPr>
            </a:lvl4pPr>
            <a:lvl5pPr marL="2057400" indent="-22860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5000"/>
              </a:spcBef>
              <a:spcAft>
                <a:spcPct val="20000"/>
              </a:spcAft>
              <a:buClr>
                <a:srgbClr val="4B7278"/>
              </a:buClr>
              <a:buChar char="–"/>
              <a:defRPr sz="22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0"/>
              </a:spcBef>
              <a:spcAft>
                <a:spcPct val="0"/>
              </a:spcAft>
              <a:buClrTx/>
              <a:buFontTx/>
              <a:buNone/>
            </a:pPr>
            <a:r>
              <a:rPr lang="en-US" altLang="en-US" sz="4000" b="1">
                <a:solidFill>
                  <a:srgbClr val="FF0000"/>
                </a:solidFill>
                <a:latin typeface="Cambria" panose="02040503050406030204" pitchFamily="18" charset="0"/>
              </a:rPr>
              <a:t>Cardiovascular Disease</a:t>
            </a:r>
          </a:p>
        </p:txBody>
      </p:sp>
      <p:sp>
        <p:nvSpPr>
          <p:cNvPr id="136196" name="Line 6">
            <a:extLst>
              <a:ext uri="{FF2B5EF4-FFF2-40B4-BE49-F238E27FC236}">
                <a16:creationId xmlns:a16="http://schemas.microsoft.com/office/drawing/2014/main" id="{76AAC31F-EED9-40B3-9033-3E8B6BDC993F}"/>
              </a:ext>
            </a:extLst>
          </p:cNvPr>
          <p:cNvSpPr>
            <a:spLocks noChangeShapeType="1"/>
          </p:cNvSpPr>
          <p:nvPr/>
        </p:nvSpPr>
        <p:spPr bwMode="auto">
          <a:xfrm>
            <a:off x="368300" y="1384300"/>
            <a:ext cx="8534400" cy="0"/>
          </a:xfrm>
          <a:prstGeom prst="line">
            <a:avLst/>
          </a:prstGeom>
          <a:noFill/>
          <a:ln w="50800">
            <a:solidFill>
              <a:srgbClr val="58662E"/>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GAMESHOW" val="False"/>
  <p:tag name="PPTVERSION" val="XP"/>
</p:tagLst>
</file>

<file path=ppt/theme/theme1.xml><?xml version="1.0" encoding="utf-8"?>
<a:theme xmlns:a="http://schemas.openxmlformats.org/drawingml/2006/main" name="1_CC4eActiveLectureQuestions">
  <a:themeElements>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fontScheme name="1_CC4eActiveLectureQuestions">
      <a:majorFont>
        <a:latin typeface="Times New Roman"/>
        <a:ea typeface="Arial"/>
        <a:cs typeface="Arial"/>
      </a:majorFont>
      <a:minorFont>
        <a:latin typeface="Tahoma"/>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lnDef>
  </a:objectDefaults>
  <a:extraClrSchemeLst>
    <a:extraClrScheme>
      <a:clrScheme name="1_CC4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C4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C4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C4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C4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C4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C4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C4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C4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C4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C4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CC4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6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2405</Words>
  <Application>Microsoft Office PowerPoint</Application>
  <PresentationFormat>On-screen Show (4:3)</PresentationFormat>
  <Paragraphs>523</Paragraphs>
  <Slides>62</Slides>
  <Notes>60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62</vt:i4>
      </vt:variant>
    </vt:vector>
  </HeadingPairs>
  <TitlesOfParts>
    <vt:vector size="74" baseType="lpstr">
      <vt:lpstr>MS PGothic</vt:lpstr>
      <vt:lpstr>宋体</vt:lpstr>
      <vt:lpstr>KaiTi</vt:lpstr>
      <vt:lpstr>Arial</vt:lpstr>
      <vt:lpstr>Cambria</vt:lpstr>
      <vt:lpstr>Times</vt:lpstr>
      <vt:lpstr>Times New Roman</vt:lpstr>
      <vt:lpstr>Trebuchet MS</vt:lpstr>
      <vt:lpstr>Wingdings</vt:lpstr>
      <vt:lpstr>1_CC4eActiveLectureQuestions</vt:lpstr>
      <vt:lpstr>6_Blank</vt:lpstr>
      <vt:lpstr>Office Theme</vt:lpstr>
      <vt:lpstr>PowerPoint Presentation</vt:lpstr>
      <vt:lpstr>Learning Objectives</vt:lpstr>
      <vt:lpstr>UNIFYING CONCEPTS OF ANIMAL CIRCULATION</vt:lpstr>
      <vt:lpstr>Circulatory System</vt:lpstr>
      <vt:lpstr>PowerPoint Presentation</vt:lpstr>
      <vt:lpstr>PowerPoint Presentation</vt:lpstr>
      <vt:lpstr>PowerPoint Presentation</vt:lpstr>
      <vt:lpstr>PowerPoint Presentation</vt:lpstr>
      <vt:lpstr>PowerPoint Presentation</vt:lpstr>
      <vt:lpstr>PowerPoint Presentation</vt:lpstr>
      <vt:lpstr>The Human Cardiovascular System</vt:lpstr>
      <vt:lpstr>The Path of Blood</vt:lpstr>
      <vt:lpstr>PowerPoint Presentation</vt:lpstr>
      <vt:lpstr>PowerPoint Presentation</vt:lpstr>
      <vt:lpstr>PowerPoint Presentation</vt:lpstr>
      <vt:lpstr>PowerPoint Presentation</vt:lpstr>
      <vt:lpstr>PowerPoint Presentation</vt:lpstr>
      <vt:lpstr>How the Heart Works</vt:lpstr>
      <vt:lpstr>PowerPoint Presentation</vt:lpstr>
      <vt:lpstr>PowerPoint Presentation</vt:lpstr>
      <vt:lpstr>The Cardiac Cycle</vt:lpstr>
      <vt:lpstr>PowerPoint Presentation</vt:lpstr>
      <vt:lpstr>The Pacemaker and the Control of Heart Rate</vt:lpstr>
      <vt:lpstr>The Pacemaker and the Control of Heart Rate</vt:lpstr>
      <vt:lpstr>PowerPoint Presentation</vt:lpstr>
      <vt:lpstr>PowerPoint Presentation</vt:lpstr>
      <vt:lpstr>PowerPoint Presentation</vt:lpstr>
      <vt:lpstr>Blood Vessels</vt:lpstr>
      <vt:lpstr>PowerPoint Presentation</vt:lpstr>
      <vt:lpstr>PowerPoint Presentation</vt:lpstr>
      <vt:lpstr>Blood Flow through Arteries</vt:lpstr>
      <vt:lpstr>PowerPoint Presentation</vt:lpstr>
      <vt:lpstr>PowerPoint Presentation</vt:lpstr>
      <vt:lpstr>PowerPoint Presentation</vt:lpstr>
      <vt:lpstr>PowerPoint Presentation</vt:lpstr>
      <vt:lpstr>Blood Flow through Capillary Beds</vt:lpstr>
      <vt:lpstr>Blood Return through Veins</vt:lpstr>
      <vt:lpstr>PowerPoint Presentation</vt:lpstr>
      <vt:lpstr>PowerPoint Presentation</vt:lpstr>
      <vt:lpstr>Blood</vt:lpstr>
      <vt:lpstr>PowerPoint Presentation</vt:lpstr>
      <vt:lpstr>Blood</vt:lpstr>
      <vt:lpstr>PowerPoint Presentation</vt:lpstr>
      <vt:lpstr>Red Blood Cells and Oxygen Transport</vt:lpstr>
      <vt:lpstr>PowerPoint Presentation</vt:lpstr>
      <vt:lpstr>PowerPoint Presentation</vt:lpstr>
      <vt:lpstr>PowerPoint Presentation</vt:lpstr>
      <vt:lpstr>Red Blood Cells and Oxygen Transport</vt:lpstr>
      <vt:lpstr>White Blood Cells and Defense</vt:lpstr>
      <vt:lpstr>PowerPoint Presentation</vt:lpstr>
      <vt:lpstr>Platelets and Blood Clotting</vt:lpstr>
      <vt:lpstr>PowerPoint Presentation</vt:lpstr>
      <vt:lpstr>PowerPoint Presentation</vt:lpstr>
      <vt:lpstr>PowerPoint Presentation</vt:lpstr>
      <vt:lpstr>Stem Cells and the Treatment of Leukemia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2025-12-10T09:02:57Z</dcterms:created>
  <dcterms:modified xsi:type="dcterms:W3CDTF">2025-12-10T09:03:16Z</dcterms:modified>
</cp:coreProperties>
</file>