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4" r:id="rId1"/>
    <p:sldMasterId id="2147483722" r:id="rId2"/>
    <p:sldMasterId id="2147483769" r:id="rId3"/>
  </p:sldMasterIdLst>
  <p:notesMasterIdLst>
    <p:notesMasterId r:id="rId60"/>
  </p:notesMasterIdLst>
  <p:handoutMasterIdLst>
    <p:handoutMasterId r:id="rId61"/>
  </p:handoutMasterIdLst>
  <p:sldIdLst>
    <p:sldId id="1040" r:id="rId4"/>
    <p:sldId id="1054" r:id="rId5"/>
    <p:sldId id="1110" r:id="rId6"/>
    <p:sldId id="1055" r:id="rId7"/>
    <p:sldId id="1056" r:id="rId8"/>
    <p:sldId id="1057" r:id="rId9"/>
    <p:sldId id="1059" r:id="rId10"/>
    <p:sldId id="1058" r:id="rId11"/>
    <p:sldId id="1065" r:id="rId12"/>
    <p:sldId id="1061" r:id="rId13"/>
    <p:sldId id="1111" r:id="rId14"/>
    <p:sldId id="1063" r:id="rId15"/>
    <p:sldId id="1068" r:id="rId16"/>
    <p:sldId id="1066" r:id="rId17"/>
    <p:sldId id="1067" r:id="rId18"/>
    <p:sldId id="1069" r:id="rId19"/>
    <p:sldId id="1070" r:id="rId20"/>
    <p:sldId id="1071" r:id="rId21"/>
    <p:sldId id="1072" r:id="rId22"/>
    <p:sldId id="1073" r:id="rId23"/>
    <p:sldId id="1112" r:id="rId24"/>
    <p:sldId id="1074" r:id="rId25"/>
    <p:sldId id="1113" r:id="rId26"/>
    <p:sldId id="1075" r:id="rId27"/>
    <p:sldId id="1076" r:id="rId28"/>
    <p:sldId id="1077" r:id="rId29"/>
    <p:sldId id="1078" r:id="rId30"/>
    <p:sldId id="1079" r:id="rId31"/>
    <p:sldId id="1080" r:id="rId32"/>
    <p:sldId id="1082" r:id="rId33"/>
    <p:sldId id="1081" r:id="rId34"/>
    <p:sldId id="1084" r:id="rId35"/>
    <p:sldId id="1083" r:id="rId36"/>
    <p:sldId id="1086" r:id="rId37"/>
    <p:sldId id="1087" r:id="rId38"/>
    <p:sldId id="1088" r:id="rId39"/>
    <p:sldId id="1089" r:id="rId40"/>
    <p:sldId id="1100" r:id="rId41"/>
    <p:sldId id="1102" r:id="rId42"/>
    <p:sldId id="1103" r:id="rId43"/>
    <p:sldId id="1101" r:id="rId44"/>
    <p:sldId id="1104" r:id="rId45"/>
    <p:sldId id="1105" r:id="rId46"/>
    <p:sldId id="1106" r:id="rId47"/>
    <p:sldId id="1107" r:id="rId48"/>
    <p:sldId id="1092" r:id="rId49"/>
    <p:sldId id="1091" r:id="rId50"/>
    <p:sldId id="1093" r:id="rId51"/>
    <p:sldId id="1094" r:id="rId52"/>
    <p:sldId id="1095" r:id="rId53"/>
    <p:sldId id="1096" r:id="rId54"/>
    <p:sldId id="1114" r:id="rId55"/>
    <p:sldId id="1097" r:id="rId56"/>
    <p:sldId id="1098" r:id="rId57"/>
    <p:sldId id="1108" r:id="rId58"/>
    <p:sldId id="1099" r:id="rId59"/>
  </p:sldIdLst>
  <p:sldSz cx="12192000" cy="6858000"/>
  <p:notesSz cx="7019925" cy="9305925"/>
  <p:defaultTextStyle>
    <a:defPPr>
      <a:defRPr lang="en-US"/>
    </a:defPPr>
    <a:lvl1pPr algn="l" rtl="0" eaLnBrk="0" fontAlgn="base" hangingPunct="0">
      <a:spcBef>
        <a:spcPct val="0"/>
      </a:spcBef>
      <a:spcAft>
        <a:spcPct val="0"/>
      </a:spcAft>
      <a:defRPr sz="2000" kern="1200">
        <a:solidFill>
          <a:srgbClr val="006699"/>
        </a:solidFill>
        <a:latin typeface="Palatino Linotype" panose="02040502050505030304" pitchFamily="18" charset="0"/>
        <a:ea typeface="宋体" panose="02010600030101010101" pitchFamily="2" charset="-122"/>
        <a:cs typeface="+mn-cs"/>
      </a:defRPr>
    </a:lvl1pPr>
    <a:lvl2pPr marL="457200" algn="l" rtl="0" eaLnBrk="0" fontAlgn="base" hangingPunct="0">
      <a:spcBef>
        <a:spcPct val="0"/>
      </a:spcBef>
      <a:spcAft>
        <a:spcPct val="0"/>
      </a:spcAft>
      <a:defRPr sz="2000" kern="1200">
        <a:solidFill>
          <a:srgbClr val="006699"/>
        </a:solidFill>
        <a:latin typeface="Palatino Linotype" panose="02040502050505030304" pitchFamily="18" charset="0"/>
        <a:ea typeface="宋体" panose="02010600030101010101" pitchFamily="2" charset="-122"/>
        <a:cs typeface="+mn-cs"/>
      </a:defRPr>
    </a:lvl2pPr>
    <a:lvl3pPr marL="914400" algn="l" rtl="0" eaLnBrk="0" fontAlgn="base" hangingPunct="0">
      <a:spcBef>
        <a:spcPct val="0"/>
      </a:spcBef>
      <a:spcAft>
        <a:spcPct val="0"/>
      </a:spcAft>
      <a:defRPr sz="2000" kern="1200">
        <a:solidFill>
          <a:srgbClr val="006699"/>
        </a:solidFill>
        <a:latin typeface="Palatino Linotype" panose="02040502050505030304" pitchFamily="18" charset="0"/>
        <a:ea typeface="宋体" panose="02010600030101010101" pitchFamily="2" charset="-122"/>
        <a:cs typeface="+mn-cs"/>
      </a:defRPr>
    </a:lvl3pPr>
    <a:lvl4pPr marL="1371600" algn="l" rtl="0" eaLnBrk="0" fontAlgn="base" hangingPunct="0">
      <a:spcBef>
        <a:spcPct val="0"/>
      </a:spcBef>
      <a:spcAft>
        <a:spcPct val="0"/>
      </a:spcAft>
      <a:defRPr sz="2000" kern="1200">
        <a:solidFill>
          <a:srgbClr val="006699"/>
        </a:solidFill>
        <a:latin typeface="Palatino Linotype" panose="02040502050505030304" pitchFamily="18" charset="0"/>
        <a:ea typeface="宋体" panose="02010600030101010101" pitchFamily="2" charset="-122"/>
        <a:cs typeface="+mn-cs"/>
      </a:defRPr>
    </a:lvl4pPr>
    <a:lvl5pPr marL="1828800" algn="l" rtl="0" eaLnBrk="0" fontAlgn="base" hangingPunct="0">
      <a:spcBef>
        <a:spcPct val="0"/>
      </a:spcBef>
      <a:spcAft>
        <a:spcPct val="0"/>
      </a:spcAft>
      <a:defRPr sz="2000" kern="1200">
        <a:solidFill>
          <a:srgbClr val="006699"/>
        </a:solidFill>
        <a:latin typeface="Palatino Linotype" panose="02040502050505030304" pitchFamily="18" charset="0"/>
        <a:ea typeface="宋体" panose="02010600030101010101" pitchFamily="2" charset="-122"/>
        <a:cs typeface="+mn-cs"/>
      </a:defRPr>
    </a:lvl5pPr>
    <a:lvl6pPr marL="2286000" algn="l" defTabSz="914400" rtl="0" eaLnBrk="1" latinLnBrk="0" hangingPunct="1">
      <a:defRPr sz="2000" kern="1200">
        <a:solidFill>
          <a:srgbClr val="006699"/>
        </a:solidFill>
        <a:latin typeface="Palatino Linotype" panose="02040502050505030304" pitchFamily="18" charset="0"/>
        <a:ea typeface="宋体" panose="02010600030101010101" pitchFamily="2" charset="-122"/>
        <a:cs typeface="+mn-cs"/>
      </a:defRPr>
    </a:lvl6pPr>
    <a:lvl7pPr marL="2743200" algn="l" defTabSz="914400" rtl="0" eaLnBrk="1" latinLnBrk="0" hangingPunct="1">
      <a:defRPr sz="2000" kern="1200">
        <a:solidFill>
          <a:srgbClr val="006699"/>
        </a:solidFill>
        <a:latin typeface="Palatino Linotype" panose="02040502050505030304" pitchFamily="18" charset="0"/>
        <a:ea typeface="宋体" panose="02010600030101010101" pitchFamily="2" charset="-122"/>
        <a:cs typeface="+mn-cs"/>
      </a:defRPr>
    </a:lvl7pPr>
    <a:lvl8pPr marL="3200400" algn="l" defTabSz="914400" rtl="0" eaLnBrk="1" latinLnBrk="0" hangingPunct="1">
      <a:defRPr sz="2000" kern="1200">
        <a:solidFill>
          <a:srgbClr val="006699"/>
        </a:solidFill>
        <a:latin typeface="Palatino Linotype" panose="02040502050505030304" pitchFamily="18" charset="0"/>
        <a:ea typeface="宋体" panose="02010600030101010101" pitchFamily="2" charset="-122"/>
        <a:cs typeface="+mn-cs"/>
      </a:defRPr>
    </a:lvl8pPr>
    <a:lvl9pPr marL="3657600" algn="l" defTabSz="914400" rtl="0" eaLnBrk="1" latinLnBrk="0" hangingPunct="1">
      <a:defRPr sz="2000" kern="1200">
        <a:solidFill>
          <a:srgbClr val="006699"/>
        </a:solidFill>
        <a:latin typeface="Palatino Linotype" panose="0204050205050503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931">
          <p15:clr>
            <a:srgbClr val="A4A3A4"/>
          </p15:clr>
        </p15:guide>
        <p15:guide id="2" pos="221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AD7C3-A044-16FF-8DA5-8C49E2E5CC2C}" v="1" dt="2026-01-21T11:51:57.751"/>
    <p1510:client id="{5F53B6E9-7570-CA98-0613-DA35FD928497}" v="49" dt="2026-01-21T10:12:53.528"/>
    <p1510:client id="{A9AC725A-8158-E3B7-9BAA-1C11759D1624}" v="19" dt="2026-01-21T10:17:52.6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51" autoAdjust="0"/>
    <p:restoredTop sz="74324" autoAdjust="0"/>
  </p:normalViewPr>
  <p:slideViewPr>
    <p:cSldViewPr>
      <p:cViewPr varScale="1">
        <p:scale>
          <a:sx n="85" d="100"/>
          <a:sy n="85" d="100"/>
        </p:scale>
        <p:origin x="1440"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9" d="100"/>
          <a:sy n="49" d="100"/>
        </p:scale>
        <p:origin x="-3000" y="-114"/>
      </p:cViewPr>
      <p:guideLst>
        <p:guide orient="horz" pos="2931"/>
        <p:guide pos="2213"/>
      </p:guideLst>
    </p:cSldViewPr>
  </p:notesViewPr>
  <p:gridSpacing cx="38405" cy="38405"/>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microsoft.com/office/2015/10/relationships/revisionInfo" Target="revisionInfo.xml"/><Relationship Id="rId5" Type="http://schemas.openxmlformats.org/officeDocument/2006/relationships/slide" Target="slides/slide2.xml"/><Relationship Id="rId61" Type="http://schemas.openxmlformats.org/officeDocument/2006/relationships/handoutMaster" Target="handoutMasters/handout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2EE30D-804C-4416-93C3-B9220005A52B}" type="doc">
      <dgm:prSet loTypeId="urn:microsoft.com/office/officeart/2005/8/layout/process4" loCatId="process" qsTypeId="urn:microsoft.com/office/officeart/2005/8/quickstyle/simple1" qsCatId="simple" csTypeId="urn:microsoft.com/office/officeart/2005/8/colors/accent1_1" csCatId="accent1" phldr="1"/>
      <dgm:spPr/>
      <dgm:t>
        <a:bodyPr/>
        <a:lstStyle/>
        <a:p>
          <a:endParaRPr lang="en-GB"/>
        </a:p>
      </dgm:t>
    </dgm:pt>
    <dgm:pt modelId="{83B69CCD-4EAB-4371-AE86-56BD74899128}">
      <dgm:prSet custT="1"/>
      <dgm:spPr/>
      <dgm:t>
        <a:bodyPr/>
        <a:lstStyle/>
        <a:p>
          <a:r>
            <a:rPr kumimoji="1" lang="en-GB" sz="2800" dirty="0">
              <a:solidFill>
                <a:schemeClr val="tx2">
                  <a:lumMod val="75000"/>
                </a:schemeClr>
              </a:solidFill>
              <a:latin typeface="Times New Roman" panose="02020603050405020304" pitchFamily="18" charset="0"/>
              <a:cs typeface="Times New Roman" panose="02020603050405020304" pitchFamily="18" charset="0"/>
            </a:rPr>
            <a:t>Form a working thesis</a:t>
          </a:r>
          <a:endParaRPr lang="en-GB" sz="2800" dirty="0">
            <a:solidFill>
              <a:schemeClr val="tx2">
                <a:lumMod val="75000"/>
              </a:schemeClr>
            </a:solidFill>
            <a:latin typeface="Times New Roman" panose="02020603050405020304" pitchFamily="18" charset="0"/>
            <a:cs typeface="Times New Roman" panose="02020603050405020304" pitchFamily="18" charset="0"/>
          </a:endParaRPr>
        </a:p>
      </dgm:t>
    </dgm:pt>
    <dgm:pt modelId="{9BF99E71-ACAA-4164-8A4D-95D3F2DB7AF7}" type="parTrans" cxnId="{5FEC975A-A952-4F9F-87A3-9DCC5FCB454A}">
      <dgm:prSet/>
      <dgm:spPr/>
      <dgm:t>
        <a:bodyPr/>
        <a:lstStyle/>
        <a:p>
          <a:endParaRPr lang="en-GB"/>
        </a:p>
      </dgm:t>
    </dgm:pt>
    <dgm:pt modelId="{56B4FB73-5014-49DA-B1BC-E5A2C3006755}" type="sibTrans" cxnId="{5FEC975A-A952-4F9F-87A3-9DCC5FCB454A}">
      <dgm:prSet/>
      <dgm:spPr/>
      <dgm:t>
        <a:bodyPr/>
        <a:lstStyle/>
        <a:p>
          <a:endParaRPr lang="en-GB"/>
        </a:p>
      </dgm:t>
    </dgm:pt>
    <dgm:pt modelId="{25B817DA-E2DB-40C7-B4C4-11D1800505EE}">
      <dgm:prSet custT="1"/>
      <dgm:spPr/>
      <dgm:t>
        <a:bodyPr/>
        <a:lstStyle/>
        <a:p>
          <a:r>
            <a:rPr kumimoji="1" lang="en-GB" sz="2800" dirty="0">
              <a:solidFill>
                <a:schemeClr val="tx2">
                  <a:lumMod val="75000"/>
                </a:schemeClr>
              </a:solidFill>
              <a:latin typeface="Times New Roman" panose="02020603050405020304" pitchFamily="18" charset="0"/>
              <a:cs typeface="Times New Roman" panose="02020603050405020304" pitchFamily="18" charset="0"/>
            </a:rPr>
            <a:t>Organize your ideas</a:t>
          </a:r>
          <a:endParaRPr lang="en-GB" sz="2800" dirty="0">
            <a:solidFill>
              <a:schemeClr val="tx2">
                <a:lumMod val="75000"/>
              </a:schemeClr>
            </a:solidFill>
            <a:latin typeface="Times New Roman" panose="02020603050405020304" pitchFamily="18" charset="0"/>
            <a:cs typeface="Times New Roman" panose="02020603050405020304" pitchFamily="18" charset="0"/>
          </a:endParaRPr>
        </a:p>
      </dgm:t>
    </dgm:pt>
    <dgm:pt modelId="{7710D876-537E-4230-8713-482B9EC3917E}" type="parTrans" cxnId="{928BC830-8F34-4D23-84D8-BA3683B55B53}">
      <dgm:prSet/>
      <dgm:spPr/>
      <dgm:t>
        <a:bodyPr/>
        <a:lstStyle/>
        <a:p>
          <a:endParaRPr lang="en-GB"/>
        </a:p>
      </dgm:t>
    </dgm:pt>
    <dgm:pt modelId="{147B3806-51B1-433D-BADC-E9FCFE0D8F07}" type="sibTrans" cxnId="{928BC830-8F34-4D23-84D8-BA3683B55B53}">
      <dgm:prSet/>
      <dgm:spPr/>
      <dgm:t>
        <a:bodyPr/>
        <a:lstStyle/>
        <a:p>
          <a:endParaRPr lang="en-GB"/>
        </a:p>
      </dgm:t>
    </dgm:pt>
    <dgm:pt modelId="{49276EA2-08E7-4F2F-A5BB-4BD4E8B64E2D}">
      <dgm:prSet custT="1"/>
      <dgm:spPr/>
      <dgm:t>
        <a:bodyPr/>
        <a:lstStyle/>
        <a:p>
          <a:r>
            <a:rPr kumimoji="1" lang="en-GB" sz="2800" dirty="0">
              <a:solidFill>
                <a:schemeClr val="tx2">
                  <a:lumMod val="75000"/>
                </a:schemeClr>
              </a:solidFill>
              <a:latin typeface="Times New Roman" panose="02020603050405020304" pitchFamily="18" charset="0"/>
              <a:cs typeface="Times New Roman" panose="02020603050405020304" pitchFamily="18" charset="0"/>
            </a:rPr>
            <a:t>Use sources to inform and support your argument</a:t>
          </a:r>
          <a:endParaRPr lang="en-GB" sz="2800" dirty="0">
            <a:solidFill>
              <a:schemeClr val="tx2">
                <a:lumMod val="75000"/>
              </a:schemeClr>
            </a:solidFill>
            <a:latin typeface="Times New Roman" panose="02020603050405020304" pitchFamily="18" charset="0"/>
            <a:cs typeface="Times New Roman" panose="02020603050405020304" pitchFamily="18" charset="0"/>
          </a:endParaRPr>
        </a:p>
      </dgm:t>
    </dgm:pt>
    <dgm:pt modelId="{3B5247FE-9F2B-4CA9-BC03-E791CEDD589D}" type="parTrans" cxnId="{118FA112-E521-406B-8F04-CC8D5D62B9D3}">
      <dgm:prSet/>
      <dgm:spPr/>
      <dgm:t>
        <a:bodyPr/>
        <a:lstStyle/>
        <a:p>
          <a:endParaRPr lang="en-GB"/>
        </a:p>
      </dgm:t>
    </dgm:pt>
    <dgm:pt modelId="{1071E9CD-445F-47C5-B6B5-8F6A4C064ED3}" type="sibTrans" cxnId="{118FA112-E521-406B-8F04-CC8D5D62B9D3}">
      <dgm:prSet/>
      <dgm:spPr/>
      <dgm:t>
        <a:bodyPr/>
        <a:lstStyle/>
        <a:p>
          <a:endParaRPr lang="en-GB"/>
        </a:p>
      </dgm:t>
    </dgm:pt>
    <dgm:pt modelId="{2B43BE2C-709F-4B69-A1B9-275293A15569}" type="pres">
      <dgm:prSet presAssocID="{092EE30D-804C-4416-93C3-B9220005A52B}" presName="Name0" presStyleCnt="0">
        <dgm:presLayoutVars>
          <dgm:dir/>
          <dgm:animLvl val="lvl"/>
          <dgm:resizeHandles val="exact"/>
        </dgm:presLayoutVars>
      </dgm:prSet>
      <dgm:spPr/>
    </dgm:pt>
    <dgm:pt modelId="{FAD937AA-5D97-41C0-9D21-4659F2A108A0}" type="pres">
      <dgm:prSet presAssocID="{49276EA2-08E7-4F2F-A5BB-4BD4E8B64E2D}" presName="boxAndChildren" presStyleCnt="0"/>
      <dgm:spPr/>
    </dgm:pt>
    <dgm:pt modelId="{76514445-EDEE-4577-BAD8-9564FF813D25}" type="pres">
      <dgm:prSet presAssocID="{49276EA2-08E7-4F2F-A5BB-4BD4E8B64E2D}" presName="parentTextBox" presStyleLbl="node1" presStyleIdx="0" presStyleCnt="3"/>
      <dgm:spPr/>
    </dgm:pt>
    <dgm:pt modelId="{1B108EF5-EF88-4868-A6A8-D1FB8EAFBFF5}" type="pres">
      <dgm:prSet presAssocID="{147B3806-51B1-433D-BADC-E9FCFE0D8F07}" presName="sp" presStyleCnt="0"/>
      <dgm:spPr/>
    </dgm:pt>
    <dgm:pt modelId="{C99E423D-9EB4-4C9E-A112-9278626C33D6}" type="pres">
      <dgm:prSet presAssocID="{25B817DA-E2DB-40C7-B4C4-11D1800505EE}" presName="arrowAndChildren" presStyleCnt="0"/>
      <dgm:spPr/>
    </dgm:pt>
    <dgm:pt modelId="{80D43C19-9FE6-4388-B3EE-8354382E4F0E}" type="pres">
      <dgm:prSet presAssocID="{25B817DA-E2DB-40C7-B4C4-11D1800505EE}" presName="parentTextArrow" presStyleLbl="node1" presStyleIdx="1" presStyleCnt="3"/>
      <dgm:spPr/>
    </dgm:pt>
    <dgm:pt modelId="{E9CC6574-D88C-4163-B089-D48BF303146F}" type="pres">
      <dgm:prSet presAssocID="{56B4FB73-5014-49DA-B1BC-E5A2C3006755}" presName="sp" presStyleCnt="0"/>
      <dgm:spPr/>
    </dgm:pt>
    <dgm:pt modelId="{EFFD8413-AF13-4C13-9083-9490063A09D3}" type="pres">
      <dgm:prSet presAssocID="{83B69CCD-4EAB-4371-AE86-56BD74899128}" presName="arrowAndChildren" presStyleCnt="0"/>
      <dgm:spPr/>
    </dgm:pt>
    <dgm:pt modelId="{E5DF2A3E-F464-4419-A73B-7743E923B89E}" type="pres">
      <dgm:prSet presAssocID="{83B69CCD-4EAB-4371-AE86-56BD74899128}" presName="parentTextArrow" presStyleLbl="node1" presStyleIdx="2" presStyleCnt="3"/>
      <dgm:spPr/>
    </dgm:pt>
  </dgm:ptLst>
  <dgm:cxnLst>
    <dgm:cxn modelId="{3B96890B-E0EB-4F7A-B7EF-34B72C11DF2D}" type="presOf" srcId="{83B69CCD-4EAB-4371-AE86-56BD74899128}" destId="{E5DF2A3E-F464-4419-A73B-7743E923B89E}" srcOrd="0" destOrd="0" presId="urn:microsoft.com/office/officeart/2005/8/layout/process4"/>
    <dgm:cxn modelId="{118FA112-E521-406B-8F04-CC8D5D62B9D3}" srcId="{092EE30D-804C-4416-93C3-B9220005A52B}" destId="{49276EA2-08E7-4F2F-A5BB-4BD4E8B64E2D}" srcOrd="2" destOrd="0" parTransId="{3B5247FE-9F2B-4CA9-BC03-E791CEDD589D}" sibTransId="{1071E9CD-445F-47C5-B6B5-8F6A4C064ED3}"/>
    <dgm:cxn modelId="{E73C522A-9291-4173-A20A-8FCCA1F769D1}" type="presOf" srcId="{49276EA2-08E7-4F2F-A5BB-4BD4E8B64E2D}" destId="{76514445-EDEE-4577-BAD8-9564FF813D25}" srcOrd="0" destOrd="0" presId="urn:microsoft.com/office/officeart/2005/8/layout/process4"/>
    <dgm:cxn modelId="{928BC830-8F34-4D23-84D8-BA3683B55B53}" srcId="{092EE30D-804C-4416-93C3-B9220005A52B}" destId="{25B817DA-E2DB-40C7-B4C4-11D1800505EE}" srcOrd="1" destOrd="0" parTransId="{7710D876-537E-4230-8713-482B9EC3917E}" sibTransId="{147B3806-51B1-433D-BADC-E9FCFE0D8F07}"/>
    <dgm:cxn modelId="{5E219B56-995D-4082-92F5-060F45CCC960}" type="presOf" srcId="{25B817DA-E2DB-40C7-B4C4-11D1800505EE}" destId="{80D43C19-9FE6-4388-B3EE-8354382E4F0E}" srcOrd="0" destOrd="0" presId="urn:microsoft.com/office/officeart/2005/8/layout/process4"/>
    <dgm:cxn modelId="{5FEC975A-A952-4F9F-87A3-9DCC5FCB454A}" srcId="{092EE30D-804C-4416-93C3-B9220005A52B}" destId="{83B69CCD-4EAB-4371-AE86-56BD74899128}" srcOrd="0" destOrd="0" parTransId="{9BF99E71-ACAA-4164-8A4D-95D3F2DB7AF7}" sibTransId="{56B4FB73-5014-49DA-B1BC-E5A2C3006755}"/>
    <dgm:cxn modelId="{7F773F80-0939-4E51-9520-C7112D6CD4CC}" type="presOf" srcId="{092EE30D-804C-4416-93C3-B9220005A52B}" destId="{2B43BE2C-709F-4B69-A1B9-275293A15569}" srcOrd="0" destOrd="0" presId="urn:microsoft.com/office/officeart/2005/8/layout/process4"/>
    <dgm:cxn modelId="{79343262-91BC-40E1-9863-2F46BF705360}" type="presParOf" srcId="{2B43BE2C-709F-4B69-A1B9-275293A15569}" destId="{FAD937AA-5D97-41C0-9D21-4659F2A108A0}" srcOrd="0" destOrd="0" presId="urn:microsoft.com/office/officeart/2005/8/layout/process4"/>
    <dgm:cxn modelId="{D57889D4-319B-4E9A-9210-337E5CC7CCBC}" type="presParOf" srcId="{FAD937AA-5D97-41C0-9D21-4659F2A108A0}" destId="{76514445-EDEE-4577-BAD8-9564FF813D25}" srcOrd="0" destOrd="0" presId="urn:microsoft.com/office/officeart/2005/8/layout/process4"/>
    <dgm:cxn modelId="{C93C6DC2-3D02-4590-BC58-84625DB2A6EA}" type="presParOf" srcId="{2B43BE2C-709F-4B69-A1B9-275293A15569}" destId="{1B108EF5-EF88-4868-A6A8-D1FB8EAFBFF5}" srcOrd="1" destOrd="0" presId="urn:microsoft.com/office/officeart/2005/8/layout/process4"/>
    <dgm:cxn modelId="{56EB6A1A-3A95-4B1C-A1D8-528898F529A8}" type="presParOf" srcId="{2B43BE2C-709F-4B69-A1B9-275293A15569}" destId="{C99E423D-9EB4-4C9E-A112-9278626C33D6}" srcOrd="2" destOrd="0" presId="urn:microsoft.com/office/officeart/2005/8/layout/process4"/>
    <dgm:cxn modelId="{28C7D26B-D1AC-4DA9-ACF3-28CCB6F743A0}" type="presParOf" srcId="{C99E423D-9EB4-4C9E-A112-9278626C33D6}" destId="{80D43C19-9FE6-4388-B3EE-8354382E4F0E}" srcOrd="0" destOrd="0" presId="urn:microsoft.com/office/officeart/2005/8/layout/process4"/>
    <dgm:cxn modelId="{C35B16F5-13FE-4C46-90B3-DBCAC56BEAD4}" type="presParOf" srcId="{2B43BE2C-709F-4B69-A1B9-275293A15569}" destId="{E9CC6574-D88C-4163-B089-D48BF303146F}" srcOrd="3" destOrd="0" presId="urn:microsoft.com/office/officeart/2005/8/layout/process4"/>
    <dgm:cxn modelId="{D5B71E44-E065-4273-A2CB-225FFF7D618D}" type="presParOf" srcId="{2B43BE2C-709F-4B69-A1B9-275293A15569}" destId="{EFFD8413-AF13-4C13-9083-9490063A09D3}" srcOrd="4" destOrd="0" presId="urn:microsoft.com/office/officeart/2005/8/layout/process4"/>
    <dgm:cxn modelId="{ECCA76A0-4055-4444-9D1E-D220A42A1E6E}" type="presParOf" srcId="{EFFD8413-AF13-4C13-9083-9490063A09D3}" destId="{E5DF2A3E-F464-4419-A73B-7743E923B89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514445-EDEE-4577-BAD8-9564FF813D25}">
      <dsp:nvSpPr>
        <dsp:cNvPr id="0" name=""/>
        <dsp:cNvSpPr/>
      </dsp:nvSpPr>
      <dsp:spPr>
        <a:xfrm>
          <a:off x="0" y="2746399"/>
          <a:ext cx="9507750" cy="901429"/>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kumimoji="1" lang="en-GB" sz="2800" kern="1200" dirty="0">
              <a:solidFill>
                <a:schemeClr val="tx2">
                  <a:lumMod val="75000"/>
                </a:schemeClr>
              </a:solidFill>
              <a:latin typeface="Times New Roman" panose="02020603050405020304" pitchFamily="18" charset="0"/>
              <a:cs typeface="Times New Roman" panose="02020603050405020304" pitchFamily="18" charset="0"/>
            </a:rPr>
            <a:t>Use sources to inform and support your argument</a:t>
          </a:r>
          <a:endParaRPr lang="en-GB" sz="2800" kern="1200" dirty="0">
            <a:solidFill>
              <a:schemeClr val="tx2">
                <a:lumMod val="75000"/>
              </a:schemeClr>
            </a:solidFill>
            <a:latin typeface="Times New Roman" panose="02020603050405020304" pitchFamily="18" charset="0"/>
            <a:cs typeface="Times New Roman" panose="02020603050405020304" pitchFamily="18" charset="0"/>
          </a:endParaRPr>
        </a:p>
      </dsp:txBody>
      <dsp:txXfrm>
        <a:off x="0" y="2746399"/>
        <a:ext cx="9507750" cy="901429"/>
      </dsp:txXfrm>
    </dsp:sp>
    <dsp:sp modelId="{80D43C19-9FE6-4388-B3EE-8354382E4F0E}">
      <dsp:nvSpPr>
        <dsp:cNvPr id="0" name=""/>
        <dsp:cNvSpPr/>
      </dsp:nvSpPr>
      <dsp:spPr>
        <a:xfrm rot="10800000">
          <a:off x="0" y="1373522"/>
          <a:ext cx="9507750" cy="1386398"/>
        </a:xfrm>
        <a:prstGeom prst="upArrowCallou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kumimoji="1" lang="en-GB" sz="2800" kern="1200" dirty="0">
              <a:solidFill>
                <a:schemeClr val="tx2">
                  <a:lumMod val="75000"/>
                </a:schemeClr>
              </a:solidFill>
              <a:latin typeface="Times New Roman" panose="02020603050405020304" pitchFamily="18" charset="0"/>
              <a:cs typeface="Times New Roman" panose="02020603050405020304" pitchFamily="18" charset="0"/>
            </a:rPr>
            <a:t>Organize your ideas</a:t>
          </a:r>
          <a:endParaRPr lang="en-GB" sz="2800" kern="1200" dirty="0">
            <a:solidFill>
              <a:schemeClr val="tx2">
                <a:lumMod val="75000"/>
              </a:schemeClr>
            </a:solidFill>
            <a:latin typeface="Times New Roman" panose="02020603050405020304" pitchFamily="18" charset="0"/>
            <a:cs typeface="Times New Roman" panose="02020603050405020304" pitchFamily="18" charset="0"/>
          </a:endParaRPr>
        </a:p>
      </dsp:txBody>
      <dsp:txXfrm rot="10800000">
        <a:off x="0" y="1373522"/>
        <a:ext cx="9507750" cy="900840"/>
      </dsp:txXfrm>
    </dsp:sp>
    <dsp:sp modelId="{E5DF2A3E-F464-4419-A73B-7743E923B89E}">
      <dsp:nvSpPr>
        <dsp:cNvPr id="0" name=""/>
        <dsp:cNvSpPr/>
      </dsp:nvSpPr>
      <dsp:spPr>
        <a:xfrm rot="10800000">
          <a:off x="0" y="644"/>
          <a:ext cx="9507750" cy="1386398"/>
        </a:xfrm>
        <a:prstGeom prst="upArrowCallou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kumimoji="1" lang="en-GB" sz="2800" kern="1200" dirty="0">
              <a:solidFill>
                <a:schemeClr val="tx2">
                  <a:lumMod val="75000"/>
                </a:schemeClr>
              </a:solidFill>
              <a:latin typeface="Times New Roman" panose="02020603050405020304" pitchFamily="18" charset="0"/>
              <a:cs typeface="Times New Roman" panose="02020603050405020304" pitchFamily="18" charset="0"/>
            </a:rPr>
            <a:t>Form a working thesis</a:t>
          </a:r>
          <a:endParaRPr lang="en-GB" sz="2800" kern="1200" dirty="0">
            <a:solidFill>
              <a:schemeClr val="tx2">
                <a:lumMod val="75000"/>
              </a:schemeClr>
            </a:solidFill>
            <a:latin typeface="Times New Roman" panose="02020603050405020304" pitchFamily="18" charset="0"/>
            <a:cs typeface="Times New Roman" panose="02020603050405020304" pitchFamily="18" charset="0"/>
          </a:endParaRPr>
        </a:p>
      </dsp:txBody>
      <dsp:txXfrm rot="10800000">
        <a:off x="0" y="644"/>
        <a:ext cx="9507750" cy="9008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38DA19BA-0247-0ECD-4BF8-FA4AB330BCED}"/>
              </a:ext>
            </a:extLst>
          </p:cNvPr>
          <p:cNvSpPr>
            <a:spLocks noGrp="1" noChangeArrowheads="1"/>
          </p:cNvSpPr>
          <p:nvPr>
            <p:ph type="hdr" sz="quarter"/>
          </p:nvPr>
        </p:nvSpPr>
        <p:spPr bwMode="auto">
          <a:xfrm>
            <a:off x="0" y="0"/>
            <a:ext cx="3041650" cy="465138"/>
          </a:xfrm>
          <a:prstGeom prst="rect">
            <a:avLst/>
          </a:prstGeom>
          <a:noFill/>
          <a:ln w="9525">
            <a:noFill/>
            <a:miter lim="800000"/>
            <a:headEnd/>
            <a:tailEnd/>
          </a:ln>
          <a:effectLst/>
        </p:spPr>
        <p:txBody>
          <a:bodyPr vert="horz" wrap="square" lIns="91480" tIns="45740" rIns="91480" bIns="45740" numCol="1" anchor="t" anchorCtr="0" compatLnSpc="1">
            <a:prstTxWarp prst="textNoShape">
              <a:avLst/>
            </a:prstTxWarp>
          </a:bodyPr>
          <a:lstStyle>
            <a:lvl1pPr>
              <a:spcBef>
                <a:spcPct val="20000"/>
              </a:spcBef>
              <a:buClr>
                <a:schemeClr val="accent1"/>
              </a:buClr>
              <a:buSzPct val="65000"/>
              <a:buFont typeface="Wingdings" pitchFamily="2" charset="2"/>
              <a:buChar char="n"/>
              <a:defRPr sz="1100">
                <a:ea typeface="PMingLiU" pitchFamily="18" charset="-120"/>
                <a:cs typeface="Arial" pitchFamily="34" charset="0"/>
              </a:defRPr>
            </a:lvl1pPr>
          </a:lstStyle>
          <a:p>
            <a:pPr>
              <a:defRPr/>
            </a:pPr>
            <a:endParaRPr lang="en-US" altLang="zh-TW"/>
          </a:p>
        </p:txBody>
      </p:sp>
      <p:sp>
        <p:nvSpPr>
          <p:cNvPr id="109571" name="Rectangle 3">
            <a:extLst>
              <a:ext uri="{FF2B5EF4-FFF2-40B4-BE49-F238E27FC236}">
                <a16:creationId xmlns:a16="http://schemas.microsoft.com/office/drawing/2014/main" id="{25AA5A7F-441A-BF11-8897-A8CAFEEEFBB1}"/>
              </a:ext>
            </a:extLst>
          </p:cNvPr>
          <p:cNvSpPr>
            <a:spLocks noGrp="1" noChangeArrowheads="1"/>
          </p:cNvSpPr>
          <p:nvPr>
            <p:ph type="dt" sz="quarter" idx="1"/>
          </p:nvPr>
        </p:nvSpPr>
        <p:spPr bwMode="auto">
          <a:xfrm>
            <a:off x="3976688" y="0"/>
            <a:ext cx="3041650" cy="465138"/>
          </a:xfrm>
          <a:prstGeom prst="rect">
            <a:avLst/>
          </a:prstGeom>
          <a:noFill/>
          <a:ln w="9525">
            <a:noFill/>
            <a:miter lim="800000"/>
            <a:headEnd/>
            <a:tailEnd/>
          </a:ln>
          <a:effectLst/>
        </p:spPr>
        <p:txBody>
          <a:bodyPr vert="horz" wrap="square" lIns="91480" tIns="45740" rIns="91480" bIns="45740" numCol="1" anchor="t" anchorCtr="0" compatLnSpc="1">
            <a:prstTxWarp prst="textNoShape">
              <a:avLst/>
            </a:prstTxWarp>
          </a:bodyPr>
          <a:lstStyle>
            <a:lvl1pPr algn="r">
              <a:spcBef>
                <a:spcPct val="20000"/>
              </a:spcBef>
              <a:buClr>
                <a:schemeClr val="accent1"/>
              </a:buClr>
              <a:buSzPct val="65000"/>
              <a:buFont typeface="Wingdings" pitchFamily="2" charset="2"/>
              <a:buChar char="n"/>
              <a:defRPr sz="1100">
                <a:ea typeface="PMingLiU" pitchFamily="18" charset="-120"/>
                <a:cs typeface="Arial" pitchFamily="34" charset="0"/>
              </a:defRPr>
            </a:lvl1pPr>
          </a:lstStyle>
          <a:p>
            <a:pPr>
              <a:defRPr/>
            </a:pPr>
            <a:fld id="{8EECEF9A-C7E2-1648-97CB-730CFC2658BC}" type="datetimeFigureOut">
              <a:rPr lang="zh-TW" altLang="en-US"/>
              <a:pPr>
                <a:defRPr/>
              </a:pPr>
              <a:t>2026/1/22</a:t>
            </a:fld>
            <a:endParaRPr lang="en-US" altLang="zh-TW" dirty="0"/>
          </a:p>
        </p:txBody>
      </p:sp>
      <p:sp>
        <p:nvSpPr>
          <p:cNvPr id="109572" name="Rectangle 4">
            <a:extLst>
              <a:ext uri="{FF2B5EF4-FFF2-40B4-BE49-F238E27FC236}">
                <a16:creationId xmlns:a16="http://schemas.microsoft.com/office/drawing/2014/main" id="{AFC64562-B05A-84E3-EA90-19E03959877E}"/>
              </a:ext>
            </a:extLst>
          </p:cNvPr>
          <p:cNvSpPr>
            <a:spLocks noGrp="1" noChangeArrowheads="1"/>
          </p:cNvSpPr>
          <p:nvPr>
            <p:ph type="ftr" sz="quarter" idx="2"/>
          </p:nvPr>
        </p:nvSpPr>
        <p:spPr bwMode="auto">
          <a:xfrm>
            <a:off x="0" y="8839200"/>
            <a:ext cx="3041650" cy="465138"/>
          </a:xfrm>
          <a:prstGeom prst="rect">
            <a:avLst/>
          </a:prstGeom>
          <a:noFill/>
          <a:ln w="9525">
            <a:noFill/>
            <a:miter lim="800000"/>
            <a:headEnd/>
            <a:tailEnd/>
          </a:ln>
          <a:effectLst/>
        </p:spPr>
        <p:txBody>
          <a:bodyPr vert="horz" wrap="square" lIns="91480" tIns="45740" rIns="91480" bIns="45740" numCol="1" anchor="b" anchorCtr="0" compatLnSpc="1">
            <a:prstTxWarp prst="textNoShape">
              <a:avLst/>
            </a:prstTxWarp>
          </a:bodyPr>
          <a:lstStyle>
            <a:lvl1pPr>
              <a:spcBef>
                <a:spcPct val="20000"/>
              </a:spcBef>
              <a:buClr>
                <a:schemeClr val="accent1"/>
              </a:buClr>
              <a:buSzPct val="65000"/>
              <a:buFont typeface="Wingdings" pitchFamily="2" charset="2"/>
              <a:buChar char="n"/>
              <a:defRPr sz="1100">
                <a:ea typeface="PMingLiU" pitchFamily="18" charset="-120"/>
                <a:cs typeface="Arial" pitchFamily="34" charset="0"/>
              </a:defRPr>
            </a:lvl1pPr>
          </a:lstStyle>
          <a:p>
            <a:pPr>
              <a:defRPr/>
            </a:pPr>
            <a:endParaRPr lang="en-US" altLang="zh-TW"/>
          </a:p>
        </p:txBody>
      </p:sp>
      <p:sp>
        <p:nvSpPr>
          <p:cNvPr id="109573" name="Rectangle 5">
            <a:extLst>
              <a:ext uri="{FF2B5EF4-FFF2-40B4-BE49-F238E27FC236}">
                <a16:creationId xmlns:a16="http://schemas.microsoft.com/office/drawing/2014/main" id="{36A1321B-FD1A-BA1A-7AF8-D125E04D58E2}"/>
              </a:ext>
            </a:extLst>
          </p:cNvPr>
          <p:cNvSpPr>
            <a:spLocks noGrp="1" noChangeArrowheads="1"/>
          </p:cNvSpPr>
          <p:nvPr>
            <p:ph type="sldNum" sz="quarter" idx="3"/>
          </p:nvPr>
        </p:nvSpPr>
        <p:spPr bwMode="auto">
          <a:xfrm>
            <a:off x="3976688" y="8839200"/>
            <a:ext cx="3041650" cy="465138"/>
          </a:xfrm>
          <a:prstGeom prst="rect">
            <a:avLst/>
          </a:prstGeom>
          <a:noFill/>
          <a:ln w="9525">
            <a:noFill/>
            <a:miter lim="800000"/>
            <a:headEnd/>
            <a:tailEnd/>
          </a:ln>
          <a:effectLst/>
        </p:spPr>
        <p:txBody>
          <a:bodyPr vert="horz" wrap="square" lIns="91480" tIns="45740" rIns="91480" bIns="45740" numCol="1" anchor="b" anchorCtr="0" compatLnSpc="1">
            <a:prstTxWarp prst="textNoShape">
              <a:avLst/>
            </a:prstTxWarp>
          </a:bodyPr>
          <a:lstStyle>
            <a:lvl1pPr algn="r">
              <a:spcBef>
                <a:spcPct val="20000"/>
              </a:spcBef>
              <a:buClr>
                <a:schemeClr val="accent1"/>
              </a:buClr>
              <a:buSzPct val="65000"/>
              <a:buFont typeface="Wingdings" panose="05000000000000000000" pitchFamily="2" charset="2"/>
              <a:buChar char="n"/>
              <a:defRPr sz="1100">
                <a:ea typeface="PMingLiU" panose="02020500000000000000" pitchFamily="18" charset="-120"/>
              </a:defRPr>
            </a:lvl1pPr>
          </a:lstStyle>
          <a:p>
            <a:pPr>
              <a:defRPr/>
            </a:pPr>
            <a:fld id="{C33C5B51-16A2-4A46-904B-5B4769766464}" type="slidenum">
              <a:rPr lang="zh-TW" altLang="en-US"/>
              <a:pPr>
                <a:defRPr/>
              </a:pPr>
              <a:t>‹#›</a:t>
            </a:fld>
            <a:endParaRPr lang="en-US" altLang="zh-TW"/>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76F0A248-34C4-36A7-6F92-738686A6F23C}"/>
              </a:ext>
            </a:extLst>
          </p:cNvPr>
          <p:cNvSpPr>
            <a:spLocks noGrp="1" noChangeArrowheads="1"/>
          </p:cNvSpPr>
          <p:nvPr>
            <p:ph type="hdr" sz="quarter"/>
          </p:nvPr>
        </p:nvSpPr>
        <p:spPr bwMode="auto">
          <a:xfrm>
            <a:off x="0" y="0"/>
            <a:ext cx="3041650" cy="465138"/>
          </a:xfrm>
          <a:prstGeom prst="rect">
            <a:avLst/>
          </a:prstGeom>
          <a:noFill/>
          <a:ln w="9525">
            <a:noFill/>
            <a:miter lim="800000"/>
            <a:headEnd/>
            <a:tailEnd/>
          </a:ln>
        </p:spPr>
        <p:txBody>
          <a:bodyPr vert="horz" wrap="square" lIns="91480" tIns="45740" rIns="91480" bIns="45740" numCol="1" anchor="t" anchorCtr="0" compatLnSpc="1">
            <a:prstTxWarp prst="textNoShape">
              <a:avLst/>
            </a:prstTxWarp>
          </a:bodyPr>
          <a:lstStyle>
            <a:lvl1pPr>
              <a:defRPr sz="1100">
                <a:solidFill>
                  <a:schemeClr val="tx1"/>
                </a:solidFill>
                <a:latin typeface="Tahoma" pitchFamily="34" charset="0"/>
                <a:cs typeface="Arial" pitchFamily="34" charset="0"/>
              </a:defRPr>
            </a:lvl1pPr>
          </a:lstStyle>
          <a:p>
            <a:pPr>
              <a:defRPr/>
            </a:pPr>
            <a:endParaRPr lang="zh-CN" altLang="en-US"/>
          </a:p>
        </p:txBody>
      </p:sp>
      <p:sp>
        <p:nvSpPr>
          <p:cNvPr id="143363" name="Rectangle 3">
            <a:extLst>
              <a:ext uri="{FF2B5EF4-FFF2-40B4-BE49-F238E27FC236}">
                <a16:creationId xmlns:a16="http://schemas.microsoft.com/office/drawing/2014/main" id="{CDECE83D-791C-CC96-A461-3472E6AF952A}"/>
              </a:ext>
            </a:extLst>
          </p:cNvPr>
          <p:cNvSpPr>
            <a:spLocks noGrp="1" noChangeArrowheads="1"/>
          </p:cNvSpPr>
          <p:nvPr>
            <p:ph type="dt" idx="1"/>
          </p:nvPr>
        </p:nvSpPr>
        <p:spPr bwMode="auto">
          <a:xfrm>
            <a:off x="3976688" y="0"/>
            <a:ext cx="3041650" cy="465138"/>
          </a:xfrm>
          <a:prstGeom prst="rect">
            <a:avLst/>
          </a:prstGeom>
          <a:noFill/>
          <a:ln w="9525">
            <a:noFill/>
            <a:miter lim="800000"/>
            <a:headEnd/>
            <a:tailEnd/>
          </a:ln>
        </p:spPr>
        <p:txBody>
          <a:bodyPr vert="horz" wrap="square" lIns="91480" tIns="45740" rIns="91480" bIns="45740" numCol="1" anchor="t" anchorCtr="0" compatLnSpc="1">
            <a:prstTxWarp prst="textNoShape">
              <a:avLst/>
            </a:prstTxWarp>
          </a:bodyPr>
          <a:lstStyle>
            <a:lvl1pPr algn="r">
              <a:defRPr sz="1100">
                <a:solidFill>
                  <a:schemeClr val="tx1"/>
                </a:solidFill>
                <a:latin typeface="Tahoma" pitchFamily="34" charset="0"/>
                <a:cs typeface="Arial" pitchFamily="34" charset="0"/>
              </a:defRPr>
            </a:lvl1pPr>
          </a:lstStyle>
          <a:p>
            <a:pPr>
              <a:defRPr/>
            </a:pPr>
            <a:endParaRPr lang="zh-CN" altLang="en-US"/>
          </a:p>
        </p:txBody>
      </p:sp>
      <p:sp>
        <p:nvSpPr>
          <p:cNvPr id="39940" name="Rectangle 4">
            <a:extLst>
              <a:ext uri="{FF2B5EF4-FFF2-40B4-BE49-F238E27FC236}">
                <a16:creationId xmlns:a16="http://schemas.microsoft.com/office/drawing/2014/main" id="{ED242271-31D2-1D36-C8B4-4587B152606E}"/>
              </a:ext>
            </a:extLst>
          </p:cNvPr>
          <p:cNvSpPr>
            <a:spLocks noGrp="1" noRot="1" noChangeAspect="1" noChangeArrowheads="1" noTextEdit="1"/>
          </p:cNvSpPr>
          <p:nvPr>
            <p:ph type="sldImg" idx="2"/>
          </p:nvPr>
        </p:nvSpPr>
        <p:spPr bwMode="auto">
          <a:xfrm>
            <a:off x="411163" y="700088"/>
            <a:ext cx="6202362" cy="34893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5" name="Rectangle 5">
            <a:extLst>
              <a:ext uri="{FF2B5EF4-FFF2-40B4-BE49-F238E27FC236}">
                <a16:creationId xmlns:a16="http://schemas.microsoft.com/office/drawing/2014/main" id="{3E4558B4-C172-B897-F731-90304BBC2ED5}"/>
              </a:ext>
            </a:extLst>
          </p:cNvPr>
          <p:cNvSpPr>
            <a:spLocks noGrp="1" noChangeArrowheads="1"/>
          </p:cNvSpPr>
          <p:nvPr>
            <p:ph type="body" sz="quarter" idx="3"/>
          </p:nvPr>
        </p:nvSpPr>
        <p:spPr bwMode="auto">
          <a:xfrm>
            <a:off x="701675" y="4419600"/>
            <a:ext cx="5618163" cy="4187825"/>
          </a:xfrm>
          <a:prstGeom prst="rect">
            <a:avLst/>
          </a:prstGeom>
          <a:noFill/>
          <a:ln w="9525">
            <a:noFill/>
            <a:miter lim="800000"/>
            <a:headEnd/>
            <a:tailEnd/>
          </a:ln>
        </p:spPr>
        <p:txBody>
          <a:bodyPr vert="horz" wrap="square" lIns="91480" tIns="45740" rIns="91480" bIns="4574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366" name="Rectangle 6">
            <a:extLst>
              <a:ext uri="{FF2B5EF4-FFF2-40B4-BE49-F238E27FC236}">
                <a16:creationId xmlns:a16="http://schemas.microsoft.com/office/drawing/2014/main" id="{2D25CDCA-2F6F-03F8-570B-E4F7B89D3311}"/>
              </a:ext>
            </a:extLst>
          </p:cNvPr>
          <p:cNvSpPr>
            <a:spLocks noGrp="1" noChangeArrowheads="1"/>
          </p:cNvSpPr>
          <p:nvPr>
            <p:ph type="ftr" sz="quarter" idx="4"/>
          </p:nvPr>
        </p:nvSpPr>
        <p:spPr bwMode="auto">
          <a:xfrm>
            <a:off x="0" y="8839200"/>
            <a:ext cx="3041650" cy="465138"/>
          </a:xfrm>
          <a:prstGeom prst="rect">
            <a:avLst/>
          </a:prstGeom>
          <a:noFill/>
          <a:ln w="9525">
            <a:noFill/>
            <a:miter lim="800000"/>
            <a:headEnd/>
            <a:tailEnd/>
          </a:ln>
        </p:spPr>
        <p:txBody>
          <a:bodyPr vert="horz" wrap="square" lIns="91480" tIns="45740" rIns="91480" bIns="45740" numCol="1" anchor="b" anchorCtr="0" compatLnSpc="1">
            <a:prstTxWarp prst="textNoShape">
              <a:avLst/>
            </a:prstTxWarp>
          </a:bodyPr>
          <a:lstStyle>
            <a:lvl1pPr>
              <a:defRPr sz="1100">
                <a:solidFill>
                  <a:schemeClr val="tx1"/>
                </a:solidFill>
                <a:latin typeface="Tahoma" pitchFamily="34" charset="0"/>
                <a:cs typeface="Arial" pitchFamily="34" charset="0"/>
              </a:defRPr>
            </a:lvl1pPr>
          </a:lstStyle>
          <a:p>
            <a:pPr>
              <a:defRPr/>
            </a:pPr>
            <a:endParaRPr lang="zh-CN" altLang="en-US"/>
          </a:p>
        </p:txBody>
      </p:sp>
      <p:sp>
        <p:nvSpPr>
          <p:cNvPr id="143367" name="Rectangle 7">
            <a:extLst>
              <a:ext uri="{FF2B5EF4-FFF2-40B4-BE49-F238E27FC236}">
                <a16:creationId xmlns:a16="http://schemas.microsoft.com/office/drawing/2014/main" id="{CDE7B55A-AEA7-3A64-AE57-757EB32C4CF3}"/>
              </a:ext>
            </a:extLst>
          </p:cNvPr>
          <p:cNvSpPr>
            <a:spLocks noGrp="1" noChangeArrowheads="1"/>
          </p:cNvSpPr>
          <p:nvPr>
            <p:ph type="sldNum" sz="quarter" idx="5"/>
          </p:nvPr>
        </p:nvSpPr>
        <p:spPr bwMode="auto">
          <a:xfrm>
            <a:off x="3976688" y="8839200"/>
            <a:ext cx="3041650" cy="465138"/>
          </a:xfrm>
          <a:prstGeom prst="rect">
            <a:avLst/>
          </a:prstGeom>
          <a:noFill/>
          <a:ln w="9525">
            <a:noFill/>
            <a:miter lim="800000"/>
            <a:headEnd/>
            <a:tailEnd/>
          </a:ln>
        </p:spPr>
        <p:txBody>
          <a:bodyPr vert="horz" wrap="square" lIns="91480" tIns="45740" rIns="91480" bIns="45740" numCol="1" anchor="b" anchorCtr="0" compatLnSpc="1">
            <a:prstTxWarp prst="textNoShape">
              <a:avLst/>
            </a:prstTxWarp>
          </a:bodyPr>
          <a:lstStyle>
            <a:lvl1pPr algn="r">
              <a:defRPr sz="1100">
                <a:solidFill>
                  <a:schemeClr val="tx1"/>
                </a:solidFill>
                <a:latin typeface="Tahoma" panose="020B0604030504040204" pitchFamily="34" charset="0"/>
              </a:defRPr>
            </a:lvl1pPr>
          </a:lstStyle>
          <a:p>
            <a:pPr>
              <a:defRPr/>
            </a:pPr>
            <a:fld id="{CEDB2E91-7E19-BE40-A50C-2148A1926E9C}"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ahoma" pitchFamily="34"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ahoma" pitchFamily="34"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ahoma" pitchFamily="34"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ahoma" pitchFamily="34"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ahoma"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a:extLst>
              <a:ext uri="{FF2B5EF4-FFF2-40B4-BE49-F238E27FC236}">
                <a16:creationId xmlns:a16="http://schemas.microsoft.com/office/drawing/2014/main" id="{4F807D7B-8C66-F02F-567B-9ECADAD9189C}"/>
              </a:ext>
            </a:extLst>
          </p:cNvPr>
          <p:cNvSpPr>
            <a:spLocks noGrp="1" noRot="1" noChangeAspect="1" noChangeArrowheads="1" noTextEdit="1"/>
          </p:cNvSpPr>
          <p:nvPr>
            <p:ph type="sldImg"/>
          </p:nvPr>
        </p:nvSpPr>
        <p:spPr>
          <a:ln/>
        </p:spPr>
      </p:sp>
      <p:sp>
        <p:nvSpPr>
          <p:cNvPr id="44034" name="Notes Placeholder 2">
            <a:extLst>
              <a:ext uri="{FF2B5EF4-FFF2-40B4-BE49-F238E27FC236}">
                <a16:creationId xmlns:a16="http://schemas.microsoft.com/office/drawing/2014/main" id="{F8D13E7D-BC08-C90C-354D-816E903716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a:extLst>
              <a:ext uri="{FF2B5EF4-FFF2-40B4-BE49-F238E27FC236}">
                <a16:creationId xmlns:a16="http://schemas.microsoft.com/office/drawing/2014/main" id="{E29E631E-4C0F-7045-655F-AF84CE70DC8A}"/>
              </a:ext>
            </a:extLst>
          </p:cNvPr>
          <p:cNvSpPr>
            <a:spLocks noGrp="1" noRot="1" noChangeAspect="1" noChangeArrowheads="1" noTextEdit="1"/>
          </p:cNvSpPr>
          <p:nvPr>
            <p:ph type="sldImg"/>
          </p:nvPr>
        </p:nvSpPr>
        <p:spPr>
          <a:ln/>
        </p:spPr>
      </p:sp>
      <p:sp>
        <p:nvSpPr>
          <p:cNvPr id="46082" name="Notes Placeholder 2">
            <a:extLst>
              <a:ext uri="{FF2B5EF4-FFF2-40B4-BE49-F238E27FC236}">
                <a16:creationId xmlns:a16="http://schemas.microsoft.com/office/drawing/2014/main" id="{779DCFF0-D810-82B0-2BAD-00B937DE0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a:extLst>
              <a:ext uri="{FF2B5EF4-FFF2-40B4-BE49-F238E27FC236}">
                <a16:creationId xmlns:a16="http://schemas.microsoft.com/office/drawing/2014/main" id="{71827925-DB0E-192D-AE46-5EEA5A805B83}"/>
              </a:ext>
            </a:extLst>
          </p:cNvPr>
          <p:cNvSpPr>
            <a:spLocks noGrp="1" noRot="1" noChangeAspect="1" noChangeArrowheads="1" noTextEdit="1"/>
          </p:cNvSpPr>
          <p:nvPr>
            <p:ph type="sldImg"/>
          </p:nvPr>
        </p:nvSpPr>
        <p:spPr>
          <a:ln/>
        </p:spPr>
      </p:sp>
      <p:sp>
        <p:nvSpPr>
          <p:cNvPr id="48130" name="Notes Placeholder 2">
            <a:extLst>
              <a:ext uri="{FF2B5EF4-FFF2-40B4-BE49-F238E27FC236}">
                <a16:creationId xmlns:a16="http://schemas.microsoft.com/office/drawing/2014/main" id="{D8C1DC47-65B2-7064-E324-ABD499FC95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D9C1C82E-5949-6C24-43D6-91A32975D741}"/>
              </a:ext>
            </a:extLst>
          </p:cNvPr>
          <p:cNvSpPr>
            <a:spLocks noGrp="1" noRot="1" noChangeAspect="1" noChangeArrowheads="1" noTextEdit="1"/>
          </p:cNvSpPr>
          <p:nvPr>
            <p:ph type="sldImg"/>
          </p:nvPr>
        </p:nvSpPr>
        <p:spPr>
          <a:ln/>
        </p:spPr>
      </p:sp>
      <p:sp>
        <p:nvSpPr>
          <p:cNvPr id="50178" name="Notes Placeholder 2">
            <a:extLst>
              <a:ext uri="{FF2B5EF4-FFF2-40B4-BE49-F238E27FC236}">
                <a16:creationId xmlns:a16="http://schemas.microsoft.com/office/drawing/2014/main" id="{484E2539-A08B-8980-3C69-7D68C5AA2B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a:extLst>
              <a:ext uri="{FF2B5EF4-FFF2-40B4-BE49-F238E27FC236}">
                <a16:creationId xmlns:a16="http://schemas.microsoft.com/office/drawing/2014/main" id="{4076661E-8E25-8769-C2A0-553BE0046580}"/>
              </a:ext>
            </a:extLst>
          </p:cNvPr>
          <p:cNvSpPr>
            <a:spLocks noGrp="1" noRot="1" noChangeAspect="1" noChangeArrowheads="1" noTextEdit="1"/>
          </p:cNvSpPr>
          <p:nvPr>
            <p:ph type="sldImg"/>
          </p:nvPr>
        </p:nvSpPr>
        <p:spPr>
          <a:ln/>
        </p:spPr>
      </p:sp>
      <p:sp>
        <p:nvSpPr>
          <p:cNvPr id="52226" name="Notes Placeholder 2">
            <a:extLst>
              <a:ext uri="{FF2B5EF4-FFF2-40B4-BE49-F238E27FC236}">
                <a16:creationId xmlns:a16="http://schemas.microsoft.com/office/drawing/2014/main" id="{0C34EC40-3950-351D-D3A6-D54F81D2B6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88050541-860C-DB0A-81EF-89C9529138E3}"/>
              </a:ext>
            </a:extLst>
          </p:cNvPr>
          <p:cNvSpPr>
            <a:spLocks noGrp="1" noRot="1" noChangeAspect="1" noChangeArrowheads="1" noTextEdit="1"/>
          </p:cNvSpPr>
          <p:nvPr>
            <p:ph type="sldImg"/>
          </p:nvPr>
        </p:nvSpPr>
        <p:spPr>
          <a:ln/>
        </p:spPr>
      </p:sp>
      <p:sp>
        <p:nvSpPr>
          <p:cNvPr id="54274" name="Notes Placeholder 2">
            <a:extLst>
              <a:ext uri="{FF2B5EF4-FFF2-40B4-BE49-F238E27FC236}">
                <a16:creationId xmlns:a16="http://schemas.microsoft.com/office/drawing/2014/main" id="{24C597F7-C0C0-ECB8-5CC7-34903B2220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t>p. 657</a:t>
            </a:r>
          </a:p>
          <a:p>
            <a:endParaRPr lang="en-GB"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a:extLst>
              <a:ext uri="{FF2B5EF4-FFF2-40B4-BE49-F238E27FC236}">
                <a16:creationId xmlns:a16="http://schemas.microsoft.com/office/drawing/2014/main" id="{62AE354B-1468-D76A-7E47-251F04C0DAB3}"/>
              </a:ext>
            </a:extLst>
          </p:cNvPr>
          <p:cNvSpPr>
            <a:spLocks noGrp="1" noRot="1" noChangeAspect="1" noChangeArrowheads="1" noTextEdit="1"/>
          </p:cNvSpPr>
          <p:nvPr>
            <p:ph type="sldImg"/>
          </p:nvPr>
        </p:nvSpPr>
        <p:spPr>
          <a:ln/>
        </p:spPr>
      </p:sp>
      <p:sp>
        <p:nvSpPr>
          <p:cNvPr id="58370" name="Notes Placeholder 2">
            <a:extLst>
              <a:ext uri="{FF2B5EF4-FFF2-40B4-BE49-F238E27FC236}">
                <a16:creationId xmlns:a16="http://schemas.microsoft.com/office/drawing/2014/main" id="{7970B4B8-3BE0-97FB-BBD9-F4FC538465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800">
                <a:latin typeface="ACaslonPro-Regular"/>
              </a:rPr>
              <a:t>p.752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a:extLst>
              <a:ext uri="{FF2B5EF4-FFF2-40B4-BE49-F238E27FC236}">
                <a16:creationId xmlns:a16="http://schemas.microsoft.com/office/drawing/2014/main" id="{DC4889BC-9A30-D75B-CFC9-B6FAF6F4CBB2}"/>
              </a:ext>
            </a:extLst>
          </p:cNvPr>
          <p:cNvSpPr>
            <a:spLocks noGrp="1" noRot="1" noChangeAspect="1" noChangeArrowheads="1" noTextEdit="1"/>
          </p:cNvSpPr>
          <p:nvPr>
            <p:ph type="sldImg"/>
          </p:nvPr>
        </p:nvSpPr>
        <p:spPr>
          <a:ln/>
        </p:spPr>
      </p:sp>
      <p:sp>
        <p:nvSpPr>
          <p:cNvPr id="60418" name="Notes Placeholder 2">
            <a:extLst>
              <a:ext uri="{FF2B5EF4-FFF2-40B4-BE49-F238E27FC236}">
                <a16:creationId xmlns:a16="http://schemas.microsoft.com/office/drawing/2014/main" id="{578DD1CF-EA01-D1E1-AB09-5F6B23BC87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800">
                <a:latin typeface="ACaslonPro-Regular"/>
              </a:rPr>
              <a:t>p.754</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a:extLst>
              <a:ext uri="{FF2B5EF4-FFF2-40B4-BE49-F238E27FC236}">
                <a16:creationId xmlns:a16="http://schemas.microsoft.com/office/drawing/2014/main" id="{66061140-2EE1-603C-310A-370F8CF82A2E}"/>
              </a:ext>
            </a:extLst>
          </p:cNvPr>
          <p:cNvSpPr>
            <a:spLocks noGrp="1" noRot="1" noChangeAspect="1" noChangeArrowheads="1" noTextEdit="1"/>
          </p:cNvSpPr>
          <p:nvPr>
            <p:ph type="sldImg"/>
          </p:nvPr>
        </p:nvSpPr>
        <p:spPr>
          <a:ln/>
        </p:spPr>
      </p:sp>
      <p:sp>
        <p:nvSpPr>
          <p:cNvPr id="62466" name="Notes Placeholder 2">
            <a:extLst>
              <a:ext uri="{FF2B5EF4-FFF2-40B4-BE49-F238E27FC236}">
                <a16:creationId xmlns:a16="http://schemas.microsoft.com/office/drawing/2014/main" id="{C7C78287-A69A-0788-97BC-F93E3A33A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800" dirty="0">
                <a:solidFill>
                  <a:srgbClr val="000000"/>
                </a:solidFill>
                <a:latin typeface="ACaslonPro-Regular"/>
              </a:rPr>
              <a:t>The American Psychological Association recommends an author</a:t>
            </a:r>
            <a:r>
              <a:rPr lang="zh-CN" altLang="en-US" sz="1800" dirty="0">
                <a:solidFill>
                  <a:srgbClr val="000000"/>
                </a:solidFill>
                <a:latin typeface="ACaslonPro-Regular"/>
              </a:rPr>
              <a:t> </a:t>
            </a:r>
            <a:r>
              <a:rPr lang="en-US" altLang="en-US" sz="1800" dirty="0">
                <a:solidFill>
                  <a:srgbClr val="000000"/>
                </a:solidFill>
                <a:latin typeface="ACaslonPro-Regular"/>
              </a:rPr>
              <a:t>date system of citation. The following </a:t>
            </a:r>
            <a:r>
              <a:rPr lang="en-GB" altLang="en-US" sz="1800" dirty="0">
                <a:solidFill>
                  <a:srgbClr val="000000"/>
                </a:solidFill>
                <a:latin typeface="ACaslonPro-Regular"/>
              </a:rPr>
              <a:t>describes that system.</a:t>
            </a:r>
          </a:p>
          <a:p>
            <a:r>
              <a:rPr lang="en-US" altLang="en-US" sz="1800" dirty="0">
                <a:solidFill>
                  <a:srgbClr val="000000"/>
                </a:solidFill>
                <a:latin typeface="ACaslonPro-Regular"/>
              </a:rPr>
              <a:t>1. The source is introduced by a signal phrase that includes the last name of the author followed by the date of</a:t>
            </a:r>
          </a:p>
          <a:p>
            <a:r>
              <a:rPr lang="en-GB" altLang="en-US" sz="1800" dirty="0">
                <a:solidFill>
                  <a:srgbClr val="000000"/>
                </a:solidFill>
                <a:latin typeface="ACaslonPro-Regular"/>
              </a:rPr>
              <a:t>publication in parentheses.</a:t>
            </a:r>
          </a:p>
          <a:p>
            <a:r>
              <a:rPr lang="en-US" altLang="en-US" sz="1800" dirty="0">
                <a:solidFill>
                  <a:srgbClr val="000000"/>
                </a:solidFill>
                <a:latin typeface="ACaslonPro-Regular"/>
              </a:rPr>
              <a:t>2. The material being cited is followed by a page number in parentheses (unless the source is unpaginated).</a:t>
            </a:r>
          </a:p>
          <a:p>
            <a:r>
              <a:rPr lang="en-US" altLang="en-US" sz="1800" dirty="0">
                <a:solidFill>
                  <a:srgbClr val="000000"/>
                </a:solidFill>
                <a:latin typeface="ACaslonPro-Regular"/>
              </a:rPr>
              <a:t>3. At the end of the paper, an alphabetized list of references gives complete publication information for the</a:t>
            </a:r>
          </a:p>
          <a:p>
            <a:r>
              <a:rPr lang="en-GB" altLang="en-US" sz="1800" dirty="0">
                <a:solidFill>
                  <a:srgbClr val="000000"/>
                </a:solidFill>
                <a:latin typeface="ACaslonPro-Regular"/>
              </a:rPr>
              <a:t>source.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a:extLst>
              <a:ext uri="{FF2B5EF4-FFF2-40B4-BE49-F238E27FC236}">
                <a16:creationId xmlns:a16="http://schemas.microsoft.com/office/drawing/2014/main" id="{78F35A6D-1BD1-BDE3-8191-4DE69FF9BA69}"/>
              </a:ext>
            </a:extLst>
          </p:cNvPr>
          <p:cNvSpPr>
            <a:spLocks noGrp="1" noRot="1" noChangeAspect="1" noChangeArrowheads="1" noTextEdit="1"/>
          </p:cNvSpPr>
          <p:nvPr>
            <p:ph type="sldImg"/>
          </p:nvPr>
        </p:nvSpPr>
        <p:spPr>
          <a:ln/>
        </p:spPr>
      </p:sp>
      <p:sp>
        <p:nvSpPr>
          <p:cNvPr id="64514" name="Notes Placeholder 2">
            <a:extLst>
              <a:ext uri="{FF2B5EF4-FFF2-40B4-BE49-F238E27FC236}">
                <a16:creationId xmlns:a16="http://schemas.microsoft.com/office/drawing/2014/main" id="{1FC3AFA3-82B6-7E36-189A-B109E9D31C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a:extLst>
              <a:ext uri="{FF2B5EF4-FFF2-40B4-BE49-F238E27FC236}">
                <a16:creationId xmlns:a16="http://schemas.microsoft.com/office/drawing/2014/main" id="{1A5B113E-D789-43AE-8C0E-50BFB2F948AF}"/>
              </a:ext>
            </a:extLst>
          </p:cNvPr>
          <p:cNvSpPr>
            <a:spLocks noGrp="1" noRot="1" noChangeAspect="1" noChangeArrowheads="1" noTextEdit="1"/>
          </p:cNvSpPr>
          <p:nvPr>
            <p:ph type="sldImg"/>
          </p:nvPr>
        </p:nvSpPr>
        <p:spPr>
          <a:ln/>
        </p:spPr>
      </p:sp>
      <p:sp>
        <p:nvSpPr>
          <p:cNvPr id="66562" name="Notes Placeholder 2">
            <a:extLst>
              <a:ext uri="{FF2B5EF4-FFF2-40B4-BE49-F238E27FC236}">
                <a16:creationId xmlns:a16="http://schemas.microsoft.com/office/drawing/2014/main" id="{3AC3E335-5E34-E840-0647-D402BE4CAE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a:extLst>
              <a:ext uri="{FF2B5EF4-FFF2-40B4-BE49-F238E27FC236}">
                <a16:creationId xmlns:a16="http://schemas.microsoft.com/office/drawing/2014/main" id="{CEB81838-8E8C-4A86-E0A1-772407020924}"/>
              </a:ext>
            </a:extLst>
          </p:cNvPr>
          <p:cNvSpPr>
            <a:spLocks noGrp="1" noRot="1" noChangeAspect="1" noChangeArrowheads="1" noTextEdit="1"/>
          </p:cNvSpPr>
          <p:nvPr>
            <p:ph type="sldImg"/>
          </p:nvPr>
        </p:nvSpPr>
        <p:spPr>
          <a:ln/>
        </p:spPr>
      </p:sp>
      <p:sp>
        <p:nvSpPr>
          <p:cNvPr id="68610" name="Notes Placeholder 2">
            <a:extLst>
              <a:ext uri="{FF2B5EF4-FFF2-40B4-BE49-F238E27FC236}">
                <a16:creationId xmlns:a16="http://schemas.microsoft.com/office/drawing/2014/main" id="{1585BAB8-3874-305D-74EE-E17F5BAA5F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a:extLst>
              <a:ext uri="{FF2B5EF4-FFF2-40B4-BE49-F238E27FC236}">
                <a16:creationId xmlns:a16="http://schemas.microsoft.com/office/drawing/2014/main" id="{006391CE-BFC3-6FE1-E2FA-8F41E109B493}"/>
              </a:ext>
            </a:extLst>
          </p:cNvPr>
          <p:cNvSpPr>
            <a:spLocks noGrp="1" noRot="1" noChangeAspect="1" noChangeArrowheads="1" noTextEdit="1"/>
          </p:cNvSpPr>
          <p:nvPr>
            <p:ph type="sldImg"/>
          </p:nvPr>
        </p:nvSpPr>
        <p:spPr>
          <a:ln/>
        </p:spPr>
      </p:sp>
      <p:sp>
        <p:nvSpPr>
          <p:cNvPr id="70658" name="Notes Placeholder 2">
            <a:extLst>
              <a:ext uri="{FF2B5EF4-FFF2-40B4-BE49-F238E27FC236}">
                <a16:creationId xmlns:a16="http://schemas.microsoft.com/office/drawing/2014/main" id="{5A9BB9BD-976E-B6AB-33F8-B1CC57EEB4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a:extLst>
              <a:ext uri="{FF2B5EF4-FFF2-40B4-BE49-F238E27FC236}">
                <a16:creationId xmlns:a16="http://schemas.microsoft.com/office/drawing/2014/main" id="{8AAF40EC-BB00-9A9C-4C0A-703B34E1EFFD}"/>
              </a:ext>
            </a:extLst>
          </p:cNvPr>
          <p:cNvSpPr>
            <a:spLocks noGrp="1" noRot="1" noChangeAspect="1" noChangeArrowheads="1" noTextEdit="1"/>
          </p:cNvSpPr>
          <p:nvPr>
            <p:ph type="sldImg"/>
          </p:nvPr>
        </p:nvSpPr>
        <p:spPr>
          <a:ln/>
        </p:spPr>
      </p:sp>
      <p:sp>
        <p:nvSpPr>
          <p:cNvPr id="72706" name="Notes Placeholder 2">
            <a:extLst>
              <a:ext uri="{FF2B5EF4-FFF2-40B4-BE49-F238E27FC236}">
                <a16:creationId xmlns:a16="http://schemas.microsoft.com/office/drawing/2014/main" id="{27CD11AB-EFF6-9E19-38A9-ABE00881A8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a:extLst>
              <a:ext uri="{FF2B5EF4-FFF2-40B4-BE49-F238E27FC236}">
                <a16:creationId xmlns:a16="http://schemas.microsoft.com/office/drawing/2014/main" id="{7891E83B-80DF-C341-DE90-BA79318B24F8}"/>
              </a:ext>
            </a:extLst>
          </p:cNvPr>
          <p:cNvSpPr>
            <a:spLocks noGrp="1" noRot="1" noChangeAspect="1" noChangeArrowheads="1" noTextEdit="1"/>
          </p:cNvSpPr>
          <p:nvPr>
            <p:ph type="sldImg"/>
          </p:nvPr>
        </p:nvSpPr>
        <p:spPr>
          <a:ln/>
        </p:spPr>
      </p:sp>
      <p:sp>
        <p:nvSpPr>
          <p:cNvPr id="74754" name="Notes Placeholder 2">
            <a:extLst>
              <a:ext uri="{FF2B5EF4-FFF2-40B4-BE49-F238E27FC236}">
                <a16:creationId xmlns:a16="http://schemas.microsoft.com/office/drawing/2014/main" id="{85FCC21C-C929-CE98-3179-A66A21BDFB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a:extLst>
              <a:ext uri="{FF2B5EF4-FFF2-40B4-BE49-F238E27FC236}">
                <a16:creationId xmlns:a16="http://schemas.microsoft.com/office/drawing/2014/main" id="{D8E5BAAE-77A3-9FDA-33B6-2390B14C5B7E}"/>
              </a:ext>
            </a:extLst>
          </p:cNvPr>
          <p:cNvSpPr>
            <a:spLocks noGrp="1" noRot="1" noChangeAspect="1" noChangeArrowheads="1" noTextEdit="1"/>
          </p:cNvSpPr>
          <p:nvPr>
            <p:ph type="sldImg"/>
          </p:nvPr>
        </p:nvSpPr>
        <p:spPr>
          <a:ln/>
        </p:spPr>
      </p:sp>
      <p:sp>
        <p:nvSpPr>
          <p:cNvPr id="76802" name="Notes Placeholder 2">
            <a:extLst>
              <a:ext uri="{FF2B5EF4-FFF2-40B4-BE49-F238E27FC236}">
                <a16:creationId xmlns:a16="http://schemas.microsoft.com/office/drawing/2014/main" id="{236815A0-49A3-D703-E085-895CD8FCF6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a:extLst>
              <a:ext uri="{FF2B5EF4-FFF2-40B4-BE49-F238E27FC236}">
                <a16:creationId xmlns:a16="http://schemas.microsoft.com/office/drawing/2014/main" id="{F76663D0-FF27-5DEA-FE2B-31344C8499D5}"/>
              </a:ext>
            </a:extLst>
          </p:cNvPr>
          <p:cNvSpPr>
            <a:spLocks noGrp="1" noRot="1" noChangeAspect="1" noChangeArrowheads="1" noTextEdit="1"/>
          </p:cNvSpPr>
          <p:nvPr>
            <p:ph type="sldImg"/>
          </p:nvPr>
        </p:nvSpPr>
        <p:spPr>
          <a:ln/>
        </p:spPr>
      </p:sp>
      <p:sp>
        <p:nvSpPr>
          <p:cNvPr id="78850" name="Notes Placeholder 2">
            <a:extLst>
              <a:ext uri="{FF2B5EF4-FFF2-40B4-BE49-F238E27FC236}">
                <a16:creationId xmlns:a16="http://schemas.microsoft.com/office/drawing/2014/main" id="{9A9B33A8-C657-8B11-C6AA-0C29A85BFD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a:p>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a:extLst>
              <a:ext uri="{FF2B5EF4-FFF2-40B4-BE49-F238E27FC236}">
                <a16:creationId xmlns:a16="http://schemas.microsoft.com/office/drawing/2014/main" id="{506ED760-4317-9C18-BD04-CD37A673293D}"/>
              </a:ext>
            </a:extLst>
          </p:cNvPr>
          <p:cNvSpPr>
            <a:spLocks noGrp="1" noRot="1" noChangeAspect="1" noChangeArrowheads="1" noTextEdit="1"/>
          </p:cNvSpPr>
          <p:nvPr>
            <p:ph type="sldImg"/>
          </p:nvPr>
        </p:nvSpPr>
        <p:spPr>
          <a:ln/>
        </p:spPr>
      </p:sp>
      <p:sp>
        <p:nvSpPr>
          <p:cNvPr id="80898" name="Notes Placeholder 2">
            <a:extLst>
              <a:ext uri="{FF2B5EF4-FFF2-40B4-BE49-F238E27FC236}">
                <a16:creationId xmlns:a16="http://schemas.microsoft.com/office/drawing/2014/main" id="{CEFE46AB-500F-C7E9-8497-73C72DB093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0" u="none" strike="noStrike" dirty="0">
                <a:solidFill>
                  <a:schemeClr val="accent1"/>
                </a:solidFill>
                <a:effectLst/>
                <a:latin typeface="-apple-system"/>
              </a:rPr>
              <a:t>NOTE: </a:t>
            </a:r>
            <a:r>
              <a:rPr lang="en-HK" altLang="zh-CN" b="0" i="0" u="none" strike="noStrike" dirty="0">
                <a:solidFill>
                  <a:schemeClr val="accent1"/>
                </a:solidFill>
                <a:effectLst/>
                <a:latin typeface="-apple-system"/>
              </a:rPr>
              <a:t>It is essential to include the DOI when citing journal articles that have one.</a:t>
            </a:r>
            <a:endParaRPr lang="en-GB" altLang="en-US" dirty="0">
              <a:solidFill>
                <a:schemeClr val="accent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a:extLst>
              <a:ext uri="{FF2B5EF4-FFF2-40B4-BE49-F238E27FC236}">
                <a16:creationId xmlns:a16="http://schemas.microsoft.com/office/drawing/2014/main" id="{2A397F1F-B8F9-2D40-F491-E7AE611ED795}"/>
              </a:ext>
            </a:extLst>
          </p:cNvPr>
          <p:cNvSpPr>
            <a:spLocks noGrp="1" noRot="1" noChangeAspect="1" noChangeArrowheads="1" noTextEdit="1"/>
          </p:cNvSpPr>
          <p:nvPr>
            <p:ph type="sldImg"/>
          </p:nvPr>
        </p:nvSpPr>
        <p:spPr>
          <a:ln/>
        </p:spPr>
      </p:sp>
      <p:sp>
        <p:nvSpPr>
          <p:cNvPr id="82946" name="Notes Placeholder 2">
            <a:extLst>
              <a:ext uri="{FF2B5EF4-FFF2-40B4-BE49-F238E27FC236}">
                <a16:creationId xmlns:a16="http://schemas.microsoft.com/office/drawing/2014/main" id="{4E83D610-49FF-FBF5-2460-B7B9C066B4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800" b="1" dirty="0">
                <a:latin typeface="ACaslonPro"/>
              </a:rPr>
              <a:t>NOTE: </a:t>
            </a:r>
            <a:r>
              <a:rPr lang="zh-CN" altLang="zh-CN" sz="1800" dirty="0">
                <a:latin typeface="ACaslonPro"/>
              </a:rPr>
              <a:t>Do not include a month in an in-text citation, even if the entry in the reference list includes the month. </a:t>
            </a:r>
            <a:endParaRPr lang="zh-CN" altLang="zh-CN" dirty="0"/>
          </a:p>
          <a:p>
            <a:endParaRPr lang="en-GB"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BA362784-6BB6-EEEA-56FA-780A278665DE}"/>
              </a:ext>
            </a:extLst>
          </p:cNvPr>
          <p:cNvSpPr>
            <a:spLocks noGrp="1" noRot="1" noChangeAspect="1" noChangeArrowheads="1" noTextEdit="1"/>
          </p:cNvSpPr>
          <p:nvPr>
            <p:ph type="sldImg"/>
          </p:nvPr>
        </p:nvSpPr>
        <p:spPr>
          <a:ln/>
        </p:spPr>
      </p:sp>
      <p:sp>
        <p:nvSpPr>
          <p:cNvPr id="84994" name="Notes Placeholder 2">
            <a:extLst>
              <a:ext uri="{FF2B5EF4-FFF2-40B4-BE49-F238E27FC236}">
                <a16:creationId xmlns:a16="http://schemas.microsoft.com/office/drawing/2014/main" id="{DB5C61F4-375D-11E3-0AFE-DB3C07979F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a:extLst>
              <a:ext uri="{FF2B5EF4-FFF2-40B4-BE49-F238E27FC236}">
                <a16:creationId xmlns:a16="http://schemas.microsoft.com/office/drawing/2014/main" id="{414146FF-5926-146D-4047-B954DE2F6C07}"/>
              </a:ext>
            </a:extLst>
          </p:cNvPr>
          <p:cNvSpPr>
            <a:spLocks noGrp="1" noRot="1" noChangeAspect="1" noChangeArrowheads="1" noTextEdit="1"/>
          </p:cNvSpPr>
          <p:nvPr>
            <p:ph type="sldImg"/>
          </p:nvPr>
        </p:nvSpPr>
        <p:spPr>
          <a:ln/>
        </p:spPr>
      </p:sp>
      <p:sp>
        <p:nvSpPr>
          <p:cNvPr id="87042" name="Notes Placeholder 2">
            <a:extLst>
              <a:ext uri="{FF2B5EF4-FFF2-40B4-BE49-F238E27FC236}">
                <a16:creationId xmlns:a16="http://schemas.microsoft.com/office/drawing/2014/main" id="{A6EF87C5-F4D0-ABAE-9ACB-A32ECFD777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a:extLst>
              <a:ext uri="{FF2B5EF4-FFF2-40B4-BE49-F238E27FC236}">
                <a16:creationId xmlns:a16="http://schemas.microsoft.com/office/drawing/2014/main" id="{1401DC66-3481-30E2-5F91-E45B5FC9FFEC}"/>
              </a:ext>
            </a:extLst>
          </p:cNvPr>
          <p:cNvSpPr>
            <a:spLocks noGrp="1" noRot="1" noChangeAspect="1" noChangeArrowheads="1" noTextEdit="1"/>
          </p:cNvSpPr>
          <p:nvPr>
            <p:ph type="sldImg"/>
          </p:nvPr>
        </p:nvSpPr>
        <p:spPr>
          <a:ln/>
        </p:spPr>
      </p:sp>
      <p:sp>
        <p:nvSpPr>
          <p:cNvPr id="89090" name="Notes Placeholder 2">
            <a:extLst>
              <a:ext uri="{FF2B5EF4-FFF2-40B4-BE49-F238E27FC236}">
                <a16:creationId xmlns:a16="http://schemas.microsoft.com/office/drawing/2014/main" id="{50389CE7-21F3-D022-F60D-8399AB462D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a:extLst>
              <a:ext uri="{FF2B5EF4-FFF2-40B4-BE49-F238E27FC236}">
                <a16:creationId xmlns:a16="http://schemas.microsoft.com/office/drawing/2014/main" id="{255EC695-1EDC-67F5-74CC-860DD3C1EE43}"/>
              </a:ext>
            </a:extLst>
          </p:cNvPr>
          <p:cNvSpPr>
            <a:spLocks noGrp="1" noRot="1" noChangeAspect="1" noChangeArrowheads="1" noTextEdit="1"/>
          </p:cNvSpPr>
          <p:nvPr>
            <p:ph type="sldImg"/>
          </p:nvPr>
        </p:nvSpPr>
        <p:spPr>
          <a:ln/>
        </p:spPr>
      </p:sp>
      <p:sp>
        <p:nvSpPr>
          <p:cNvPr id="91138" name="Notes Placeholder 2">
            <a:extLst>
              <a:ext uri="{FF2B5EF4-FFF2-40B4-BE49-F238E27FC236}">
                <a16:creationId xmlns:a16="http://schemas.microsoft.com/office/drawing/2014/main" id="{EB25FF5A-316E-CA0C-EE49-E223E1651A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a:p>
            <a:r>
              <a:rPr lang="zh-CN" altLang="zh-CN" dirty="0">
                <a:solidFill>
                  <a:srgbClr val="000000"/>
                </a:solidFill>
                <a:latin typeface="acumin-pro"/>
              </a:rPr>
              <a:t>Since et al. is plural, it should always be a substitute for more than one name. In the case that et al. would stand in for just one author, write the author’s name instead.</a:t>
            </a:r>
            <a:endParaRPr lang="en-US" altLang="zh-CN" dirty="0">
              <a:solidFill>
                <a:srgbClr val="000000"/>
              </a:solidFill>
              <a:latin typeface="acumin-pro"/>
            </a:endParaRPr>
          </a:p>
          <a:p>
            <a:endParaRPr lang="en-US" altLang="en-US" dirty="0">
              <a:solidFill>
                <a:srgbClr val="000000"/>
              </a:solidFill>
              <a:latin typeface="acumin-pro"/>
            </a:endParaRPr>
          </a:p>
          <a:p>
            <a:r>
              <a:rPr lang="en-US" altLang="en-US" dirty="0">
                <a:solidFill>
                  <a:srgbClr val="000000"/>
                </a:solidFill>
                <a:latin typeface="acumin-pro"/>
              </a:rPr>
              <a:t>As for reference list, please be noted that </a:t>
            </a:r>
            <a:r>
              <a:rPr lang="en-HK" altLang="en-US" b="0" i="0" u="none" strike="noStrike" dirty="0">
                <a:solidFill>
                  <a:srgbClr val="333333"/>
                </a:solidFill>
                <a:effectLst/>
                <a:latin typeface="Arial" panose="020B0604020202020204" pitchFamily="34" charset="0"/>
              </a:rPr>
              <a:t>w</a:t>
            </a:r>
            <a:r>
              <a:rPr lang="en-HK" altLang="zh-CN" b="0" i="0" u="none" strike="noStrike" dirty="0">
                <a:solidFill>
                  <a:srgbClr val="333333"/>
                </a:solidFill>
                <a:effectLst/>
                <a:latin typeface="Arial" panose="020B0604020202020204" pitchFamily="34" charset="0"/>
              </a:rPr>
              <a:t>hen you have </a:t>
            </a:r>
            <a:r>
              <a:rPr lang="en-HK" altLang="zh-CN" b="1" i="0" u="none" strike="noStrike" dirty="0">
                <a:solidFill>
                  <a:srgbClr val="333333"/>
                </a:solidFill>
                <a:effectLst/>
                <a:latin typeface="Arial" panose="020B0604020202020204" pitchFamily="34" charset="0"/>
              </a:rPr>
              <a:t>more than 3 authors (regardless of how many)</a:t>
            </a:r>
            <a:r>
              <a:rPr lang="en-HK" altLang="zh-CN" b="0" i="0" u="none" strike="noStrike" dirty="0">
                <a:solidFill>
                  <a:srgbClr val="333333"/>
                </a:solidFill>
                <a:effectLst/>
                <a:latin typeface="Arial" panose="020B0604020202020204" pitchFamily="34" charset="0"/>
              </a:rPr>
              <a:t>, you only use the first author's surname in text, and abbreviate the rest of the list with "et al.". For a reference with 3-20 authors, you </a:t>
            </a:r>
            <a:r>
              <a:rPr lang="en-HK" altLang="zh-CN" b="1" i="0" u="none" strike="noStrike" dirty="0">
                <a:solidFill>
                  <a:srgbClr val="333333"/>
                </a:solidFill>
                <a:effectLst/>
                <a:latin typeface="Arial" panose="020B0604020202020204" pitchFamily="34" charset="0"/>
              </a:rPr>
              <a:t>list all of the authors (up to 20)</a:t>
            </a:r>
            <a:r>
              <a:rPr lang="en-HK" altLang="zh-CN" b="0" i="0" u="none" strike="noStrike" dirty="0">
                <a:solidFill>
                  <a:srgbClr val="333333"/>
                </a:solidFill>
                <a:effectLst/>
                <a:latin typeface="Arial" panose="020B0604020202020204" pitchFamily="34" charset="0"/>
              </a:rPr>
              <a:t>. For a reference with more than 20 authors, you </a:t>
            </a:r>
            <a:r>
              <a:rPr lang="en-HK" altLang="zh-CN" b="1" i="0" u="none" strike="noStrike" dirty="0">
                <a:solidFill>
                  <a:srgbClr val="333333"/>
                </a:solidFill>
                <a:effectLst/>
                <a:latin typeface="Arial" panose="020B0604020202020204" pitchFamily="34" charset="0"/>
              </a:rPr>
              <a:t>list the first 19 authors and the last one,</a:t>
            </a:r>
            <a:r>
              <a:rPr lang="en-HK" altLang="zh-CN" b="0" i="0" u="none" strike="noStrike" dirty="0">
                <a:solidFill>
                  <a:srgbClr val="333333"/>
                </a:solidFill>
                <a:effectLst/>
                <a:latin typeface="Arial" panose="020B0604020202020204" pitchFamily="34" charset="0"/>
              </a:rPr>
              <a:t> using an ellipses (...) to show that some authors have been omitted (do not use an ampersand &amp;). </a:t>
            </a:r>
          </a:p>
          <a:p>
            <a:endParaRPr lang="en-HK" altLang="en-US" b="0" i="0" u="none" strike="noStrike" dirty="0">
              <a:solidFill>
                <a:srgbClr val="333333"/>
              </a:solidFill>
              <a:effectLst/>
              <a:latin typeface="Arial" panose="020B0604020202020204" pitchFamily="34" charset="0"/>
            </a:endParaRPr>
          </a:p>
          <a:p>
            <a:endParaRPr lang="en-GB"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a:extLst>
              <a:ext uri="{FF2B5EF4-FFF2-40B4-BE49-F238E27FC236}">
                <a16:creationId xmlns:a16="http://schemas.microsoft.com/office/drawing/2014/main" id="{D0A49405-3994-A14E-7F2C-A5C377BD6651}"/>
              </a:ext>
            </a:extLst>
          </p:cNvPr>
          <p:cNvSpPr>
            <a:spLocks noGrp="1" noRot="1" noChangeAspect="1" noChangeArrowheads="1" noTextEdit="1"/>
          </p:cNvSpPr>
          <p:nvPr>
            <p:ph type="sldImg"/>
          </p:nvPr>
        </p:nvSpPr>
        <p:spPr>
          <a:ln/>
        </p:spPr>
      </p:sp>
      <p:sp>
        <p:nvSpPr>
          <p:cNvPr id="93186" name="Notes Placeholder 2">
            <a:extLst>
              <a:ext uri="{FF2B5EF4-FFF2-40B4-BE49-F238E27FC236}">
                <a16:creationId xmlns:a16="http://schemas.microsoft.com/office/drawing/2014/main" id="{14325222-8C46-BEAC-D14D-48220295C4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r>
              <a:rPr lang="zh-CN" altLang="zh-CN" b="1">
                <a:solidFill>
                  <a:srgbClr val="000000"/>
                </a:solidFill>
                <a:latin typeface="acumin-pro"/>
              </a:rPr>
              <a:t>Note</a:t>
            </a:r>
            <a:r>
              <a:rPr lang="zh-CN" altLang="zh-CN">
                <a:solidFill>
                  <a:srgbClr val="000000"/>
                </a:solidFill>
                <a:latin typeface="acumin-pro"/>
              </a:rPr>
              <a:t>: In the rare case that "Anonymous" is used for the author, treat it as the author's name (Anonymous, 2001). In the reference list, use the name Anonymous as the author.</a:t>
            </a:r>
            <a:endParaRPr lang="en-GB"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a:extLst>
              <a:ext uri="{FF2B5EF4-FFF2-40B4-BE49-F238E27FC236}">
                <a16:creationId xmlns:a16="http://schemas.microsoft.com/office/drawing/2014/main" id="{84F0D5B1-114B-1A3C-A10E-BBD5287A73F2}"/>
              </a:ext>
            </a:extLst>
          </p:cNvPr>
          <p:cNvSpPr>
            <a:spLocks noGrp="1" noRot="1" noChangeAspect="1" noChangeArrowheads="1" noTextEdit="1"/>
          </p:cNvSpPr>
          <p:nvPr>
            <p:ph type="sldImg"/>
          </p:nvPr>
        </p:nvSpPr>
        <p:spPr>
          <a:ln/>
        </p:spPr>
      </p:sp>
      <p:sp>
        <p:nvSpPr>
          <p:cNvPr id="95234" name="Notes Placeholder 2">
            <a:extLst>
              <a:ext uri="{FF2B5EF4-FFF2-40B4-BE49-F238E27FC236}">
                <a16:creationId xmlns:a16="http://schemas.microsoft.com/office/drawing/2014/main" id="{B414E401-3C77-C434-4391-B33B373B7F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a:extLst>
              <a:ext uri="{FF2B5EF4-FFF2-40B4-BE49-F238E27FC236}">
                <a16:creationId xmlns:a16="http://schemas.microsoft.com/office/drawing/2014/main" id="{725D2476-898F-FD67-4C29-0F0D4603C0ED}"/>
              </a:ext>
            </a:extLst>
          </p:cNvPr>
          <p:cNvSpPr>
            <a:spLocks noGrp="1" noRot="1" noChangeAspect="1" noChangeArrowheads="1" noTextEdit="1"/>
          </p:cNvSpPr>
          <p:nvPr>
            <p:ph type="sldImg"/>
          </p:nvPr>
        </p:nvSpPr>
        <p:spPr>
          <a:ln/>
        </p:spPr>
      </p:sp>
      <p:sp>
        <p:nvSpPr>
          <p:cNvPr id="97282" name="Notes Placeholder 2">
            <a:extLst>
              <a:ext uri="{FF2B5EF4-FFF2-40B4-BE49-F238E27FC236}">
                <a16:creationId xmlns:a16="http://schemas.microsoft.com/office/drawing/2014/main" id="{887B6998-5BBB-9A8B-94E8-01EDCE444D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a:extLst>
              <a:ext uri="{FF2B5EF4-FFF2-40B4-BE49-F238E27FC236}">
                <a16:creationId xmlns:a16="http://schemas.microsoft.com/office/drawing/2014/main" id="{B5B93F38-37A8-D1BD-A6D4-CDDE91BEA4A6}"/>
              </a:ext>
            </a:extLst>
          </p:cNvPr>
          <p:cNvSpPr>
            <a:spLocks noGrp="1" noRot="1" noChangeAspect="1" noChangeArrowheads="1" noTextEdit="1"/>
          </p:cNvSpPr>
          <p:nvPr>
            <p:ph type="sldImg"/>
          </p:nvPr>
        </p:nvSpPr>
        <p:spPr>
          <a:ln/>
        </p:spPr>
      </p:sp>
      <p:sp>
        <p:nvSpPr>
          <p:cNvPr id="99330" name="Notes Placeholder 2">
            <a:extLst>
              <a:ext uri="{FF2B5EF4-FFF2-40B4-BE49-F238E27FC236}">
                <a16:creationId xmlns:a16="http://schemas.microsoft.com/office/drawing/2014/main" id="{B8E55DAF-84B9-0120-6907-DE9B42A3DE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a:extLst>
              <a:ext uri="{FF2B5EF4-FFF2-40B4-BE49-F238E27FC236}">
                <a16:creationId xmlns:a16="http://schemas.microsoft.com/office/drawing/2014/main" id="{44369F03-95A9-8801-3339-7889B898A065}"/>
              </a:ext>
            </a:extLst>
          </p:cNvPr>
          <p:cNvSpPr>
            <a:spLocks noGrp="1" noRot="1" noChangeAspect="1" noChangeArrowheads="1" noTextEdit="1"/>
          </p:cNvSpPr>
          <p:nvPr>
            <p:ph type="sldImg"/>
          </p:nvPr>
        </p:nvSpPr>
        <p:spPr>
          <a:ln/>
        </p:spPr>
      </p:sp>
      <p:sp>
        <p:nvSpPr>
          <p:cNvPr id="101378" name="Notes Placeholder 2">
            <a:extLst>
              <a:ext uri="{FF2B5EF4-FFF2-40B4-BE49-F238E27FC236}">
                <a16:creationId xmlns:a16="http://schemas.microsoft.com/office/drawing/2014/main" id="{3775635F-B25F-55D4-5C13-2BF67B29E1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Image Placeholder 1">
            <a:extLst>
              <a:ext uri="{FF2B5EF4-FFF2-40B4-BE49-F238E27FC236}">
                <a16:creationId xmlns:a16="http://schemas.microsoft.com/office/drawing/2014/main" id="{2C31F32D-F942-AA72-1923-C28131F52444}"/>
              </a:ext>
            </a:extLst>
          </p:cNvPr>
          <p:cNvSpPr>
            <a:spLocks noGrp="1" noRot="1" noChangeAspect="1" noChangeArrowheads="1" noTextEdit="1"/>
          </p:cNvSpPr>
          <p:nvPr>
            <p:ph type="sldImg"/>
          </p:nvPr>
        </p:nvSpPr>
        <p:spPr>
          <a:ln/>
        </p:spPr>
      </p:sp>
      <p:sp>
        <p:nvSpPr>
          <p:cNvPr id="103426" name="Notes Placeholder 2">
            <a:extLst>
              <a:ext uri="{FF2B5EF4-FFF2-40B4-BE49-F238E27FC236}">
                <a16:creationId xmlns:a16="http://schemas.microsoft.com/office/drawing/2014/main" id="{C671C461-798C-F00C-F73A-3D98A78B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a:extLst>
              <a:ext uri="{FF2B5EF4-FFF2-40B4-BE49-F238E27FC236}">
                <a16:creationId xmlns:a16="http://schemas.microsoft.com/office/drawing/2014/main" id="{D0CBDD9F-940F-2807-4139-B0612D0A94C5}"/>
              </a:ext>
            </a:extLst>
          </p:cNvPr>
          <p:cNvSpPr>
            <a:spLocks noGrp="1" noRot="1" noChangeAspect="1" noChangeArrowheads="1" noTextEdit="1"/>
          </p:cNvSpPr>
          <p:nvPr>
            <p:ph type="sldImg"/>
          </p:nvPr>
        </p:nvSpPr>
        <p:spPr>
          <a:ln/>
        </p:spPr>
      </p:sp>
      <p:sp>
        <p:nvSpPr>
          <p:cNvPr id="105474" name="Notes Placeholder 2">
            <a:extLst>
              <a:ext uri="{FF2B5EF4-FFF2-40B4-BE49-F238E27FC236}">
                <a16:creationId xmlns:a16="http://schemas.microsoft.com/office/drawing/2014/main" id="{051FE513-773E-0490-FA07-A6871244C6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a:extLst>
              <a:ext uri="{FF2B5EF4-FFF2-40B4-BE49-F238E27FC236}">
                <a16:creationId xmlns:a16="http://schemas.microsoft.com/office/drawing/2014/main" id="{3671F30C-D368-9290-347C-A20833CA3F15}"/>
              </a:ext>
            </a:extLst>
          </p:cNvPr>
          <p:cNvSpPr>
            <a:spLocks noGrp="1" noRot="1" noChangeAspect="1" noChangeArrowheads="1" noTextEdit="1"/>
          </p:cNvSpPr>
          <p:nvPr>
            <p:ph type="sldImg"/>
          </p:nvPr>
        </p:nvSpPr>
        <p:spPr>
          <a:ln/>
        </p:spPr>
      </p:sp>
      <p:sp>
        <p:nvSpPr>
          <p:cNvPr id="107522" name="Notes Placeholder 2">
            <a:extLst>
              <a:ext uri="{FF2B5EF4-FFF2-40B4-BE49-F238E27FC236}">
                <a16:creationId xmlns:a16="http://schemas.microsoft.com/office/drawing/2014/main" id="{4925DDD0-3ACD-2314-5FA9-1C89D24CA0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r>
              <a:rPr lang="en-GB" altLang="en-US"/>
              <a:t>For all the samples used here, the first one is the format instruction</a:t>
            </a:r>
            <a:r>
              <a:rPr lang="zh-CN" altLang="en-US"/>
              <a:t> （</a:t>
            </a:r>
            <a:r>
              <a:rPr lang="en-US" altLang="zh-CN"/>
              <a:t>black</a:t>
            </a:r>
            <a:r>
              <a:rPr lang="zh-CN" altLang="en-US"/>
              <a:t>）</a:t>
            </a:r>
            <a:r>
              <a:rPr lang="en-GB" altLang="en-US"/>
              <a:t>, the second will be an actual example (dark blue)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a:extLst>
              <a:ext uri="{FF2B5EF4-FFF2-40B4-BE49-F238E27FC236}">
                <a16:creationId xmlns:a16="http://schemas.microsoft.com/office/drawing/2014/main" id="{35CD3C4D-E9B4-A36D-CB31-3D81DED5A1AE}"/>
              </a:ext>
            </a:extLst>
          </p:cNvPr>
          <p:cNvSpPr>
            <a:spLocks noGrp="1" noRot="1" noChangeAspect="1" noChangeArrowheads="1" noTextEdit="1"/>
          </p:cNvSpPr>
          <p:nvPr>
            <p:ph type="sldImg"/>
          </p:nvPr>
        </p:nvSpPr>
        <p:spPr>
          <a:ln/>
        </p:spPr>
      </p:sp>
      <p:sp>
        <p:nvSpPr>
          <p:cNvPr id="109570" name="Notes Placeholder 2">
            <a:extLst>
              <a:ext uri="{FF2B5EF4-FFF2-40B4-BE49-F238E27FC236}">
                <a16:creationId xmlns:a16="http://schemas.microsoft.com/office/drawing/2014/main" id="{37E64B1C-607A-FD91-5EE2-DEB7E2A55F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a:extLst>
              <a:ext uri="{FF2B5EF4-FFF2-40B4-BE49-F238E27FC236}">
                <a16:creationId xmlns:a16="http://schemas.microsoft.com/office/drawing/2014/main" id="{7BBBDB16-3F25-7D0D-C656-CC829D49687D}"/>
              </a:ext>
            </a:extLst>
          </p:cNvPr>
          <p:cNvSpPr>
            <a:spLocks noGrp="1" noRot="1" noChangeAspect="1" noChangeArrowheads="1" noTextEdit="1"/>
          </p:cNvSpPr>
          <p:nvPr>
            <p:ph type="sldImg"/>
          </p:nvPr>
        </p:nvSpPr>
        <p:spPr>
          <a:ln/>
        </p:spPr>
      </p:sp>
      <p:sp>
        <p:nvSpPr>
          <p:cNvPr id="111618" name="Notes Placeholder 2">
            <a:extLst>
              <a:ext uri="{FF2B5EF4-FFF2-40B4-BE49-F238E27FC236}">
                <a16:creationId xmlns:a16="http://schemas.microsoft.com/office/drawing/2014/main" id="{5826AFEB-CF01-49F3-5E28-1A465BA24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a:p>
            <a:r>
              <a:rPr lang="zh-CN" altLang="zh-CN" b="1" dirty="0">
                <a:solidFill>
                  <a:srgbClr val="000000"/>
                </a:solidFill>
                <a:latin typeface="acumin-pro"/>
              </a:rPr>
              <a:t>Note</a:t>
            </a:r>
            <a:r>
              <a:rPr lang="zh-CN" altLang="zh-CN" dirty="0">
                <a:solidFill>
                  <a:srgbClr val="000000"/>
                </a:solidFill>
                <a:latin typeface="acumin-pro"/>
              </a:rPr>
              <a:t>: When you list the pages of the chapter or essay in parentheses after the book title, use "pp." before the numbers: (pp. 1-21). This abbreviation, however, does not appear before the page numbers in periodical references. List any edition number in the same set of parentheses as the page numbers, separated by a comma: (2nd ed., pp. 66-72).</a:t>
            </a:r>
            <a:endParaRPr lang="en-GB"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a:extLst>
              <a:ext uri="{FF2B5EF4-FFF2-40B4-BE49-F238E27FC236}">
                <a16:creationId xmlns:a16="http://schemas.microsoft.com/office/drawing/2014/main" id="{0F2D1361-7F4D-C11B-E790-D9A5B3964C50}"/>
              </a:ext>
            </a:extLst>
          </p:cNvPr>
          <p:cNvSpPr>
            <a:spLocks noGrp="1" noRot="1" noChangeAspect="1" noChangeArrowheads="1" noTextEdit="1"/>
          </p:cNvSpPr>
          <p:nvPr>
            <p:ph type="sldImg"/>
          </p:nvPr>
        </p:nvSpPr>
        <p:spPr>
          <a:ln/>
        </p:spPr>
      </p:sp>
      <p:sp>
        <p:nvSpPr>
          <p:cNvPr id="113666" name="Notes Placeholder 2">
            <a:extLst>
              <a:ext uri="{FF2B5EF4-FFF2-40B4-BE49-F238E27FC236}">
                <a16:creationId xmlns:a16="http://schemas.microsoft.com/office/drawing/2014/main" id="{1097FA4E-1A71-0D90-4E85-838096286E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NOTE</a:t>
            </a:r>
            <a:r>
              <a:rPr lang="en-US" altLang="zh-CN" dirty="0"/>
              <a:t>: There is no space between volume number and issue number.</a:t>
            </a:r>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a:extLst>
              <a:ext uri="{FF2B5EF4-FFF2-40B4-BE49-F238E27FC236}">
                <a16:creationId xmlns:a16="http://schemas.microsoft.com/office/drawing/2014/main" id="{1A4CD894-DF11-D549-D200-D10E4F077F54}"/>
              </a:ext>
            </a:extLst>
          </p:cNvPr>
          <p:cNvSpPr>
            <a:spLocks noGrp="1" noRot="1" noChangeAspect="1" noChangeArrowheads="1" noTextEdit="1"/>
          </p:cNvSpPr>
          <p:nvPr>
            <p:ph type="sldImg"/>
          </p:nvPr>
        </p:nvSpPr>
        <p:spPr>
          <a:ln/>
        </p:spPr>
      </p:sp>
      <p:sp>
        <p:nvSpPr>
          <p:cNvPr id="115714" name="Notes Placeholder 2">
            <a:extLst>
              <a:ext uri="{FF2B5EF4-FFF2-40B4-BE49-F238E27FC236}">
                <a16:creationId xmlns:a16="http://schemas.microsoft.com/office/drawing/2014/main" id="{9E96938F-951A-25FB-4F71-7FBD26EBAA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a:extLst>
              <a:ext uri="{FF2B5EF4-FFF2-40B4-BE49-F238E27FC236}">
                <a16:creationId xmlns:a16="http://schemas.microsoft.com/office/drawing/2014/main" id="{C13D70AC-EA21-0629-159A-14A736D0460A}"/>
              </a:ext>
            </a:extLst>
          </p:cNvPr>
          <p:cNvSpPr>
            <a:spLocks noGrp="1" noRot="1" noChangeAspect="1" noChangeArrowheads="1" noTextEdit="1"/>
          </p:cNvSpPr>
          <p:nvPr>
            <p:ph type="sldImg"/>
          </p:nvPr>
        </p:nvSpPr>
        <p:spPr>
          <a:ln/>
        </p:spPr>
      </p:sp>
      <p:sp>
        <p:nvSpPr>
          <p:cNvPr id="117762" name="Notes Placeholder 2">
            <a:extLst>
              <a:ext uri="{FF2B5EF4-FFF2-40B4-BE49-F238E27FC236}">
                <a16:creationId xmlns:a16="http://schemas.microsoft.com/office/drawing/2014/main" id="{50BB6DE6-3513-944B-3BCC-5EE5E7A753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a:extLst>
              <a:ext uri="{FF2B5EF4-FFF2-40B4-BE49-F238E27FC236}">
                <a16:creationId xmlns:a16="http://schemas.microsoft.com/office/drawing/2014/main" id="{59561195-9A1D-FF7D-724C-FECAEBC1B4E7}"/>
              </a:ext>
            </a:extLst>
          </p:cNvPr>
          <p:cNvSpPr>
            <a:spLocks noGrp="1" noRot="1" noChangeAspect="1" noChangeArrowheads="1" noTextEdit="1"/>
          </p:cNvSpPr>
          <p:nvPr>
            <p:ph type="sldImg"/>
          </p:nvPr>
        </p:nvSpPr>
        <p:spPr>
          <a:ln/>
        </p:spPr>
      </p:sp>
      <p:sp>
        <p:nvSpPr>
          <p:cNvPr id="119810" name="Notes Placeholder 2">
            <a:extLst>
              <a:ext uri="{FF2B5EF4-FFF2-40B4-BE49-F238E27FC236}">
                <a16:creationId xmlns:a16="http://schemas.microsoft.com/office/drawing/2014/main" id="{1CD5223F-0390-F337-2447-7FDFE4684A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r>
              <a:rPr lang="zh-CN" altLang="zh-CN" b="1">
                <a:solidFill>
                  <a:srgbClr val="000000"/>
                </a:solidFill>
                <a:latin typeface="acumin-pro"/>
              </a:rPr>
              <a:t>Note: </a:t>
            </a:r>
            <a:r>
              <a:rPr lang="zh-CN" altLang="zh-CN">
                <a:solidFill>
                  <a:srgbClr val="000000"/>
                </a:solidFill>
                <a:latin typeface="acumin-pro"/>
              </a:rPr>
              <a:t>The format for this type of source depends on whether your source comes from a site with an associated newspaper.</a:t>
            </a:r>
            <a:endParaRPr lang="en-GB"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a:extLst>
              <a:ext uri="{FF2B5EF4-FFF2-40B4-BE49-F238E27FC236}">
                <a16:creationId xmlns:a16="http://schemas.microsoft.com/office/drawing/2014/main" id="{8A3F7B18-7180-F7EA-CC06-D8951C0D6463}"/>
              </a:ext>
            </a:extLst>
          </p:cNvPr>
          <p:cNvSpPr>
            <a:spLocks noGrp="1" noRot="1" noChangeAspect="1" noChangeArrowheads="1" noTextEdit="1"/>
          </p:cNvSpPr>
          <p:nvPr>
            <p:ph type="sldImg"/>
          </p:nvPr>
        </p:nvSpPr>
        <p:spPr>
          <a:ln/>
        </p:spPr>
      </p:sp>
      <p:sp>
        <p:nvSpPr>
          <p:cNvPr id="121858" name="Notes Placeholder 2">
            <a:extLst>
              <a:ext uri="{FF2B5EF4-FFF2-40B4-BE49-F238E27FC236}">
                <a16:creationId xmlns:a16="http://schemas.microsoft.com/office/drawing/2014/main" id="{9A577EAD-B1F1-C07A-0064-DBD9338027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r>
              <a:rPr lang="zh-CN" altLang="zh-CN" b="1">
                <a:solidFill>
                  <a:srgbClr val="000000"/>
                </a:solidFill>
                <a:latin typeface="acumin-pro"/>
              </a:rPr>
              <a:t>Note: </a:t>
            </a:r>
            <a:r>
              <a:rPr lang="zh-CN" altLang="zh-CN">
                <a:solidFill>
                  <a:srgbClr val="000000"/>
                </a:solidFill>
                <a:latin typeface="acumin-pro"/>
              </a:rPr>
              <a:t>The format for this type of source depends on whether your source comes from a site with an associated newspaper.</a:t>
            </a:r>
            <a:endParaRPr lang="en-GB"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a:extLst>
              <a:ext uri="{FF2B5EF4-FFF2-40B4-BE49-F238E27FC236}">
                <a16:creationId xmlns:a16="http://schemas.microsoft.com/office/drawing/2014/main" id="{7D56E7DF-E103-27E9-E6DE-4BCD1286A525}"/>
              </a:ext>
            </a:extLst>
          </p:cNvPr>
          <p:cNvSpPr>
            <a:spLocks noGrp="1" noRot="1" noChangeAspect="1" noChangeArrowheads="1" noTextEdit="1"/>
          </p:cNvSpPr>
          <p:nvPr>
            <p:ph type="sldImg"/>
          </p:nvPr>
        </p:nvSpPr>
        <p:spPr>
          <a:ln/>
        </p:spPr>
      </p:sp>
      <p:sp>
        <p:nvSpPr>
          <p:cNvPr id="123906" name="Notes Placeholder 2">
            <a:extLst>
              <a:ext uri="{FF2B5EF4-FFF2-40B4-BE49-F238E27FC236}">
                <a16:creationId xmlns:a16="http://schemas.microsoft.com/office/drawing/2014/main" id="{2C7D4374-7E14-358D-0B86-6D65D655D0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a:extLst>
              <a:ext uri="{FF2B5EF4-FFF2-40B4-BE49-F238E27FC236}">
                <a16:creationId xmlns:a16="http://schemas.microsoft.com/office/drawing/2014/main" id="{4694D787-1F91-85DD-FCAF-C1175C7E35A3}"/>
              </a:ext>
            </a:extLst>
          </p:cNvPr>
          <p:cNvSpPr>
            <a:spLocks noGrp="1" noRot="1" noChangeAspect="1" noChangeArrowheads="1" noTextEdit="1"/>
          </p:cNvSpPr>
          <p:nvPr>
            <p:ph type="sldImg"/>
          </p:nvPr>
        </p:nvSpPr>
        <p:spPr>
          <a:ln/>
        </p:spPr>
      </p:sp>
      <p:sp>
        <p:nvSpPr>
          <p:cNvPr id="125954" name="Notes Placeholder 2">
            <a:extLst>
              <a:ext uri="{FF2B5EF4-FFF2-40B4-BE49-F238E27FC236}">
                <a16:creationId xmlns:a16="http://schemas.microsoft.com/office/drawing/2014/main" id="{0AF0CF32-8D1E-78C4-D444-EDF28F6D4D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a:extLst>
              <a:ext uri="{FF2B5EF4-FFF2-40B4-BE49-F238E27FC236}">
                <a16:creationId xmlns:a16="http://schemas.microsoft.com/office/drawing/2014/main" id="{F6016711-B929-C361-6C4D-70A35117F21C}"/>
              </a:ext>
            </a:extLst>
          </p:cNvPr>
          <p:cNvSpPr>
            <a:spLocks noGrp="1" noRot="1" noChangeAspect="1" noChangeArrowheads="1" noTextEdit="1"/>
          </p:cNvSpPr>
          <p:nvPr>
            <p:ph type="sldImg"/>
          </p:nvPr>
        </p:nvSpPr>
        <p:spPr>
          <a:ln/>
        </p:spPr>
      </p:sp>
      <p:sp>
        <p:nvSpPr>
          <p:cNvPr id="128002" name="Notes Placeholder 2">
            <a:extLst>
              <a:ext uri="{FF2B5EF4-FFF2-40B4-BE49-F238E27FC236}">
                <a16:creationId xmlns:a16="http://schemas.microsoft.com/office/drawing/2014/main" id="{3D5DD5CA-7F80-C84C-7696-D86BB19BBE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a:extLst>
              <a:ext uri="{FF2B5EF4-FFF2-40B4-BE49-F238E27FC236}">
                <a16:creationId xmlns:a16="http://schemas.microsoft.com/office/drawing/2014/main" id="{A46EAE1A-C88E-88FF-0BE3-0F8FB56CF8CE}"/>
              </a:ext>
            </a:extLst>
          </p:cNvPr>
          <p:cNvSpPr>
            <a:spLocks noGrp="1" noRot="1" noChangeAspect="1" noChangeArrowheads="1" noTextEdit="1"/>
          </p:cNvSpPr>
          <p:nvPr>
            <p:ph type="sldImg"/>
          </p:nvPr>
        </p:nvSpPr>
        <p:spPr>
          <a:ln/>
        </p:spPr>
      </p:sp>
      <p:sp>
        <p:nvSpPr>
          <p:cNvPr id="130050" name="Notes Placeholder 2">
            <a:extLst>
              <a:ext uri="{FF2B5EF4-FFF2-40B4-BE49-F238E27FC236}">
                <a16:creationId xmlns:a16="http://schemas.microsoft.com/office/drawing/2014/main" id="{C76B3DCD-F231-B2C6-98C0-2DE4B1DD5E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a:extLst>
              <a:ext uri="{FF2B5EF4-FFF2-40B4-BE49-F238E27FC236}">
                <a16:creationId xmlns:a16="http://schemas.microsoft.com/office/drawing/2014/main" id="{CD59097F-4F5E-B287-E753-C7CEFB550B29}"/>
              </a:ext>
            </a:extLst>
          </p:cNvPr>
          <p:cNvSpPr>
            <a:spLocks noGrp="1" noRot="1" noChangeAspect="1" noChangeArrowheads="1" noTextEdit="1"/>
          </p:cNvSpPr>
          <p:nvPr>
            <p:ph type="sldImg"/>
          </p:nvPr>
        </p:nvSpPr>
        <p:spPr>
          <a:ln/>
        </p:spPr>
      </p:sp>
      <p:sp>
        <p:nvSpPr>
          <p:cNvPr id="132098" name="Notes Placeholder 2">
            <a:extLst>
              <a:ext uri="{FF2B5EF4-FFF2-40B4-BE49-F238E27FC236}">
                <a16:creationId xmlns:a16="http://schemas.microsoft.com/office/drawing/2014/main" id="{F8488006-F809-43FF-F25F-A110E44751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a:extLst>
              <a:ext uri="{FF2B5EF4-FFF2-40B4-BE49-F238E27FC236}">
                <a16:creationId xmlns:a16="http://schemas.microsoft.com/office/drawing/2014/main" id="{09D5A854-A8C7-61C2-F3B0-4ACB78B1AC41}"/>
              </a:ext>
            </a:extLst>
          </p:cNvPr>
          <p:cNvSpPr>
            <a:spLocks noGrp="1" noRot="1" noChangeAspect="1" noChangeArrowheads="1" noTextEdit="1"/>
          </p:cNvSpPr>
          <p:nvPr>
            <p:ph type="sldImg"/>
          </p:nvPr>
        </p:nvSpPr>
        <p:spPr>
          <a:ln/>
        </p:spPr>
      </p:sp>
      <p:sp>
        <p:nvSpPr>
          <p:cNvPr id="134146" name="Notes Placeholder 2">
            <a:extLst>
              <a:ext uri="{FF2B5EF4-FFF2-40B4-BE49-F238E27FC236}">
                <a16:creationId xmlns:a16="http://schemas.microsoft.com/office/drawing/2014/main" id="{D275B9D6-97D2-3137-8566-B36BEBAA0B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a:extLst>
              <a:ext uri="{FF2B5EF4-FFF2-40B4-BE49-F238E27FC236}">
                <a16:creationId xmlns:a16="http://schemas.microsoft.com/office/drawing/2014/main" id="{142D4B09-AFE1-1FED-4589-C2D75E17DEB5}"/>
              </a:ext>
            </a:extLst>
          </p:cNvPr>
          <p:cNvSpPr>
            <a:spLocks noGrp="1" noRot="1" noChangeAspect="1" noChangeArrowheads="1" noTextEdit="1"/>
          </p:cNvSpPr>
          <p:nvPr>
            <p:ph type="sldImg"/>
          </p:nvPr>
        </p:nvSpPr>
        <p:spPr>
          <a:ln/>
        </p:spPr>
      </p:sp>
      <p:sp>
        <p:nvSpPr>
          <p:cNvPr id="136194" name="Notes Placeholder 2">
            <a:extLst>
              <a:ext uri="{FF2B5EF4-FFF2-40B4-BE49-F238E27FC236}">
                <a16:creationId xmlns:a16="http://schemas.microsoft.com/office/drawing/2014/main" id="{C9FFA07D-C66F-80BB-11DE-03443511E1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a:extLst>
              <a:ext uri="{FF2B5EF4-FFF2-40B4-BE49-F238E27FC236}">
                <a16:creationId xmlns:a16="http://schemas.microsoft.com/office/drawing/2014/main" id="{4122E1A9-4064-C21D-6B05-F216C8E77B00}"/>
              </a:ext>
            </a:extLst>
          </p:cNvPr>
          <p:cNvSpPr>
            <a:spLocks noGrp="1" noRot="1" noChangeAspect="1" noChangeArrowheads="1" noTextEdit="1"/>
          </p:cNvSpPr>
          <p:nvPr>
            <p:ph type="sldImg"/>
          </p:nvPr>
        </p:nvSpPr>
        <p:spPr>
          <a:ln/>
        </p:spPr>
      </p:sp>
      <p:sp>
        <p:nvSpPr>
          <p:cNvPr id="138242" name="Notes Placeholder 2">
            <a:extLst>
              <a:ext uri="{FF2B5EF4-FFF2-40B4-BE49-F238E27FC236}">
                <a16:creationId xmlns:a16="http://schemas.microsoft.com/office/drawing/2014/main" id="{425F7BBC-F56D-9AAB-6A95-8CB1E4783A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a:p>
            <a:endParaRPr lang="en-GB"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a:extLst>
              <a:ext uri="{FF2B5EF4-FFF2-40B4-BE49-F238E27FC236}">
                <a16:creationId xmlns:a16="http://schemas.microsoft.com/office/drawing/2014/main" id="{52AD3118-E740-7005-2AF3-28FAAF35DE1B}"/>
              </a:ext>
            </a:extLst>
          </p:cNvPr>
          <p:cNvSpPr>
            <a:spLocks noGrp="1" noRot="1" noChangeAspect="1" noChangeArrowheads="1" noTextEdit="1"/>
          </p:cNvSpPr>
          <p:nvPr>
            <p:ph type="sldImg"/>
          </p:nvPr>
        </p:nvSpPr>
        <p:spPr>
          <a:ln/>
        </p:spPr>
      </p:sp>
      <p:sp>
        <p:nvSpPr>
          <p:cNvPr id="143362" name="Notes Placeholder 2">
            <a:extLst>
              <a:ext uri="{FF2B5EF4-FFF2-40B4-BE49-F238E27FC236}">
                <a16:creationId xmlns:a16="http://schemas.microsoft.com/office/drawing/2014/main" id="{2EF6DAF8-DF9F-D13C-6ACC-E321DEE8F4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Please refer to the files named “APA 7 Student Sample Paper” and “APA 7 - Professional Sample Paper – 2020</a:t>
            </a:r>
            <a:r>
              <a:rPr lang="zh-CN" altLang="zh-CN"/>
              <a:t>” to compare the similarities and differences of formatting of student paper and professional paper.</a:t>
            </a:r>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a:extLst>
              <a:ext uri="{FF2B5EF4-FFF2-40B4-BE49-F238E27FC236}">
                <a16:creationId xmlns:a16="http://schemas.microsoft.com/office/drawing/2014/main" id="{DE482216-75E2-A41F-6023-24861A2E8CA5}"/>
              </a:ext>
            </a:extLst>
          </p:cNvPr>
          <p:cNvSpPr>
            <a:spLocks noGrp="1" noRot="1" noChangeAspect="1" noChangeArrowheads="1" noTextEdit="1"/>
          </p:cNvSpPr>
          <p:nvPr>
            <p:ph type="sldImg"/>
          </p:nvPr>
        </p:nvSpPr>
        <p:spPr>
          <a:ln/>
        </p:spPr>
      </p:sp>
      <p:sp>
        <p:nvSpPr>
          <p:cNvPr id="140290" name="Notes Placeholder 2">
            <a:extLst>
              <a:ext uri="{FF2B5EF4-FFF2-40B4-BE49-F238E27FC236}">
                <a16:creationId xmlns:a16="http://schemas.microsoft.com/office/drawing/2014/main" id="{8570F8C6-5797-86E1-4BB0-1B7AC58ACD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F6390F99-669A-0BCB-CB2D-D2392EC12FAC}"/>
              </a:ext>
            </a:extLst>
          </p:cNvPr>
          <p:cNvSpPr>
            <a:spLocks noGrp="1"/>
          </p:cNvSpPr>
          <p:nvPr>
            <p:ph type="dt" sz="half" idx="10"/>
          </p:nvPr>
        </p:nvSpPr>
        <p:spPr/>
        <p:txBody>
          <a:bodyPr/>
          <a:lstStyle>
            <a:lvl1pPr>
              <a:defRPr/>
            </a:lvl1pPr>
          </a:lstStyle>
          <a:p>
            <a:pPr>
              <a:defRPr/>
            </a:pPr>
            <a:fld id="{8A7DCD2E-C876-D349-B8FC-7A423DCFC6C9}"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E400FD66-D1E7-79BF-CA51-627F3F2166B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7656F2A-3507-B44B-6774-A00C4271AF87}"/>
              </a:ext>
            </a:extLst>
          </p:cNvPr>
          <p:cNvSpPr>
            <a:spLocks noGrp="1"/>
          </p:cNvSpPr>
          <p:nvPr>
            <p:ph type="sldNum" sz="quarter" idx="12"/>
          </p:nvPr>
        </p:nvSpPr>
        <p:spPr/>
        <p:txBody>
          <a:bodyPr/>
          <a:lstStyle>
            <a:lvl1pPr>
              <a:defRPr/>
            </a:lvl1pPr>
          </a:lstStyle>
          <a:p>
            <a:pPr>
              <a:defRPr/>
            </a:pPr>
            <a:fld id="{D20D65CB-4512-E541-8EB3-CF780DB56A00}" type="slidenum">
              <a:rPr lang="zh-CN" altLang="en-US"/>
              <a:pPr>
                <a:defRPr/>
              </a:pPr>
              <a:t>‹#›</a:t>
            </a:fld>
            <a:endParaRPr lang="zh-CN" altLang="en-US"/>
          </a:p>
        </p:txBody>
      </p:sp>
    </p:spTree>
    <p:extLst>
      <p:ext uri="{BB962C8B-B14F-4D97-AF65-F5344CB8AC3E}">
        <p14:creationId xmlns:p14="http://schemas.microsoft.com/office/powerpoint/2010/main" val="161306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4379C90-E467-76DA-EC34-5A7BEB265A6E}"/>
              </a:ext>
            </a:extLst>
          </p:cNvPr>
          <p:cNvSpPr>
            <a:spLocks noGrp="1"/>
          </p:cNvSpPr>
          <p:nvPr>
            <p:ph type="dt" sz="half" idx="10"/>
          </p:nvPr>
        </p:nvSpPr>
        <p:spPr/>
        <p:txBody>
          <a:bodyPr/>
          <a:lstStyle>
            <a:lvl1pPr>
              <a:defRPr/>
            </a:lvl1pPr>
          </a:lstStyle>
          <a:p>
            <a:pPr>
              <a:defRPr/>
            </a:pPr>
            <a:fld id="{D5377B88-A5E8-1B4D-A64C-D196C25970A2}"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D526E3F8-63F4-8E9C-3F72-0F5DD5D12BF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F9D4869-D6A9-6F38-A56C-C19419881FEE}"/>
              </a:ext>
            </a:extLst>
          </p:cNvPr>
          <p:cNvSpPr>
            <a:spLocks noGrp="1"/>
          </p:cNvSpPr>
          <p:nvPr>
            <p:ph type="sldNum" sz="quarter" idx="12"/>
          </p:nvPr>
        </p:nvSpPr>
        <p:spPr/>
        <p:txBody>
          <a:bodyPr/>
          <a:lstStyle>
            <a:lvl1pPr>
              <a:defRPr/>
            </a:lvl1pPr>
          </a:lstStyle>
          <a:p>
            <a:pPr>
              <a:defRPr/>
            </a:pPr>
            <a:fld id="{6EE27D0E-22A9-D743-A877-C921DBC727D5}" type="slidenum">
              <a:rPr lang="zh-CN" altLang="en-US"/>
              <a:pPr>
                <a:defRPr/>
              </a:pPr>
              <a:t>‹#›</a:t>
            </a:fld>
            <a:endParaRPr lang="zh-CN" altLang="en-US"/>
          </a:p>
        </p:txBody>
      </p:sp>
    </p:spTree>
    <p:extLst>
      <p:ext uri="{BB962C8B-B14F-4D97-AF65-F5344CB8AC3E}">
        <p14:creationId xmlns:p14="http://schemas.microsoft.com/office/powerpoint/2010/main" val="1509564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AA2B13B-3107-48BD-1C5C-F34B9C065C0D}"/>
              </a:ext>
            </a:extLst>
          </p:cNvPr>
          <p:cNvSpPr>
            <a:spLocks noGrp="1"/>
          </p:cNvSpPr>
          <p:nvPr>
            <p:ph type="dt" sz="half" idx="10"/>
          </p:nvPr>
        </p:nvSpPr>
        <p:spPr/>
        <p:txBody>
          <a:bodyPr/>
          <a:lstStyle>
            <a:lvl1pPr>
              <a:defRPr/>
            </a:lvl1pPr>
          </a:lstStyle>
          <a:p>
            <a:pPr>
              <a:defRPr/>
            </a:pPr>
            <a:fld id="{55B0199C-8198-3A46-8A2C-02D528F895DE}"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1066316A-E094-4638-280B-5D5995BB8D8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333E837-E540-8FEA-F10F-0D447E14121A}"/>
              </a:ext>
            </a:extLst>
          </p:cNvPr>
          <p:cNvSpPr>
            <a:spLocks noGrp="1"/>
          </p:cNvSpPr>
          <p:nvPr>
            <p:ph type="sldNum" sz="quarter" idx="12"/>
          </p:nvPr>
        </p:nvSpPr>
        <p:spPr/>
        <p:txBody>
          <a:bodyPr/>
          <a:lstStyle>
            <a:lvl1pPr>
              <a:defRPr/>
            </a:lvl1pPr>
          </a:lstStyle>
          <a:p>
            <a:pPr>
              <a:defRPr/>
            </a:pPr>
            <a:fld id="{AD100E03-26AC-EC4E-B8BB-39012E86541B}" type="slidenum">
              <a:rPr lang="zh-CN" altLang="en-US"/>
              <a:pPr>
                <a:defRPr/>
              </a:pPr>
              <a:t>‹#›</a:t>
            </a:fld>
            <a:endParaRPr lang="zh-CN" altLang="en-US"/>
          </a:p>
        </p:txBody>
      </p:sp>
    </p:spTree>
    <p:extLst>
      <p:ext uri="{BB962C8B-B14F-4D97-AF65-F5344CB8AC3E}">
        <p14:creationId xmlns:p14="http://schemas.microsoft.com/office/powerpoint/2010/main" val="906057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68A8BB6-ED54-5D7B-C55B-D1B4AF6A6EDA}"/>
              </a:ext>
            </a:extLst>
          </p:cNvPr>
          <p:cNvSpPr>
            <a:spLocks noGrp="1"/>
          </p:cNvSpPr>
          <p:nvPr>
            <p:ph type="dt" sz="half" idx="10"/>
          </p:nvPr>
        </p:nvSpPr>
        <p:spPr/>
        <p:txBody>
          <a:bodyPr/>
          <a:lstStyle>
            <a:lvl1pPr>
              <a:defRPr/>
            </a:lvl1pPr>
          </a:lstStyle>
          <a:p>
            <a:pPr>
              <a:defRPr/>
            </a:pPr>
            <a:fld id="{FA889994-1C0E-6A4A-A2F0-36B7D7715E0F}" type="datetime1">
              <a:rPr lang="en-US" altLang="zh-CN"/>
              <a:pPr>
                <a:defRPr/>
              </a:pPr>
              <a:t>1/22/2026</a:t>
            </a:fld>
            <a:endParaRPr lang="zh-CN" altLang="en-US"/>
          </a:p>
        </p:txBody>
      </p:sp>
      <p:sp>
        <p:nvSpPr>
          <p:cNvPr id="6" name="页脚占位符 4">
            <a:extLst>
              <a:ext uri="{FF2B5EF4-FFF2-40B4-BE49-F238E27FC236}">
                <a16:creationId xmlns:a16="http://schemas.microsoft.com/office/drawing/2014/main" id="{A5915CE3-4C10-34DE-E730-D54CA8C8964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4FE0F3-7E76-91C4-AB3E-55096E3A7F31}"/>
              </a:ext>
            </a:extLst>
          </p:cNvPr>
          <p:cNvSpPr>
            <a:spLocks noGrp="1"/>
          </p:cNvSpPr>
          <p:nvPr>
            <p:ph type="sldNum" sz="quarter" idx="12"/>
          </p:nvPr>
        </p:nvSpPr>
        <p:spPr/>
        <p:txBody>
          <a:bodyPr/>
          <a:lstStyle>
            <a:lvl1pPr>
              <a:defRPr/>
            </a:lvl1pPr>
          </a:lstStyle>
          <a:p>
            <a:pPr>
              <a:defRPr/>
            </a:pPr>
            <a:fld id="{47AEAF56-65CD-3244-A382-2CC3345788DE}" type="slidenum">
              <a:rPr lang="zh-CN" altLang="en-US"/>
              <a:pPr>
                <a:defRPr/>
              </a:pPr>
              <a:t>‹#›</a:t>
            </a:fld>
            <a:endParaRPr lang="zh-CN" altLang="en-US"/>
          </a:p>
        </p:txBody>
      </p:sp>
    </p:spTree>
    <p:extLst>
      <p:ext uri="{BB962C8B-B14F-4D97-AF65-F5344CB8AC3E}">
        <p14:creationId xmlns:p14="http://schemas.microsoft.com/office/powerpoint/2010/main" val="2015200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D1347744-75DC-9C6D-A87A-7C7D116A873E}"/>
              </a:ext>
            </a:extLst>
          </p:cNvPr>
          <p:cNvSpPr>
            <a:spLocks noGrp="1"/>
          </p:cNvSpPr>
          <p:nvPr>
            <p:ph type="dt" sz="half" idx="10"/>
          </p:nvPr>
        </p:nvSpPr>
        <p:spPr/>
        <p:txBody>
          <a:bodyPr/>
          <a:lstStyle>
            <a:lvl1pPr>
              <a:defRPr/>
            </a:lvl1pPr>
          </a:lstStyle>
          <a:p>
            <a:pPr>
              <a:defRPr/>
            </a:pPr>
            <a:fld id="{A5244677-3494-AD40-A1A7-E1C69C101813}" type="datetime1">
              <a:rPr lang="en-US" altLang="zh-CN"/>
              <a:pPr>
                <a:defRPr/>
              </a:pPr>
              <a:t>1/22/2026</a:t>
            </a:fld>
            <a:endParaRPr lang="zh-CN" altLang="en-US"/>
          </a:p>
        </p:txBody>
      </p:sp>
      <p:sp>
        <p:nvSpPr>
          <p:cNvPr id="8" name="页脚占位符 4">
            <a:extLst>
              <a:ext uri="{FF2B5EF4-FFF2-40B4-BE49-F238E27FC236}">
                <a16:creationId xmlns:a16="http://schemas.microsoft.com/office/drawing/2014/main" id="{938257D5-29D3-E0BC-8EB7-C7EB1A3B3A8D}"/>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4C80988A-5E42-5168-5130-C9141FE2F0EB}"/>
              </a:ext>
            </a:extLst>
          </p:cNvPr>
          <p:cNvSpPr>
            <a:spLocks noGrp="1"/>
          </p:cNvSpPr>
          <p:nvPr>
            <p:ph type="sldNum" sz="quarter" idx="12"/>
          </p:nvPr>
        </p:nvSpPr>
        <p:spPr/>
        <p:txBody>
          <a:bodyPr/>
          <a:lstStyle>
            <a:lvl1pPr>
              <a:defRPr/>
            </a:lvl1pPr>
          </a:lstStyle>
          <a:p>
            <a:pPr>
              <a:defRPr/>
            </a:pPr>
            <a:fld id="{A2388285-C017-C846-A635-BDFE21D2C6B0}" type="slidenum">
              <a:rPr lang="zh-CN" altLang="en-US"/>
              <a:pPr>
                <a:defRPr/>
              </a:pPr>
              <a:t>‹#›</a:t>
            </a:fld>
            <a:endParaRPr lang="zh-CN" altLang="en-US"/>
          </a:p>
        </p:txBody>
      </p:sp>
    </p:spTree>
    <p:extLst>
      <p:ext uri="{BB962C8B-B14F-4D97-AF65-F5344CB8AC3E}">
        <p14:creationId xmlns:p14="http://schemas.microsoft.com/office/powerpoint/2010/main" val="2367491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25F70D9A-1CD4-4880-3AF6-40CBD31827A5}"/>
              </a:ext>
            </a:extLst>
          </p:cNvPr>
          <p:cNvSpPr>
            <a:spLocks noGrp="1"/>
          </p:cNvSpPr>
          <p:nvPr>
            <p:ph type="dt" sz="half" idx="10"/>
          </p:nvPr>
        </p:nvSpPr>
        <p:spPr/>
        <p:txBody>
          <a:bodyPr/>
          <a:lstStyle>
            <a:lvl1pPr>
              <a:defRPr/>
            </a:lvl1pPr>
          </a:lstStyle>
          <a:p>
            <a:pPr>
              <a:defRPr/>
            </a:pPr>
            <a:fld id="{2EBD09BC-2895-7245-8EA9-EDFA888E86B9}" type="datetime1">
              <a:rPr lang="en-US" altLang="zh-CN"/>
              <a:pPr>
                <a:defRPr/>
              </a:pPr>
              <a:t>1/22/2026</a:t>
            </a:fld>
            <a:endParaRPr lang="zh-CN" altLang="en-US"/>
          </a:p>
        </p:txBody>
      </p:sp>
      <p:sp>
        <p:nvSpPr>
          <p:cNvPr id="4" name="页脚占位符 4">
            <a:extLst>
              <a:ext uri="{FF2B5EF4-FFF2-40B4-BE49-F238E27FC236}">
                <a16:creationId xmlns:a16="http://schemas.microsoft.com/office/drawing/2014/main" id="{4255594C-C335-BC5A-C704-5EF29351865C}"/>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379AF201-9D41-D943-E4C5-2D90E7F81F8F}"/>
              </a:ext>
            </a:extLst>
          </p:cNvPr>
          <p:cNvSpPr>
            <a:spLocks noGrp="1"/>
          </p:cNvSpPr>
          <p:nvPr>
            <p:ph type="sldNum" sz="quarter" idx="12"/>
          </p:nvPr>
        </p:nvSpPr>
        <p:spPr/>
        <p:txBody>
          <a:bodyPr/>
          <a:lstStyle>
            <a:lvl1pPr>
              <a:defRPr/>
            </a:lvl1pPr>
          </a:lstStyle>
          <a:p>
            <a:pPr>
              <a:defRPr/>
            </a:pPr>
            <a:fld id="{00B9D82D-6FE9-7540-BF51-10A7D29ECA4D}" type="slidenum">
              <a:rPr lang="zh-CN" altLang="en-US"/>
              <a:pPr>
                <a:defRPr/>
              </a:pPr>
              <a:t>‹#›</a:t>
            </a:fld>
            <a:endParaRPr lang="zh-CN" altLang="en-US"/>
          </a:p>
        </p:txBody>
      </p:sp>
    </p:spTree>
    <p:extLst>
      <p:ext uri="{BB962C8B-B14F-4D97-AF65-F5344CB8AC3E}">
        <p14:creationId xmlns:p14="http://schemas.microsoft.com/office/powerpoint/2010/main" val="425546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47371908-10BE-1253-4703-E8F11801775F}"/>
              </a:ext>
            </a:extLst>
          </p:cNvPr>
          <p:cNvSpPr>
            <a:spLocks noGrp="1"/>
          </p:cNvSpPr>
          <p:nvPr>
            <p:ph type="dt" sz="half" idx="10"/>
          </p:nvPr>
        </p:nvSpPr>
        <p:spPr/>
        <p:txBody>
          <a:bodyPr/>
          <a:lstStyle>
            <a:lvl1pPr>
              <a:defRPr/>
            </a:lvl1pPr>
          </a:lstStyle>
          <a:p>
            <a:pPr>
              <a:defRPr/>
            </a:pPr>
            <a:fld id="{CE615C2D-A506-D047-BCA6-B294BB1A8385}" type="datetime1">
              <a:rPr lang="en-US" altLang="zh-CN"/>
              <a:pPr>
                <a:defRPr/>
              </a:pPr>
              <a:t>1/22/2026</a:t>
            </a:fld>
            <a:endParaRPr lang="zh-CN" altLang="en-US"/>
          </a:p>
        </p:txBody>
      </p:sp>
      <p:sp>
        <p:nvSpPr>
          <p:cNvPr id="3" name="页脚占位符 4">
            <a:extLst>
              <a:ext uri="{FF2B5EF4-FFF2-40B4-BE49-F238E27FC236}">
                <a16:creationId xmlns:a16="http://schemas.microsoft.com/office/drawing/2014/main" id="{21FE6B22-2A74-FEE3-6FBC-9A5918B2F395}"/>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054D062-FA58-AC42-0574-172BE45319DC}"/>
              </a:ext>
            </a:extLst>
          </p:cNvPr>
          <p:cNvSpPr>
            <a:spLocks noGrp="1"/>
          </p:cNvSpPr>
          <p:nvPr>
            <p:ph type="sldNum" sz="quarter" idx="12"/>
          </p:nvPr>
        </p:nvSpPr>
        <p:spPr/>
        <p:txBody>
          <a:bodyPr/>
          <a:lstStyle>
            <a:lvl1pPr>
              <a:defRPr/>
            </a:lvl1pPr>
          </a:lstStyle>
          <a:p>
            <a:pPr>
              <a:defRPr/>
            </a:pPr>
            <a:fld id="{7967FD18-7E78-D04F-9652-277A58F7DF07}" type="slidenum">
              <a:rPr lang="zh-CN" altLang="en-US"/>
              <a:pPr>
                <a:defRPr/>
              </a:pPr>
              <a:t>‹#›</a:t>
            </a:fld>
            <a:endParaRPr lang="zh-CN" altLang="en-US"/>
          </a:p>
        </p:txBody>
      </p:sp>
    </p:spTree>
    <p:extLst>
      <p:ext uri="{BB962C8B-B14F-4D97-AF65-F5344CB8AC3E}">
        <p14:creationId xmlns:p14="http://schemas.microsoft.com/office/powerpoint/2010/main" val="2509124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9F6ABBE5-FCEE-19E8-169A-9C6EA29851D6}"/>
              </a:ext>
            </a:extLst>
          </p:cNvPr>
          <p:cNvSpPr>
            <a:spLocks noGrp="1"/>
          </p:cNvSpPr>
          <p:nvPr>
            <p:ph type="dt" sz="half" idx="10"/>
          </p:nvPr>
        </p:nvSpPr>
        <p:spPr/>
        <p:txBody>
          <a:bodyPr/>
          <a:lstStyle>
            <a:lvl1pPr>
              <a:defRPr/>
            </a:lvl1pPr>
          </a:lstStyle>
          <a:p>
            <a:pPr>
              <a:defRPr/>
            </a:pPr>
            <a:fld id="{92EC923E-C817-AA4B-83ED-0FC074F53F01}" type="datetime1">
              <a:rPr lang="en-US" altLang="zh-CN"/>
              <a:pPr>
                <a:defRPr/>
              </a:pPr>
              <a:t>1/22/2026</a:t>
            </a:fld>
            <a:endParaRPr lang="zh-CN" altLang="en-US"/>
          </a:p>
        </p:txBody>
      </p:sp>
      <p:sp>
        <p:nvSpPr>
          <p:cNvPr id="6" name="页脚占位符 4">
            <a:extLst>
              <a:ext uri="{FF2B5EF4-FFF2-40B4-BE49-F238E27FC236}">
                <a16:creationId xmlns:a16="http://schemas.microsoft.com/office/drawing/2014/main" id="{1689883C-74E5-4B0C-205E-945DF2FFBF8D}"/>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798E1C9-0488-59BF-2B30-4D1E5F7651F3}"/>
              </a:ext>
            </a:extLst>
          </p:cNvPr>
          <p:cNvSpPr>
            <a:spLocks noGrp="1"/>
          </p:cNvSpPr>
          <p:nvPr>
            <p:ph type="sldNum" sz="quarter" idx="12"/>
          </p:nvPr>
        </p:nvSpPr>
        <p:spPr/>
        <p:txBody>
          <a:bodyPr/>
          <a:lstStyle>
            <a:lvl1pPr>
              <a:defRPr/>
            </a:lvl1pPr>
          </a:lstStyle>
          <a:p>
            <a:pPr>
              <a:defRPr/>
            </a:pPr>
            <a:fld id="{A0E9F266-67C3-E646-9B62-E24C74BBB6BC}" type="slidenum">
              <a:rPr lang="zh-CN" altLang="en-US"/>
              <a:pPr>
                <a:defRPr/>
              </a:pPr>
              <a:t>‹#›</a:t>
            </a:fld>
            <a:endParaRPr lang="zh-CN" altLang="en-US"/>
          </a:p>
        </p:txBody>
      </p:sp>
    </p:spTree>
    <p:extLst>
      <p:ext uri="{BB962C8B-B14F-4D97-AF65-F5344CB8AC3E}">
        <p14:creationId xmlns:p14="http://schemas.microsoft.com/office/powerpoint/2010/main" val="2273191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8AAFA6B-EF13-FBBC-1484-2C9FD64D4AFC}"/>
              </a:ext>
            </a:extLst>
          </p:cNvPr>
          <p:cNvSpPr>
            <a:spLocks noGrp="1"/>
          </p:cNvSpPr>
          <p:nvPr>
            <p:ph type="dt" sz="half" idx="10"/>
          </p:nvPr>
        </p:nvSpPr>
        <p:spPr/>
        <p:txBody>
          <a:bodyPr/>
          <a:lstStyle>
            <a:lvl1pPr>
              <a:defRPr/>
            </a:lvl1pPr>
          </a:lstStyle>
          <a:p>
            <a:pPr>
              <a:defRPr/>
            </a:pPr>
            <a:fld id="{6ECF0F88-EC7A-7645-B181-F89B0A48FDC7}" type="datetime1">
              <a:rPr lang="en-US" altLang="zh-CN"/>
              <a:pPr>
                <a:defRPr/>
              </a:pPr>
              <a:t>1/22/2026</a:t>
            </a:fld>
            <a:endParaRPr lang="zh-CN" altLang="en-US"/>
          </a:p>
        </p:txBody>
      </p:sp>
      <p:sp>
        <p:nvSpPr>
          <p:cNvPr id="6" name="页脚占位符 4">
            <a:extLst>
              <a:ext uri="{FF2B5EF4-FFF2-40B4-BE49-F238E27FC236}">
                <a16:creationId xmlns:a16="http://schemas.microsoft.com/office/drawing/2014/main" id="{C0BC3EF7-8F19-A619-07D6-8F588F0F6195}"/>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8338820-8730-6314-143E-CF332C53BAF7}"/>
              </a:ext>
            </a:extLst>
          </p:cNvPr>
          <p:cNvSpPr>
            <a:spLocks noGrp="1"/>
          </p:cNvSpPr>
          <p:nvPr>
            <p:ph type="sldNum" sz="quarter" idx="12"/>
          </p:nvPr>
        </p:nvSpPr>
        <p:spPr/>
        <p:txBody>
          <a:bodyPr/>
          <a:lstStyle>
            <a:lvl1pPr>
              <a:defRPr/>
            </a:lvl1pPr>
          </a:lstStyle>
          <a:p>
            <a:pPr>
              <a:defRPr/>
            </a:pPr>
            <a:fld id="{9ED7ABE4-1347-F943-B40B-69B5894B58CD}" type="slidenum">
              <a:rPr lang="zh-CN" altLang="en-US"/>
              <a:pPr>
                <a:defRPr/>
              </a:pPr>
              <a:t>‹#›</a:t>
            </a:fld>
            <a:endParaRPr lang="zh-CN" altLang="en-US"/>
          </a:p>
        </p:txBody>
      </p:sp>
    </p:spTree>
    <p:extLst>
      <p:ext uri="{BB962C8B-B14F-4D97-AF65-F5344CB8AC3E}">
        <p14:creationId xmlns:p14="http://schemas.microsoft.com/office/powerpoint/2010/main" val="2444156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1818DB0-CE10-C0F7-F776-419993B9D12B}"/>
              </a:ext>
            </a:extLst>
          </p:cNvPr>
          <p:cNvSpPr>
            <a:spLocks noGrp="1"/>
          </p:cNvSpPr>
          <p:nvPr>
            <p:ph type="dt" sz="half" idx="10"/>
          </p:nvPr>
        </p:nvSpPr>
        <p:spPr/>
        <p:txBody>
          <a:bodyPr/>
          <a:lstStyle>
            <a:lvl1pPr>
              <a:defRPr/>
            </a:lvl1pPr>
          </a:lstStyle>
          <a:p>
            <a:pPr>
              <a:defRPr/>
            </a:pPr>
            <a:fld id="{1448E0CA-EE5F-974A-90D1-70AD025742E1}"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D35B9198-F03B-039B-5AF0-89CBD286F38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D4950FE7-B3D3-F00E-6AD8-C6A5D7815AAA}"/>
              </a:ext>
            </a:extLst>
          </p:cNvPr>
          <p:cNvSpPr>
            <a:spLocks noGrp="1"/>
          </p:cNvSpPr>
          <p:nvPr>
            <p:ph type="sldNum" sz="quarter" idx="12"/>
          </p:nvPr>
        </p:nvSpPr>
        <p:spPr/>
        <p:txBody>
          <a:bodyPr/>
          <a:lstStyle>
            <a:lvl1pPr>
              <a:defRPr/>
            </a:lvl1pPr>
          </a:lstStyle>
          <a:p>
            <a:pPr>
              <a:defRPr/>
            </a:pPr>
            <a:fld id="{00E22BD0-A8CB-2746-8D50-C046575F1003}" type="slidenum">
              <a:rPr lang="zh-CN" altLang="en-US"/>
              <a:pPr>
                <a:defRPr/>
              </a:pPr>
              <a:t>‹#›</a:t>
            </a:fld>
            <a:endParaRPr lang="zh-CN" altLang="en-US"/>
          </a:p>
        </p:txBody>
      </p:sp>
    </p:spTree>
    <p:extLst>
      <p:ext uri="{BB962C8B-B14F-4D97-AF65-F5344CB8AC3E}">
        <p14:creationId xmlns:p14="http://schemas.microsoft.com/office/powerpoint/2010/main" val="3216245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5031173-4606-3B0A-12DE-9C27934230E4}"/>
              </a:ext>
            </a:extLst>
          </p:cNvPr>
          <p:cNvSpPr>
            <a:spLocks noGrp="1"/>
          </p:cNvSpPr>
          <p:nvPr>
            <p:ph type="dt" sz="half" idx="10"/>
          </p:nvPr>
        </p:nvSpPr>
        <p:spPr/>
        <p:txBody>
          <a:bodyPr/>
          <a:lstStyle>
            <a:lvl1pPr>
              <a:defRPr/>
            </a:lvl1pPr>
          </a:lstStyle>
          <a:p>
            <a:pPr>
              <a:defRPr/>
            </a:pPr>
            <a:fld id="{139BB22B-B670-BF47-A088-FB2912D773FB}"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AFAE1700-509F-B191-D557-10596B21BCF1}"/>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F5D8AFC-DDE0-263C-85AA-6D07ECFBB487}"/>
              </a:ext>
            </a:extLst>
          </p:cNvPr>
          <p:cNvSpPr>
            <a:spLocks noGrp="1"/>
          </p:cNvSpPr>
          <p:nvPr>
            <p:ph type="sldNum" sz="quarter" idx="12"/>
          </p:nvPr>
        </p:nvSpPr>
        <p:spPr/>
        <p:txBody>
          <a:bodyPr/>
          <a:lstStyle>
            <a:lvl1pPr>
              <a:defRPr/>
            </a:lvl1pPr>
          </a:lstStyle>
          <a:p>
            <a:pPr>
              <a:defRPr/>
            </a:pPr>
            <a:fld id="{291D3AE2-1A56-754F-90CA-E1EB9BDAAD9B}" type="slidenum">
              <a:rPr lang="zh-CN" altLang="en-US"/>
              <a:pPr>
                <a:defRPr/>
              </a:pPr>
              <a:t>‹#›</a:t>
            </a:fld>
            <a:endParaRPr lang="zh-CN" altLang="en-US"/>
          </a:p>
        </p:txBody>
      </p:sp>
    </p:spTree>
    <p:extLst>
      <p:ext uri="{BB962C8B-B14F-4D97-AF65-F5344CB8AC3E}">
        <p14:creationId xmlns:p14="http://schemas.microsoft.com/office/powerpoint/2010/main" val="352715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7320C40D-CAFC-EFB3-A71A-421607EF408A}"/>
              </a:ext>
            </a:extLst>
          </p:cNvPr>
          <p:cNvSpPr>
            <a:spLocks noGrp="1"/>
          </p:cNvSpPr>
          <p:nvPr>
            <p:ph type="dt" sz="half" idx="10"/>
          </p:nvPr>
        </p:nvSpPr>
        <p:spPr/>
        <p:txBody>
          <a:bodyPr/>
          <a:lstStyle>
            <a:lvl1pPr>
              <a:defRPr/>
            </a:lvl1pPr>
          </a:lstStyle>
          <a:p>
            <a:pPr>
              <a:defRPr/>
            </a:pPr>
            <a:fld id="{AD78ED78-D6D0-2D4F-B383-819707908653}"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8354094F-1123-033A-D675-FADBDBBD6629}"/>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5750A7F-43E8-6892-2AA0-017B72383181}"/>
              </a:ext>
            </a:extLst>
          </p:cNvPr>
          <p:cNvSpPr>
            <a:spLocks noGrp="1"/>
          </p:cNvSpPr>
          <p:nvPr>
            <p:ph type="sldNum" sz="quarter" idx="12"/>
          </p:nvPr>
        </p:nvSpPr>
        <p:spPr/>
        <p:txBody>
          <a:bodyPr/>
          <a:lstStyle>
            <a:lvl1pPr>
              <a:defRPr/>
            </a:lvl1pPr>
          </a:lstStyle>
          <a:p>
            <a:pPr>
              <a:defRPr/>
            </a:pPr>
            <a:fld id="{B542F5A2-858D-0845-B43C-8506C08C0615}" type="slidenum">
              <a:rPr lang="zh-CN" altLang="en-US"/>
              <a:pPr>
                <a:defRPr/>
              </a:pPr>
              <a:t>‹#›</a:t>
            </a:fld>
            <a:endParaRPr lang="zh-CN" altLang="en-US"/>
          </a:p>
        </p:txBody>
      </p:sp>
    </p:spTree>
    <p:extLst>
      <p:ext uri="{BB962C8B-B14F-4D97-AF65-F5344CB8AC3E}">
        <p14:creationId xmlns:p14="http://schemas.microsoft.com/office/powerpoint/2010/main" val="3343266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4CE4870-7F4B-F604-50D2-AB6D3FEB0910}"/>
              </a:ext>
            </a:extLst>
          </p:cNvPr>
          <p:cNvSpPr>
            <a:spLocks noGrp="1"/>
          </p:cNvSpPr>
          <p:nvPr>
            <p:ph type="dt" sz="half" idx="10"/>
          </p:nvPr>
        </p:nvSpPr>
        <p:spPr/>
        <p:txBody>
          <a:bodyPr/>
          <a:lstStyle>
            <a:lvl1pPr>
              <a:defRPr/>
            </a:lvl1pPr>
          </a:lstStyle>
          <a:p>
            <a:pPr>
              <a:defRPr/>
            </a:pPr>
            <a:fld id="{42011EBF-787D-9845-AEF7-E8107F23C81C}"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65A76839-F625-D10D-3061-707065C5D6D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D798DD00-4427-9762-206F-6EFD79F1DF63}"/>
              </a:ext>
            </a:extLst>
          </p:cNvPr>
          <p:cNvSpPr>
            <a:spLocks noGrp="1"/>
          </p:cNvSpPr>
          <p:nvPr>
            <p:ph type="sldNum" sz="quarter" idx="12"/>
          </p:nvPr>
        </p:nvSpPr>
        <p:spPr/>
        <p:txBody>
          <a:bodyPr/>
          <a:lstStyle>
            <a:lvl1pPr>
              <a:defRPr/>
            </a:lvl1pPr>
          </a:lstStyle>
          <a:p>
            <a:pPr>
              <a:defRPr/>
            </a:pPr>
            <a:fld id="{D234FE9F-BC72-6D48-BC0F-C35905540DF3}" type="slidenum">
              <a:rPr lang="zh-CN" altLang="en-US"/>
              <a:pPr>
                <a:defRPr/>
              </a:pPr>
              <a:t>‹#›</a:t>
            </a:fld>
            <a:endParaRPr lang="zh-CN" altLang="en-US"/>
          </a:p>
        </p:txBody>
      </p:sp>
    </p:spTree>
    <p:extLst>
      <p:ext uri="{BB962C8B-B14F-4D97-AF65-F5344CB8AC3E}">
        <p14:creationId xmlns:p14="http://schemas.microsoft.com/office/powerpoint/2010/main" val="2748449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D36AE60-AB7F-EBAB-1F44-3CE90AE145A5}"/>
              </a:ext>
            </a:extLst>
          </p:cNvPr>
          <p:cNvSpPr>
            <a:spLocks noGrp="1"/>
          </p:cNvSpPr>
          <p:nvPr>
            <p:ph type="dt" sz="half" idx="10"/>
          </p:nvPr>
        </p:nvSpPr>
        <p:spPr/>
        <p:txBody>
          <a:bodyPr/>
          <a:lstStyle>
            <a:lvl1pPr>
              <a:defRPr/>
            </a:lvl1pPr>
          </a:lstStyle>
          <a:p>
            <a:pPr>
              <a:defRPr/>
            </a:pPr>
            <a:fld id="{B3F56D3B-0939-0A40-A397-D7CA39A1D6CC}"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386E3306-463F-2F89-C46D-5D4EB2DBB62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44C4A81-B639-325B-BCBA-E1DBB87E40E9}"/>
              </a:ext>
            </a:extLst>
          </p:cNvPr>
          <p:cNvSpPr>
            <a:spLocks noGrp="1"/>
          </p:cNvSpPr>
          <p:nvPr>
            <p:ph type="sldNum" sz="quarter" idx="12"/>
          </p:nvPr>
        </p:nvSpPr>
        <p:spPr/>
        <p:txBody>
          <a:bodyPr/>
          <a:lstStyle>
            <a:lvl1pPr>
              <a:defRPr/>
            </a:lvl1pPr>
          </a:lstStyle>
          <a:p>
            <a:pPr>
              <a:defRPr/>
            </a:pPr>
            <a:fld id="{3A9C2246-60ED-5449-8714-51A2134D10AA}" type="slidenum">
              <a:rPr lang="zh-CN" altLang="en-US"/>
              <a:pPr>
                <a:defRPr/>
              </a:pPr>
              <a:t>‹#›</a:t>
            </a:fld>
            <a:endParaRPr lang="zh-CN" altLang="en-US"/>
          </a:p>
        </p:txBody>
      </p:sp>
    </p:spTree>
    <p:extLst>
      <p:ext uri="{BB962C8B-B14F-4D97-AF65-F5344CB8AC3E}">
        <p14:creationId xmlns:p14="http://schemas.microsoft.com/office/powerpoint/2010/main" val="1563803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AD096D5A-C082-B6DA-F7ED-6E1DD9C61F15}"/>
              </a:ext>
            </a:extLst>
          </p:cNvPr>
          <p:cNvSpPr>
            <a:spLocks noGrp="1"/>
          </p:cNvSpPr>
          <p:nvPr>
            <p:ph type="dt" sz="half" idx="10"/>
          </p:nvPr>
        </p:nvSpPr>
        <p:spPr/>
        <p:txBody>
          <a:bodyPr/>
          <a:lstStyle>
            <a:lvl1pPr>
              <a:defRPr/>
            </a:lvl1pPr>
          </a:lstStyle>
          <a:p>
            <a:pPr>
              <a:defRPr/>
            </a:pPr>
            <a:fld id="{3F273E99-F7BB-294F-9323-5CAA41CACD67}" type="datetime1">
              <a:rPr lang="en-US" altLang="zh-CN"/>
              <a:pPr>
                <a:defRPr/>
              </a:pPr>
              <a:t>1/22/2026</a:t>
            </a:fld>
            <a:endParaRPr lang="zh-CN" altLang="en-US"/>
          </a:p>
        </p:txBody>
      </p:sp>
      <p:sp>
        <p:nvSpPr>
          <p:cNvPr id="6" name="页脚占位符 4">
            <a:extLst>
              <a:ext uri="{FF2B5EF4-FFF2-40B4-BE49-F238E27FC236}">
                <a16:creationId xmlns:a16="http://schemas.microsoft.com/office/drawing/2014/main" id="{4CCB9F30-A375-3C0D-2D09-282B6B1845D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6549EE29-AA71-CF2A-1440-F1FE496326C4}"/>
              </a:ext>
            </a:extLst>
          </p:cNvPr>
          <p:cNvSpPr>
            <a:spLocks noGrp="1"/>
          </p:cNvSpPr>
          <p:nvPr>
            <p:ph type="sldNum" sz="quarter" idx="12"/>
          </p:nvPr>
        </p:nvSpPr>
        <p:spPr/>
        <p:txBody>
          <a:bodyPr/>
          <a:lstStyle>
            <a:lvl1pPr>
              <a:defRPr/>
            </a:lvl1pPr>
          </a:lstStyle>
          <a:p>
            <a:pPr>
              <a:defRPr/>
            </a:pPr>
            <a:fld id="{8F0A01F0-03E0-294C-B0AB-F28044CC9976}" type="slidenum">
              <a:rPr lang="zh-CN" altLang="en-US"/>
              <a:pPr>
                <a:defRPr/>
              </a:pPr>
              <a:t>‹#›</a:t>
            </a:fld>
            <a:endParaRPr lang="zh-CN" altLang="en-US"/>
          </a:p>
        </p:txBody>
      </p:sp>
    </p:spTree>
    <p:extLst>
      <p:ext uri="{BB962C8B-B14F-4D97-AF65-F5344CB8AC3E}">
        <p14:creationId xmlns:p14="http://schemas.microsoft.com/office/powerpoint/2010/main" val="2472483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D3BFD23C-3BB0-5EE2-BC4B-E854F67316B0}"/>
              </a:ext>
            </a:extLst>
          </p:cNvPr>
          <p:cNvSpPr>
            <a:spLocks noGrp="1"/>
          </p:cNvSpPr>
          <p:nvPr>
            <p:ph type="dt" sz="half" idx="10"/>
          </p:nvPr>
        </p:nvSpPr>
        <p:spPr/>
        <p:txBody>
          <a:bodyPr/>
          <a:lstStyle>
            <a:lvl1pPr>
              <a:defRPr/>
            </a:lvl1pPr>
          </a:lstStyle>
          <a:p>
            <a:pPr>
              <a:defRPr/>
            </a:pPr>
            <a:fld id="{B10DC768-8E37-264B-8383-E25E6CDACACC}" type="datetime1">
              <a:rPr lang="en-US" altLang="zh-CN"/>
              <a:pPr>
                <a:defRPr/>
              </a:pPr>
              <a:t>1/22/2026</a:t>
            </a:fld>
            <a:endParaRPr lang="zh-CN" altLang="en-US"/>
          </a:p>
        </p:txBody>
      </p:sp>
      <p:sp>
        <p:nvSpPr>
          <p:cNvPr id="8" name="页脚占位符 4">
            <a:extLst>
              <a:ext uri="{FF2B5EF4-FFF2-40B4-BE49-F238E27FC236}">
                <a16:creationId xmlns:a16="http://schemas.microsoft.com/office/drawing/2014/main" id="{4BE64E92-44C8-1713-A159-375A97709D6B}"/>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69DBA4AD-B35C-154E-B93B-900074E0471F}"/>
              </a:ext>
            </a:extLst>
          </p:cNvPr>
          <p:cNvSpPr>
            <a:spLocks noGrp="1"/>
          </p:cNvSpPr>
          <p:nvPr>
            <p:ph type="sldNum" sz="quarter" idx="12"/>
          </p:nvPr>
        </p:nvSpPr>
        <p:spPr/>
        <p:txBody>
          <a:bodyPr/>
          <a:lstStyle>
            <a:lvl1pPr>
              <a:defRPr/>
            </a:lvl1pPr>
          </a:lstStyle>
          <a:p>
            <a:pPr>
              <a:defRPr/>
            </a:pPr>
            <a:fld id="{847C747A-FEF3-E545-9D85-15652B225973}" type="slidenum">
              <a:rPr lang="zh-CN" altLang="en-US"/>
              <a:pPr>
                <a:defRPr/>
              </a:pPr>
              <a:t>‹#›</a:t>
            </a:fld>
            <a:endParaRPr lang="zh-CN" altLang="en-US"/>
          </a:p>
        </p:txBody>
      </p:sp>
    </p:spTree>
    <p:extLst>
      <p:ext uri="{BB962C8B-B14F-4D97-AF65-F5344CB8AC3E}">
        <p14:creationId xmlns:p14="http://schemas.microsoft.com/office/powerpoint/2010/main" val="2981724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90369CD1-0A53-AEBA-9A3C-55FEEFD2DFBB}"/>
              </a:ext>
            </a:extLst>
          </p:cNvPr>
          <p:cNvSpPr>
            <a:spLocks noGrp="1"/>
          </p:cNvSpPr>
          <p:nvPr>
            <p:ph type="dt" sz="half" idx="10"/>
          </p:nvPr>
        </p:nvSpPr>
        <p:spPr/>
        <p:txBody>
          <a:bodyPr/>
          <a:lstStyle>
            <a:lvl1pPr>
              <a:defRPr/>
            </a:lvl1pPr>
          </a:lstStyle>
          <a:p>
            <a:pPr>
              <a:defRPr/>
            </a:pPr>
            <a:fld id="{D78E6448-6724-2F47-8131-F61C406EF677}" type="datetime1">
              <a:rPr lang="en-US" altLang="zh-CN"/>
              <a:pPr>
                <a:defRPr/>
              </a:pPr>
              <a:t>1/22/2026</a:t>
            </a:fld>
            <a:endParaRPr lang="zh-CN" altLang="en-US"/>
          </a:p>
        </p:txBody>
      </p:sp>
      <p:sp>
        <p:nvSpPr>
          <p:cNvPr id="4" name="页脚占位符 4">
            <a:extLst>
              <a:ext uri="{FF2B5EF4-FFF2-40B4-BE49-F238E27FC236}">
                <a16:creationId xmlns:a16="http://schemas.microsoft.com/office/drawing/2014/main" id="{40941403-0788-B364-CA1F-C245FDB7740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37BE1C6B-00AF-64F2-BD7D-11F81DDA4A09}"/>
              </a:ext>
            </a:extLst>
          </p:cNvPr>
          <p:cNvSpPr>
            <a:spLocks noGrp="1"/>
          </p:cNvSpPr>
          <p:nvPr>
            <p:ph type="sldNum" sz="quarter" idx="12"/>
          </p:nvPr>
        </p:nvSpPr>
        <p:spPr/>
        <p:txBody>
          <a:bodyPr/>
          <a:lstStyle>
            <a:lvl1pPr>
              <a:defRPr/>
            </a:lvl1pPr>
          </a:lstStyle>
          <a:p>
            <a:pPr>
              <a:defRPr/>
            </a:pPr>
            <a:fld id="{25C847A9-F4BA-5A41-BE40-45CA94360926}" type="slidenum">
              <a:rPr lang="zh-CN" altLang="en-US"/>
              <a:pPr>
                <a:defRPr/>
              </a:pPr>
              <a:t>‹#›</a:t>
            </a:fld>
            <a:endParaRPr lang="zh-CN" altLang="en-US"/>
          </a:p>
        </p:txBody>
      </p:sp>
    </p:spTree>
    <p:extLst>
      <p:ext uri="{BB962C8B-B14F-4D97-AF65-F5344CB8AC3E}">
        <p14:creationId xmlns:p14="http://schemas.microsoft.com/office/powerpoint/2010/main" val="27812587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8B21EF4-2921-44E4-2642-E6E4CDF80231}"/>
              </a:ext>
            </a:extLst>
          </p:cNvPr>
          <p:cNvSpPr>
            <a:spLocks noGrp="1"/>
          </p:cNvSpPr>
          <p:nvPr>
            <p:ph type="dt" sz="half" idx="10"/>
          </p:nvPr>
        </p:nvSpPr>
        <p:spPr/>
        <p:txBody>
          <a:bodyPr/>
          <a:lstStyle>
            <a:lvl1pPr>
              <a:defRPr/>
            </a:lvl1pPr>
          </a:lstStyle>
          <a:p>
            <a:pPr>
              <a:defRPr/>
            </a:pPr>
            <a:fld id="{901605E6-91BB-9347-AFA7-6D641B2511C9}" type="datetime1">
              <a:rPr lang="en-US" altLang="zh-CN"/>
              <a:pPr>
                <a:defRPr/>
              </a:pPr>
              <a:t>1/22/2026</a:t>
            </a:fld>
            <a:endParaRPr lang="zh-CN" altLang="en-US"/>
          </a:p>
        </p:txBody>
      </p:sp>
      <p:sp>
        <p:nvSpPr>
          <p:cNvPr id="3" name="页脚占位符 4">
            <a:extLst>
              <a:ext uri="{FF2B5EF4-FFF2-40B4-BE49-F238E27FC236}">
                <a16:creationId xmlns:a16="http://schemas.microsoft.com/office/drawing/2014/main" id="{9A9C82D8-A9E0-0351-80D1-6D6A9C7FED1B}"/>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A3EF2818-2F1B-2BC1-9A3C-DB16229F6CD5}"/>
              </a:ext>
            </a:extLst>
          </p:cNvPr>
          <p:cNvSpPr>
            <a:spLocks noGrp="1"/>
          </p:cNvSpPr>
          <p:nvPr>
            <p:ph type="sldNum" sz="quarter" idx="12"/>
          </p:nvPr>
        </p:nvSpPr>
        <p:spPr/>
        <p:txBody>
          <a:bodyPr/>
          <a:lstStyle>
            <a:lvl1pPr>
              <a:defRPr/>
            </a:lvl1pPr>
          </a:lstStyle>
          <a:p>
            <a:pPr>
              <a:defRPr/>
            </a:pPr>
            <a:fld id="{01DC0800-B771-FE4D-A178-3C3124CDE615}" type="slidenum">
              <a:rPr lang="zh-CN" altLang="en-US"/>
              <a:pPr>
                <a:defRPr/>
              </a:pPr>
              <a:t>‹#›</a:t>
            </a:fld>
            <a:endParaRPr lang="zh-CN" altLang="en-US"/>
          </a:p>
        </p:txBody>
      </p:sp>
    </p:spTree>
    <p:extLst>
      <p:ext uri="{BB962C8B-B14F-4D97-AF65-F5344CB8AC3E}">
        <p14:creationId xmlns:p14="http://schemas.microsoft.com/office/powerpoint/2010/main" val="1044439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94079974-B60A-93D2-B8BC-AD38731ABBE7}"/>
              </a:ext>
            </a:extLst>
          </p:cNvPr>
          <p:cNvSpPr>
            <a:spLocks noGrp="1"/>
          </p:cNvSpPr>
          <p:nvPr>
            <p:ph type="dt" sz="half" idx="10"/>
          </p:nvPr>
        </p:nvSpPr>
        <p:spPr/>
        <p:txBody>
          <a:bodyPr/>
          <a:lstStyle>
            <a:lvl1pPr>
              <a:defRPr/>
            </a:lvl1pPr>
          </a:lstStyle>
          <a:p>
            <a:pPr>
              <a:defRPr/>
            </a:pPr>
            <a:fld id="{4BD62168-F6E8-9A4F-96B2-79694EE77158}" type="datetime1">
              <a:rPr lang="en-US" altLang="zh-CN"/>
              <a:pPr>
                <a:defRPr/>
              </a:pPr>
              <a:t>1/22/2026</a:t>
            </a:fld>
            <a:endParaRPr lang="zh-CN" altLang="en-US"/>
          </a:p>
        </p:txBody>
      </p:sp>
      <p:sp>
        <p:nvSpPr>
          <p:cNvPr id="6" name="页脚占位符 4">
            <a:extLst>
              <a:ext uri="{FF2B5EF4-FFF2-40B4-BE49-F238E27FC236}">
                <a16:creationId xmlns:a16="http://schemas.microsoft.com/office/drawing/2014/main" id="{E9FF8092-73D5-502E-A3D9-0265E5D58EBC}"/>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67679094-C374-088F-EA54-B7B709CDA994}"/>
              </a:ext>
            </a:extLst>
          </p:cNvPr>
          <p:cNvSpPr>
            <a:spLocks noGrp="1"/>
          </p:cNvSpPr>
          <p:nvPr>
            <p:ph type="sldNum" sz="quarter" idx="12"/>
          </p:nvPr>
        </p:nvSpPr>
        <p:spPr/>
        <p:txBody>
          <a:bodyPr/>
          <a:lstStyle>
            <a:lvl1pPr>
              <a:defRPr/>
            </a:lvl1pPr>
          </a:lstStyle>
          <a:p>
            <a:pPr>
              <a:defRPr/>
            </a:pPr>
            <a:fld id="{22614FF7-3A4E-B143-BAA2-5D657017A91F}" type="slidenum">
              <a:rPr lang="zh-CN" altLang="en-US"/>
              <a:pPr>
                <a:defRPr/>
              </a:pPr>
              <a:t>‹#›</a:t>
            </a:fld>
            <a:endParaRPr lang="zh-CN" altLang="en-US"/>
          </a:p>
        </p:txBody>
      </p:sp>
    </p:spTree>
    <p:extLst>
      <p:ext uri="{BB962C8B-B14F-4D97-AF65-F5344CB8AC3E}">
        <p14:creationId xmlns:p14="http://schemas.microsoft.com/office/powerpoint/2010/main" val="24438240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25423D6-4FB1-FFDE-01A5-17E68D21486E}"/>
              </a:ext>
            </a:extLst>
          </p:cNvPr>
          <p:cNvSpPr>
            <a:spLocks noGrp="1"/>
          </p:cNvSpPr>
          <p:nvPr>
            <p:ph type="dt" sz="half" idx="10"/>
          </p:nvPr>
        </p:nvSpPr>
        <p:spPr/>
        <p:txBody>
          <a:bodyPr/>
          <a:lstStyle>
            <a:lvl1pPr>
              <a:defRPr/>
            </a:lvl1pPr>
          </a:lstStyle>
          <a:p>
            <a:pPr>
              <a:defRPr/>
            </a:pPr>
            <a:fld id="{796F0178-D64D-2B4B-848D-C0494BBE931F}" type="datetime1">
              <a:rPr lang="en-US" altLang="zh-CN"/>
              <a:pPr>
                <a:defRPr/>
              </a:pPr>
              <a:t>1/22/2026</a:t>
            </a:fld>
            <a:endParaRPr lang="zh-CN" altLang="en-US"/>
          </a:p>
        </p:txBody>
      </p:sp>
      <p:sp>
        <p:nvSpPr>
          <p:cNvPr id="6" name="页脚占位符 4">
            <a:extLst>
              <a:ext uri="{FF2B5EF4-FFF2-40B4-BE49-F238E27FC236}">
                <a16:creationId xmlns:a16="http://schemas.microsoft.com/office/drawing/2014/main" id="{66180580-06DF-67CF-5122-E95E53EA5BD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65ADC869-5DEE-40C3-0273-27BE752C8716}"/>
              </a:ext>
            </a:extLst>
          </p:cNvPr>
          <p:cNvSpPr>
            <a:spLocks noGrp="1"/>
          </p:cNvSpPr>
          <p:nvPr>
            <p:ph type="sldNum" sz="quarter" idx="12"/>
          </p:nvPr>
        </p:nvSpPr>
        <p:spPr/>
        <p:txBody>
          <a:bodyPr/>
          <a:lstStyle>
            <a:lvl1pPr>
              <a:defRPr/>
            </a:lvl1pPr>
          </a:lstStyle>
          <a:p>
            <a:pPr>
              <a:defRPr/>
            </a:pPr>
            <a:fld id="{1506918E-0864-2F45-A335-33C67B5AB0BF}" type="slidenum">
              <a:rPr lang="zh-CN" altLang="en-US"/>
              <a:pPr>
                <a:defRPr/>
              </a:pPr>
              <a:t>‹#›</a:t>
            </a:fld>
            <a:endParaRPr lang="zh-CN" altLang="en-US"/>
          </a:p>
        </p:txBody>
      </p:sp>
    </p:spTree>
    <p:extLst>
      <p:ext uri="{BB962C8B-B14F-4D97-AF65-F5344CB8AC3E}">
        <p14:creationId xmlns:p14="http://schemas.microsoft.com/office/powerpoint/2010/main" val="3262514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DBEE87C-34E9-FAD3-A036-E5C7E17BA50F}"/>
              </a:ext>
            </a:extLst>
          </p:cNvPr>
          <p:cNvSpPr>
            <a:spLocks noGrp="1"/>
          </p:cNvSpPr>
          <p:nvPr>
            <p:ph type="dt" sz="half" idx="10"/>
          </p:nvPr>
        </p:nvSpPr>
        <p:spPr/>
        <p:txBody>
          <a:bodyPr/>
          <a:lstStyle>
            <a:lvl1pPr>
              <a:defRPr/>
            </a:lvl1pPr>
          </a:lstStyle>
          <a:p>
            <a:pPr>
              <a:defRPr/>
            </a:pPr>
            <a:fld id="{CA187870-ABD7-B74B-B79E-A9B64B188617}"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249F5896-986E-D936-7D78-3DF1C089910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8661A7D1-96E6-92C3-5F0E-79B655AA6698}"/>
              </a:ext>
            </a:extLst>
          </p:cNvPr>
          <p:cNvSpPr>
            <a:spLocks noGrp="1"/>
          </p:cNvSpPr>
          <p:nvPr>
            <p:ph type="sldNum" sz="quarter" idx="12"/>
          </p:nvPr>
        </p:nvSpPr>
        <p:spPr/>
        <p:txBody>
          <a:bodyPr/>
          <a:lstStyle>
            <a:lvl1pPr>
              <a:defRPr/>
            </a:lvl1pPr>
          </a:lstStyle>
          <a:p>
            <a:pPr>
              <a:defRPr/>
            </a:pPr>
            <a:fld id="{84DA25B7-4C84-8B49-970F-2728B39637CB}" type="slidenum">
              <a:rPr lang="zh-CN" altLang="en-US"/>
              <a:pPr>
                <a:defRPr/>
              </a:pPr>
              <a:t>‹#›</a:t>
            </a:fld>
            <a:endParaRPr lang="zh-CN" altLang="en-US"/>
          </a:p>
        </p:txBody>
      </p:sp>
    </p:spTree>
    <p:extLst>
      <p:ext uri="{BB962C8B-B14F-4D97-AF65-F5344CB8AC3E}">
        <p14:creationId xmlns:p14="http://schemas.microsoft.com/office/powerpoint/2010/main" val="2676498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379AAE8-A3EE-2A16-6539-6C188642D853}"/>
              </a:ext>
            </a:extLst>
          </p:cNvPr>
          <p:cNvSpPr>
            <a:spLocks noGrp="1"/>
          </p:cNvSpPr>
          <p:nvPr>
            <p:ph type="dt" sz="half" idx="10"/>
          </p:nvPr>
        </p:nvSpPr>
        <p:spPr/>
        <p:txBody>
          <a:bodyPr/>
          <a:lstStyle>
            <a:lvl1pPr>
              <a:defRPr/>
            </a:lvl1pPr>
          </a:lstStyle>
          <a:p>
            <a:pPr>
              <a:defRPr/>
            </a:pPr>
            <a:fld id="{DAFD1001-F2A2-AB46-8609-E820C0433912}"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63598ECA-C977-E855-726F-0630756BD66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C2731B4-3CDE-6A4D-0FB3-A97E23BC8FD5}"/>
              </a:ext>
            </a:extLst>
          </p:cNvPr>
          <p:cNvSpPr>
            <a:spLocks noGrp="1"/>
          </p:cNvSpPr>
          <p:nvPr>
            <p:ph type="sldNum" sz="quarter" idx="12"/>
          </p:nvPr>
        </p:nvSpPr>
        <p:spPr/>
        <p:txBody>
          <a:bodyPr/>
          <a:lstStyle>
            <a:lvl1pPr>
              <a:defRPr/>
            </a:lvl1pPr>
          </a:lstStyle>
          <a:p>
            <a:pPr>
              <a:defRPr/>
            </a:pPr>
            <a:fld id="{7DA22BD2-66C1-A949-86CC-E3D333647C9D}" type="slidenum">
              <a:rPr lang="zh-CN" altLang="en-US"/>
              <a:pPr>
                <a:defRPr/>
              </a:pPr>
              <a:t>‹#›</a:t>
            </a:fld>
            <a:endParaRPr lang="zh-CN" altLang="en-US"/>
          </a:p>
        </p:txBody>
      </p:sp>
    </p:spTree>
    <p:extLst>
      <p:ext uri="{BB962C8B-B14F-4D97-AF65-F5344CB8AC3E}">
        <p14:creationId xmlns:p14="http://schemas.microsoft.com/office/powerpoint/2010/main" val="32708689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a:extLst>
              <a:ext uri="{FF2B5EF4-FFF2-40B4-BE49-F238E27FC236}">
                <a16:creationId xmlns:a16="http://schemas.microsoft.com/office/drawing/2014/main" id="{7B4F8B3A-188F-8C53-9608-EEDDE737EAAA}"/>
              </a:ext>
            </a:extLst>
          </p:cNvPr>
          <p:cNvSpPr>
            <a:spLocks noGrp="1" noChangeArrowheads="1"/>
          </p:cNvSpPr>
          <p:nvPr>
            <p:ph type="sldNum" sz="quarter" idx="10"/>
          </p:nvPr>
        </p:nvSpPr>
        <p:spPr>
          <a:ln/>
        </p:spPr>
        <p:txBody>
          <a:bodyPr/>
          <a:lstStyle>
            <a:lvl1pPr>
              <a:defRPr/>
            </a:lvl1pPr>
          </a:lstStyle>
          <a:p>
            <a:pPr>
              <a:defRPr/>
            </a:pPr>
            <a:fld id="{094F0E88-8A55-EE44-B687-90F85FC884EE}" type="slidenum">
              <a:rPr lang="en-US" altLang="zh-CN"/>
              <a:pPr>
                <a:defRPr/>
              </a:pPr>
              <a:t>‹#›</a:t>
            </a:fld>
            <a:endParaRPr lang="en-US" altLang="zh-CN"/>
          </a:p>
        </p:txBody>
      </p:sp>
    </p:spTree>
    <p:extLst>
      <p:ext uri="{BB962C8B-B14F-4D97-AF65-F5344CB8AC3E}">
        <p14:creationId xmlns:p14="http://schemas.microsoft.com/office/powerpoint/2010/main" val="725253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10464800" cy="890587"/>
          </a:xfrm>
        </p:spPr>
        <p:txBody>
          <a:bodyPr/>
          <a:lstStyle>
            <a:lvl1pPr>
              <a:defRPr>
                <a:solidFill>
                  <a:srgbClr val="002060"/>
                </a:solidFill>
                <a:effectLst/>
              </a:defRPr>
            </a:lvl1pPr>
          </a:lstStyle>
          <a:p>
            <a:r>
              <a:rPr lang="en-US" dirty="0"/>
              <a:t>Click to edit Master title style</a:t>
            </a:r>
          </a:p>
        </p:txBody>
      </p:sp>
      <p:sp>
        <p:nvSpPr>
          <p:cNvPr id="3" name="Content Placeholder 2"/>
          <p:cNvSpPr>
            <a:spLocks noGrp="1"/>
          </p:cNvSpPr>
          <p:nvPr>
            <p:ph idx="1"/>
          </p:nvPr>
        </p:nvSpPr>
        <p:spPr>
          <a:xfrm>
            <a:off x="812800" y="1623966"/>
            <a:ext cx="10464800" cy="4443460"/>
          </a:xfrm>
        </p:spPr>
        <p:txBody>
          <a:bodyPr/>
          <a:lstStyle>
            <a:lvl1pPr>
              <a:buFont typeface="Wingdings" pitchFamily="2" charset="2"/>
              <a:buChar char="u"/>
              <a:defRPr>
                <a:solidFill>
                  <a:schemeClr val="tx2">
                    <a:lumMod val="75000"/>
                  </a:schemeClr>
                </a:solidFill>
              </a:defRPr>
            </a:lvl1pPr>
            <a:lvl2pPr>
              <a:buFont typeface="Wingdings" pitchFamily="2" charset="2"/>
              <a:buChar char="Ø"/>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a:extLst>
              <a:ext uri="{FF2B5EF4-FFF2-40B4-BE49-F238E27FC236}">
                <a16:creationId xmlns:a16="http://schemas.microsoft.com/office/drawing/2014/main" id="{06E14BD4-719B-326A-D0C7-51946B61E15F}"/>
              </a:ext>
            </a:extLst>
          </p:cNvPr>
          <p:cNvSpPr>
            <a:spLocks noGrp="1" noChangeArrowheads="1"/>
          </p:cNvSpPr>
          <p:nvPr>
            <p:ph type="sldNum" sz="quarter" idx="10"/>
          </p:nvPr>
        </p:nvSpPr>
        <p:spPr>
          <a:ln/>
        </p:spPr>
        <p:txBody>
          <a:bodyPr/>
          <a:lstStyle>
            <a:lvl1pPr>
              <a:defRPr/>
            </a:lvl1pPr>
          </a:lstStyle>
          <a:p>
            <a:pPr>
              <a:defRPr/>
            </a:pPr>
            <a:fld id="{7F126867-5A99-D04B-95C3-61A70660A259}" type="slidenum">
              <a:rPr lang="en-US" altLang="zh-CN"/>
              <a:pPr>
                <a:defRPr/>
              </a:pPr>
              <a:t>‹#›</a:t>
            </a:fld>
            <a:endParaRPr lang="en-US" altLang="zh-CN"/>
          </a:p>
        </p:txBody>
      </p:sp>
    </p:spTree>
    <p:extLst>
      <p:ext uri="{BB962C8B-B14F-4D97-AF65-F5344CB8AC3E}">
        <p14:creationId xmlns:p14="http://schemas.microsoft.com/office/powerpoint/2010/main" val="30783022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268A835B-4F91-7363-93E1-7E1DA323BFF4}"/>
              </a:ext>
            </a:extLst>
          </p:cNvPr>
          <p:cNvSpPr>
            <a:spLocks noGrp="1" noChangeArrowheads="1"/>
          </p:cNvSpPr>
          <p:nvPr>
            <p:ph type="sldNum" sz="quarter" idx="10"/>
          </p:nvPr>
        </p:nvSpPr>
        <p:spPr>
          <a:ln/>
        </p:spPr>
        <p:txBody>
          <a:bodyPr/>
          <a:lstStyle>
            <a:lvl1pPr>
              <a:defRPr/>
            </a:lvl1pPr>
          </a:lstStyle>
          <a:p>
            <a:pPr>
              <a:defRPr/>
            </a:pPr>
            <a:fld id="{F7B289E6-1197-9446-A971-4430C44D4B4D}" type="slidenum">
              <a:rPr lang="en-US" altLang="zh-CN"/>
              <a:pPr>
                <a:defRPr/>
              </a:pPr>
              <a:t>‹#›</a:t>
            </a:fld>
            <a:endParaRPr lang="en-US" altLang="zh-CN"/>
          </a:p>
        </p:txBody>
      </p:sp>
    </p:spTree>
    <p:extLst>
      <p:ext uri="{BB962C8B-B14F-4D97-AF65-F5344CB8AC3E}">
        <p14:creationId xmlns:p14="http://schemas.microsoft.com/office/powerpoint/2010/main" val="2748487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76401"/>
            <a:ext cx="51308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676401"/>
            <a:ext cx="51308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3C9305D6-A97B-BC1A-E8A4-2CAC756525D8}"/>
              </a:ext>
            </a:extLst>
          </p:cNvPr>
          <p:cNvSpPr>
            <a:spLocks noGrp="1" noChangeArrowheads="1"/>
          </p:cNvSpPr>
          <p:nvPr>
            <p:ph type="sldNum" sz="quarter" idx="10"/>
          </p:nvPr>
        </p:nvSpPr>
        <p:spPr>
          <a:ln/>
        </p:spPr>
        <p:txBody>
          <a:bodyPr/>
          <a:lstStyle>
            <a:lvl1pPr>
              <a:defRPr/>
            </a:lvl1pPr>
          </a:lstStyle>
          <a:p>
            <a:pPr>
              <a:defRPr/>
            </a:pPr>
            <a:fld id="{97B40AD8-766B-8042-A4E3-8C39EF1EAB69}" type="slidenum">
              <a:rPr lang="en-US" altLang="zh-CN"/>
              <a:pPr>
                <a:defRPr/>
              </a:pPr>
              <a:t>‹#›</a:t>
            </a:fld>
            <a:endParaRPr lang="en-US" altLang="zh-CN"/>
          </a:p>
        </p:txBody>
      </p:sp>
    </p:spTree>
    <p:extLst>
      <p:ext uri="{BB962C8B-B14F-4D97-AF65-F5344CB8AC3E}">
        <p14:creationId xmlns:p14="http://schemas.microsoft.com/office/powerpoint/2010/main" val="14151473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ADDB0D5-47C8-8D78-3748-3EC6BCBAE21E}"/>
              </a:ext>
            </a:extLst>
          </p:cNvPr>
          <p:cNvSpPr>
            <a:spLocks noGrp="1" noChangeArrowheads="1"/>
          </p:cNvSpPr>
          <p:nvPr>
            <p:ph type="sldNum" sz="quarter" idx="10"/>
          </p:nvPr>
        </p:nvSpPr>
        <p:spPr>
          <a:ln/>
        </p:spPr>
        <p:txBody>
          <a:bodyPr/>
          <a:lstStyle>
            <a:lvl1pPr>
              <a:defRPr/>
            </a:lvl1pPr>
          </a:lstStyle>
          <a:p>
            <a:pPr>
              <a:defRPr/>
            </a:pPr>
            <a:fld id="{CC9EE8C5-0828-0146-99D8-8D062909C6C4}" type="slidenum">
              <a:rPr lang="en-US" altLang="zh-CN"/>
              <a:pPr>
                <a:defRPr/>
              </a:pPr>
              <a:t>‹#›</a:t>
            </a:fld>
            <a:endParaRPr lang="en-US" altLang="zh-CN"/>
          </a:p>
        </p:txBody>
      </p:sp>
    </p:spTree>
    <p:extLst>
      <p:ext uri="{BB962C8B-B14F-4D97-AF65-F5344CB8AC3E}">
        <p14:creationId xmlns:p14="http://schemas.microsoft.com/office/powerpoint/2010/main" val="9646578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CBDBBD49-7714-A0E9-6E44-759E8A902E08}"/>
              </a:ext>
            </a:extLst>
          </p:cNvPr>
          <p:cNvSpPr>
            <a:spLocks noGrp="1" noChangeArrowheads="1"/>
          </p:cNvSpPr>
          <p:nvPr>
            <p:ph type="sldNum" sz="quarter" idx="10"/>
          </p:nvPr>
        </p:nvSpPr>
        <p:spPr>
          <a:ln/>
        </p:spPr>
        <p:txBody>
          <a:bodyPr/>
          <a:lstStyle>
            <a:lvl1pPr>
              <a:defRPr/>
            </a:lvl1pPr>
          </a:lstStyle>
          <a:p>
            <a:pPr>
              <a:defRPr/>
            </a:pPr>
            <a:fld id="{D941F502-B41A-CA46-A889-7F4410A05CD0}" type="slidenum">
              <a:rPr lang="en-US" altLang="zh-CN"/>
              <a:pPr>
                <a:defRPr/>
              </a:pPr>
              <a:t>‹#›</a:t>
            </a:fld>
            <a:endParaRPr lang="en-US" altLang="zh-CN"/>
          </a:p>
        </p:txBody>
      </p:sp>
    </p:spTree>
    <p:extLst>
      <p:ext uri="{BB962C8B-B14F-4D97-AF65-F5344CB8AC3E}">
        <p14:creationId xmlns:p14="http://schemas.microsoft.com/office/powerpoint/2010/main" val="29698385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BAB30A48-E74B-6D29-61A9-83AFEA87D97F}"/>
              </a:ext>
            </a:extLst>
          </p:cNvPr>
          <p:cNvSpPr>
            <a:spLocks noGrp="1" noChangeArrowheads="1"/>
          </p:cNvSpPr>
          <p:nvPr>
            <p:ph type="sldNum" sz="quarter" idx="10"/>
          </p:nvPr>
        </p:nvSpPr>
        <p:spPr>
          <a:ln/>
        </p:spPr>
        <p:txBody>
          <a:bodyPr/>
          <a:lstStyle>
            <a:lvl1pPr>
              <a:defRPr/>
            </a:lvl1pPr>
          </a:lstStyle>
          <a:p>
            <a:pPr>
              <a:defRPr/>
            </a:pPr>
            <a:fld id="{9F581FA0-8273-354B-A5E3-8BB061DC78D6}" type="slidenum">
              <a:rPr lang="en-US" altLang="zh-CN"/>
              <a:pPr>
                <a:defRPr/>
              </a:pPr>
              <a:t>‹#›</a:t>
            </a:fld>
            <a:endParaRPr lang="en-US" altLang="zh-CN"/>
          </a:p>
        </p:txBody>
      </p:sp>
    </p:spTree>
    <p:extLst>
      <p:ext uri="{BB962C8B-B14F-4D97-AF65-F5344CB8AC3E}">
        <p14:creationId xmlns:p14="http://schemas.microsoft.com/office/powerpoint/2010/main" val="10214249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011B4C00-3FCB-9EB2-3119-5A06EE7394CF}"/>
              </a:ext>
            </a:extLst>
          </p:cNvPr>
          <p:cNvSpPr>
            <a:spLocks noGrp="1" noChangeArrowheads="1"/>
          </p:cNvSpPr>
          <p:nvPr>
            <p:ph type="sldNum" sz="quarter" idx="10"/>
          </p:nvPr>
        </p:nvSpPr>
        <p:spPr>
          <a:ln/>
        </p:spPr>
        <p:txBody>
          <a:bodyPr/>
          <a:lstStyle>
            <a:lvl1pPr>
              <a:defRPr/>
            </a:lvl1pPr>
          </a:lstStyle>
          <a:p>
            <a:pPr>
              <a:defRPr/>
            </a:pPr>
            <a:fld id="{DE370FC2-1DD6-424B-BFB0-DB608F3E2A87}" type="slidenum">
              <a:rPr lang="en-US" altLang="zh-CN"/>
              <a:pPr>
                <a:defRPr/>
              </a:pPr>
              <a:t>‹#›</a:t>
            </a:fld>
            <a:endParaRPr lang="en-US" altLang="zh-CN"/>
          </a:p>
        </p:txBody>
      </p:sp>
    </p:spTree>
    <p:extLst>
      <p:ext uri="{BB962C8B-B14F-4D97-AF65-F5344CB8AC3E}">
        <p14:creationId xmlns:p14="http://schemas.microsoft.com/office/powerpoint/2010/main" val="7524845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35D86299-528A-5E44-6A0C-2C871B42B7D3}"/>
              </a:ext>
            </a:extLst>
          </p:cNvPr>
          <p:cNvSpPr>
            <a:spLocks noGrp="1" noChangeArrowheads="1"/>
          </p:cNvSpPr>
          <p:nvPr>
            <p:ph type="sldNum" sz="quarter" idx="10"/>
          </p:nvPr>
        </p:nvSpPr>
        <p:spPr>
          <a:ln/>
        </p:spPr>
        <p:txBody>
          <a:bodyPr/>
          <a:lstStyle>
            <a:lvl1pPr>
              <a:defRPr/>
            </a:lvl1pPr>
          </a:lstStyle>
          <a:p>
            <a:pPr>
              <a:defRPr/>
            </a:pPr>
            <a:fld id="{36796181-5DE2-F34F-A4A3-F9D0E9CF8F10}" type="slidenum">
              <a:rPr lang="en-US" altLang="zh-CN"/>
              <a:pPr>
                <a:defRPr/>
              </a:pPr>
              <a:t>‹#›</a:t>
            </a:fld>
            <a:endParaRPr lang="en-US" altLang="zh-CN"/>
          </a:p>
        </p:txBody>
      </p:sp>
    </p:spTree>
    <p:extLst>
      <p:ext uri="{BB962C8B-B14F-4D97-AF65-F5344CB8AC3E}">
        <p14:creationId xmlns:p14="http://schemas.microsoft.com/office/powerpoint/2010/main" val="36946207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527D7E84-A54F-B88C-B24A-D5FE8E223DBF}"/>
              </a:ext>
            </a:extLst>
          </p:cNvPr>
          <p:cNvSpPr>
            <a:spLocks noGrp="1" noChangeArrowheads="1"/>
          </p:cNvSpPr>
          <p:nvPr>
            <p:ph type="sldNum" sz="quarter" idx="10"/>
          </p:nvPr>
        </p:nvSpPr>
        <p:spPr>
          <a:ln/>
        </p:spPr>
        <p:txBody>
          <a:bodyPr/>
          <a:lstStyle>
            <a:lvl1pPr>
              <a:defRPr/>
            </a:lvl1pPr>
          </a:lstStyle>
          <a:p>
            <a:pPr>
              <a:defRPr/>
            </a:pPr>
            <a:fld id="{D29127F4-5A0F-6C46-AEF6-4BE2BE92BC9A}" type="slidenum">
              <a:rPr lang="en-US" altLang="zh-CN"/>
              <a:pPr>
                <a:defRPr/>
              </a:pPr>
              <a:t>‹#›</a:t>
            </a:fld>
            <a:endParaRPr lang="en-US" altLang="zh-CN"/>
          </a:p>
        </p:txBody>
      </p:sp>
    </p:spTree>
    <p:extLst>
      <p:ext uri="{BB962C8B-B14F-4D97-AF65-F5344CB8AC3E}">
        <p14:creationId xmlns:p14="http://schemas.microsoft.com/office/powerpoint/2010/main" val="182941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61400" y="609601"/>
            <a:ext cx="2616200" cy="55213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609601"/>
            <a:ext cx="7645400" cy="55213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A5CFC8C2-BF7F-0D92-814F-9799E5E39A4F}"/>
              </a:ext>
            </a:extLst>
          </p:cNvPr>
          <p:cNvSpPr>
            <a:spLocks noGrp="1" noChangeArrowheads="1"/>
          </p:cNvSpPr>
          <p:nvPr>
            <p:ph type="sldNum" sz="quarter" idx="10"/>
          </p:nvPr>
        </p:nvSpPr>
        <p:spPr>
          <a:ln/>
        </p:spPr>
        <p:txBody>
          <a:bodyPr/>
          <a:lstStyle>
            <a:lvl1pPr>
              <a:defRPr/>
            </a:lvl1pPr>
          </a:lstStyle>
          <a:p>
            <a:pPr>
              <a:defRPr/>
            </a:pPr>
            <a:fld id="{62BEBDED-0482-8F45-AF6E-1D2C19A5A76C}" type="slidenum">
              <a:rPr lang="en-US" altLang="zh-CN"/>
              <a:pPr>
                <a:defRPr/>
              </a:pPr>
              <a:t>‹#›</a:t>
            </a:fld>
            <a:endParaRPr lang="en-US" altLang="zh-CN"/>
          </a:p>
        </p:txBody>
      </p:sp>
    </p:spTree>
    <p:extLst>
      <p:ext uri="{BB962C8B-B14F-4D97-AF65-F5344CB8AC3E}">
        <p14:creationId xmlns:p14="http://schemas.microsoft.com/office/powerpoint/2010/main" val="27084791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1"/>
            <a:ext cx="10464800" cy="1139825"/>
          </a:xfrm>
        </p:spPr>
        <p:txBody>
          <a:bodyPr/>
          <a:lstStyle/>
          <a:p>
            <a:r>
              <a:rPr lang="en-US" dirty="0"/>
              <a:t>Click to edit Master title style</a:t>
            </a:r>
          </a:p>
        </p:txBody>
      </p:sp>
      <p:sp>
        <p:nvSpPr>
          <p:cNvPr id="3" name="Text Placeholder 2"/>
          <p:cNvSpPr>
            <a:spLocks noGrp="1"/>
          </p:cNvSpPr>
          <p:nvPr>
            <p:ph type="body" sz="half" idx="1"/>
          </p:nvPr>
        </p:nvSpPr>
        <p:spPr>
          <a:xfrm>
            <a:off x="812800" y="1676401"/>
            <a:ext cx="51308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676401"/>
            <a:ext cx="51308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07A23294-E9B5-1EFE-ED04-5FE688CFBE13}"/>
              </a:ext>
            </a:extLst>
          </p:cNvPr>
          <p:cNvSpPr>
            <a:spLocks noGrp="1" noChangeArrowheads="1"/>
          </p:cNvSpPr>
          <p:nvPr>
            <p:ph type="sldNum" sz="quarter" idx="10"/>
          </p:nvPr>
        </p:nvSpPr>
        <p:spPr>
          <a:ln/>
        </p:spPr>
        <p:txBody>
          <a:bodyPr/>
          <a:lstStyle>
            <a:lvl1pPr>
              <a:defRPr/>
            </a:lvl1pPr>
          </a:lstStyle>
          <a:p>
            <a:pPr>
              <a:defRPr/>
            </a:pPr>
            <a:fld id="{80083DE3-08EE-DD4F-8F8A-018DA4331E02}" type="slidenum">
              <a:rPr lang="en-US" altLang="zh-CN"/>
              <a:pPr>
                <a:defRPr/>
              </a:pPr>
              <a:t>‹#›</a:t>
            </a:fld>
            <a:endParaRPr lang="en-US" altLang="zh-CN"/>
          </a:p>
        </p:txBody>
      </p:sp>
    </p:spTree>
    <p:extLst>
      <p:ext uri="{BB962C8B-B14F-4D97-AF65-F5344CB8AC3E}">
        <p14:creationId xmlns:p14="http://schemas.microsoft.com/office/powerpoint/2010/main" val="16010203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 name="Shape 29">
            <a:extLst>
              <a:ext uri="{FF2B5EF4-FFF2-40B4-BE49-F238E27FC236}">
                <a16:creationId xmlns:a16="http://schemas.microsoft.com/office/drawing/2014/main" id="{F34770CC-0A12-481F-8BB7-F32CE680DDF5}"/>
              </a:ext>
            </a:extLst>
          </p:cNvPr>
          <p:cNvSpPr>
            <a:spLocks/>
          </p:cNvSpPr>
          <p:nvPr/>
        </p:nvSpPr>
        <p:spPr bwMode="auto">
          <a:xfrm>
            <a:off x="711200" y="533400"/>
            <a:ext cx="10668000" cy="6096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0" y="21600"/>
                </a:moveTo>
                <a:lnTo>
                  <a:pt x="0" y="0"/>
                </a:lnTo>
                <a:lnTo>
                  <a:pt x="21600" y="0"/>
                </a:lnTo>
              </a:path>
            </a:pathLst>
          </a:custGeom>
          <a:noFill/>
          <a:ln w="19050">
            <a:solidFill>
              <a:srgbClr val="009999"/>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p>
            <a:endParaRPr lang="zh-CN" altLang="en-US"/>
          </a:p>
        </p:txBody>
      </p:sp>
      <p:sp>
        <p:nvSpPr>
          <p:cNvPr id="3" name="Shape 30">
            <a:extLst>
              <a:ext uri="{FF2B5EF4-FFF2-40B4-BE49-F238E27FC236}">
                <a16:creationId xmlns:a16="http://schemas.microsoft.com/office/drawing/2014/main" id="{8769AF99-9493-4076-2D85-CB5AF07E5D52}"/>
              </a:ext>
            </a:extLst>
          </p:cNvPr>
          <p:cNvSpPr>
            <a:spLocks noChangeShapeType="1"/>
          </p:cNvSpPr>
          <p:nvPr/>
        </p:nvSpPr>
        <p:spPr bwMode="auto">
          <a:xfrm>
            <a:off x="711200" y="6172200"/>
            <a:ext cx="10668000" cy="0"/>
          </a:xfrm>
          <a:prstGeom prst="line">
            <a:avLst/>
          </a:prstGeom>
          <a:noFill/>
          <a:ln w="19050">
            <a:solidFill>
              <a:srgbClr val="009999"/>
            </a:solidFill>
            <a:round/>
            <a:headEnd/>
            <a:tailEnd/>
          </a:ln>
          <a:extLst>
            <a:ext uri="{909E8E84-426E-40DD-AFC4-6F175D3DCCD1}">
              <a14:hiddenFill xmlns:a14="http://schemas.microsoft.com/office/drawing/2010/main">
                <a:noFill/>
              </a14:hiddenFill>
            </a:ext>
          </a:extLst>
        </p:spPr>
        <p:txBody>
          <a:bodyPr lIns="45719" rIns="45719"/>
          <a:lstStyle/>
          <a:p>
            <a:endParaRPr lang="zh-CN" altLang="en-US"/>
          </a:p>
        </p:txBody>
      </p:sp>
      <p:pic>
        <p:nvPicPr>
          <p:cNvPr id="4" name="emblem.jpeg" descr="O:\CUHK(SZ)\Website\en\images\emblem.jpg">
            <a:extLst>
              <a:ext uri="{FF2B5EF4-FFF2-40B4-BE49-F238E27FC236}">
                <a16:creationId xmlns:a16="http://schemas.microsoft.com/office/drawing/2014/main" id="{CE6FDA84-6849-14BA-558C-50B8313119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5313" y="6232525"/>
            <a:ext cx="478313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 name="Shape 32">
            <a:extLst>
              <a:ext uri="{FF2B5EF4-FFF2-40B4-BE49-F238E27FC236}">
                <a16:creationId xmlns:a16="http://schemas.microsoft.com/office/drawing/2014/main" id="{6D543898-F3A2-EDC1-0D4C-A3070368358E}"/>
              </a:ext>
            </a:extLst>
          </p:cNvPr>
          <p:cNvSpPr>
            <a:spLocks noGrp="1"/>
          </p:cNvSpPr>
          <p:nvPr>
            <p:ph type="sldNum" sz="quarter" idx="10"/>
          </p:nvPr>
        </p:nvSpPr>
        <p:spPr>
          <a:xfrm>
            <a:off x="11131550" y="6443663"/>
            <a:ext cx="247650" cy="257175"/>
          </a:xfrm>
        </p:spPr>
        <p:txBody>
          <a:bodyPr/>
          <a:lstStyle>
            <a:lvl1pPr>
              <a:defRPr>
                <a:sym typeface="Garamond" panose="02020404030301010803" pitchFamily="18" charset="0"/>
              </a:defRPr>
            </a:lvl1pPr>
          </a:lstStyle>
          <a:p>
            <a:pPr>
              <a:defRPr/>
            </a:pPr>
            <a:fld id="{40FF8691-B901-5240-B81B-F7CFF67640C3}" type="slidenum">
              <a:rPr lang="en-US" altLang="en-US"/>
              <a:pPr>
                <a:defRPr/>
              </a:pPr>
              <a:t>‹#›</a:t>
            </a:fld>
            <a:endParaRPr lang="en-US" altLang="en-US"/>
          </a:p>
        </p:txBody>
      </p:sp>
    </p:spTree>
    <p:extLst>
      <p:ext uri="{BB962C8B-B14F-4D97-AF65-F5344CB8AC3E}">
        <p14:creationId xmlns:p14="http://schemas.microsoft.com/office/powerpoint/2010/main" val="298721482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1.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A09DC1BA-704A-560E-C07D-57742FFD3642}"/>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CB49C029-C2E4-38E8-36A3-EAAB6E12128A}"/>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746D8DB-2058-3575-AC90-BA2DC0E59EA2}"/>
              </a:ext>
            </a:extLst>
          </p:cNvPr>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cs typeface="Arial" pitchFamily="34" charset="0"/>
              </a:defRPr>
            </a:lvl1pPr>
          </a:lstStyle>
          <a:p>
            <a:pPr>
              <a:defRPr/>
            </a:pPr>
            <a:fld id="{A6986864-2810-7847-AB92-A96D1948D1FF}"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63E55C0B-48C6-9225-FECB-208345861989}"/>
              </a:ext>
            </a:extLst>
          </p:cNvPr>
          <p:cNvSpPr>
            <a:spLocks noGrp="1"/>
          </p:cNvSpPr>
          <p:nvPr>
            <p:ph type="ftr" sz="quarter" idx="3"/>
          </p:nvPr>
        </p:nvSpPr>
        <p:spPr>
          <a:xfrm>
            <a:off x="4165600" y="6356350"/>
            <a:ext cx="3860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cs typeface="Arial" pitchFamily="34" charset="0"/>
              </a:defRPr>
            </a:lvl1pPr>
          </a:lstStyle>
          <a:p>
            <a:pPr>
              <a:defRPr/>
            </a:pPr>
            <a:endParaRPr lang="zh-CN" altLang="en-US"/>
          </a:p>
        </p:txBody>
      </p:sp>
      <p:sp>
        <p:nvSpPr>
          <p:cNvPr id="6" name="灯片编号占位符 5">
            <a:extLst>
              <a:ext uri="{FF2B5EF4-FFF2-40B4-BE49-F238E27FC236}">
                <a16:creationId xmlns:a16="http://schemas.microsoft.com/office/drawing/2014/main" id="{83131501-9894-576A-1DBD-93024E2A6C50}"/>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8BF6EAF9-6B28-A84A-A8B6-1FF99A7341B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6579" r:id="rId1"/>
    <p:sldLayoutId id="2147486580" r:id="rId2"/>
    <p:sldLayoutId id="2147486581" r:id="rId3"/>
    <p:sldLayoutId id="2147486582" r:id="rId4"/>
    <p:sldLayoutId id="2147486583" r:id="rId5"/>
    <p:sldLayoutId id="2147486584" r:id="rId6"/>
    <p:sldLayoutId id="2147486585" r:id="rId7"/>
    <p:sldLayoutId id="2147486586" r:id="rId8"/>
    <p:sldLayoutId id="2147486587" r:id="rId9"/>
    <p:sldLayoutId id="2147486588" r:id="rId10"/>
    <p:sldLayoutId id="2147486589" r:id="rId11"/>
  </p:sldLayoutIdLst>
  <p:hf hdr="0" ftr="0" dt="0"/>
  <p:txStyles>
    <p:titleStyle>
      <a:lvl1pPr algn="ctr" rtl="0" eaLnBrk="0" fontAlgn="base" hangingPunct="0">
        <a:spcBef>
          <a:spcPct val="0"/>
        </a:spcBef>
        <a:spcAft>
          <a:spcPct val="0"/>
        </a:spcAft>
        <a:defRPr kumimoji="1" sz="4400" kern="1200">
          <a:solidFill>
            <a:schemeClr val="tx1"/>
          </a:solidFill>
          <a:latin typeface="+mj-lt"/>
          <a:ea typeface="宋体" pitchFamily="2" charset="-122"/>
          <a:cs typeface="+mj-cs"/>
        </a:defRPr>
      </a:lvl1pPr>
      <a:lvl2pPr algn="ctr" rtl="0" eaLnBrk="0" fontAlgn="base" hangingPunct="0">
        <a:spcBef>
          <a:spcPct val="0"/>
        </a:spcBef>
        <a:spcAft>
          <a:spcPct val="0"/>
        </a:spcAft>
        <a:defRPr kumimoji="1" sz="4400">
          <a:solidFill>
            <a:schemeClr val="tx1"/>
          </a:solidFill>
          <a:latin typeface="Calibri" pitchFamily="34" charset="0"/>
          <a:ea typeface="宋体" pitchFamily="2" charset="-122"/>
        </a:defRPr>
      </a:lvl2pPr>
      <a:lvl3pPr algn="ctr" rtl="0" eaLnBrk="0" fontAlgn="base" hangingPunct="0">
        <a:spcBef>
          <a:spcPct val="0"/>
        </a:spcBef>
        <a:spcAft>
          <a:spcPct val="0"/>
        </a:spcAft>
        <a:defRPr kumimoji="1" sz="4400">
          <a:solidFill>
            <a:schemeClr val="tx1"/>
          </a:solidFill>
          <a:latin typeface="Calibri" pitchFamily="34" charset="0"/>
          <a:ea typeface="宋体" pitchFamily="2" charset="-122"/>
        </a:defRPr>
      </a:lvl3pPr>
      <a:lvl4pPr algn="ctr" rtl="0" eaLnBrk="0" fontAlgn="base" hangingPunct="0">
        <a:spcBef>
          <a:spcPct val="0"/>
        </a:spcBef>
        <a:spcAft>
          <a:spcPct val="0"/>
        </a:spcAft>
        <a:defRPr kumimoji="1" sz="4400">
          <a:solidFill>
            <a:schemeClr val="tx1"/>
          </a:solidFill>
          <a:latin typeface="Calibri" pitchFamily="34" charset="0"/>
          <a:ea typeface="宋体" pitchFamily="2" charset="-122"/>
        </a:defRPr>
      </a:lvl4pPr>
      <a:lvl5pPr algn="ctr" rtl="0" eaLnBrk="0" fontAlgn="base" hangingPunct="0">
        <a:spcBef>
          <a:spcPct val="0"/>
        </a:spcBef>
        <a:spcAft>
          <a:spcPct val="0"/>
        </a:spcAft>
        <a:defRPr kumimoji="1"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宋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宋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宋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宋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宋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314" name="标题占位符 1">
            <a:extLst>
              <a:ext uri="{FF2B5EF4-FFF2-40B4-BE49-F238E27FC236}">
                <a16:creationId xmlns:a16="http://schemas.microsoft.com/office/drawing/2014/main" id="{0648D8E6-4DAD-DF5F-E284-8AE36A7C2273}"/>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3315" name="文本占位符 2">
            <a:extLst>
              <a:ext uri="{FF2B5EF4-FFF2-40B4-BE49-F238E27FC236}">
                <a16:creationId xmlns:a16="http://schemas.microsoft.com/office/drawing/2014/main" id="{01B010AD-1100-5A3F-71C5-C7557E5C9BD9}"/>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DA11D18-E797-2920-E107-4E7FCC4A33E2}"/>
              </a:ext>
            </a:extLst>
          </p:cNvPr>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cs typeface="Arial" pitchFamily="34" charset="0"/>
              </a:defRPr>
            </a:lvl1pPr>
          </a:lstStyle>
          <a:p>
            <a:pPr>
              <a:defRPr/>
            </a:pPr>
            <a:fld id="{DB3E668A-EC14-9E4E-9987-F4AD1E306569}" type="datetime1">
              <a:rPr lang="en-US" altLang="zh-CN"/>
              <a:pPr>
                <a:defRPr/>
              </a:pPr>
              <a:t>1/22/2026</a:t>
            </a:fld>
            <a:endParaRPr lang="zh-CN" altLang="en-US"/>
          </a:p>
        </p:txBody>
      </p:sp>
      <p:sp>
        <p:nvSpPr>
          <p:cNvPr id="5" name="页脚占位符 4">
            <a:extLst>
              <a:ext uri="{FF2B5EF4-FFF2-40B4-BE49-F238E27FC236}">
                <a16:creationId xmlns:a16="http://schemas.microsoft.com/office/drawing/2014/main" id="{39FCB914-9109-699F-21CD-E2FF4FB33795}"/>
              </a:ext>
            </a:extLst>
          </p:cNvPr>
          <p:cNvSpPr>
            <a:spLocks noGrp="1"/>
          </p:cNvSpPr>
          <p:nvPr>
            <p:ph type="ftr" sz="quarter" idx="3"/>
          </p:nvPr>
        </p:nvSpPr>
        <p:spPr>
          <a:xfrm>
            <a:off x="4165600" y="6356350"/>
            <a:ext cx="3860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cs typeface="Arial" pitchFamily="34" charset="0"/>
              </a:defRPr>
            </a:lvl1pPr>
          </a:lstStyle>
          <a:p>
            <a:pPr>
              <a:defRPr/>
            </a:pPr>
            <a:endParaRPr lang="zh-CN" altLang="en-US"/>
          </a:p>
        </p:txBody>
      </p:sp>
      <p:sp>
        <p:nvSpPr>
          <p:cNvPr id="6" name="灯片编号占位符 5">
            <a:extLst>
              <a:ext uri="{FF2B5EF4-FFF2-40B4-BE49-F238E27FC236}">
                <a16:creationId xmlns:a16="http://schemas.microsoft.com/office/drawing/2014/main" id="{F7834A1F-F95D-BE39-B9AD-342A5D063166}"/>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DA64F7B6-095A-C54D-9CF5-72E74A2F070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6590" r:id="rId1"/>
    <p:sldLayoutId id="2147486591" r:id="rId2"/>
    <p:sldLayoutId id="2147486592" r:id="rId3"/>
    <p:sldLayoutId id="2147486593" r:id="rId4"/>
    <p:sldLayoutId id="2147486594" r:id="rId5"/>
    <p:sldLayoutId id="2147486595" r:id="rId6"/>
    <p:sldLayoutId id="2147486596" r:id="rId7"/>
    <p:sldLayoutId id="2147486597" r:id="rId8"/>
    <p:sldLayoutId id="2147486598" r:id="rId9"/>
    <p:sldLayoutId id="2147486599" r:id="rId10"/>
    <p:sldLayoutId id="2147486600" r:id="rId11"/>
  </p:sldLayoutIdLst>
  <p:hf hdr="0" ftr="0" dt="0"/>
  <p:txStyles>
    <p:titleStyle>
      <a:lvl1pPr algn="ctr" rtl="0" eaLnBrk="0" fontAlgn="base" hangingPunct="0">
        <a:spcBef>
          <a:spcPct val="0"/>
        </a:spcBef>
        <a:spcAft>
          <a:spcPct val="0"/>
        </a:spcAft>
        <a:defRPr kumimoji="1" sz="4400" kern="1200">
          <a:solidFill>
            <a:schemeClr val="tx1"/>
          </a:solidFill>
          <a:latin typeface="+mj-lt"/>
          <a:ea typeface="宋体" pitchFamily="2" charset="-122"/>
          <a:cs typeface="+mj-cs"/>
        </a:defRPr>
      </a:lvl1pPr>
      <a:lvl2pPr algn="ctr" rtl="0" eaLnBrk="0" fontAlgn="base" hangingPunct="0">
        <a:spcBef>
          <a:spcPct val="0"/>
        </a:spcBef>
        <a:spcAft>
          <a:spcPct val="0"/>
        </a:spcAft>
        <a:defRPr kumimoji="1" sz="4400">
          <a:solidFill>
            <a:schemeClr val="tx1"/>
          </a:solidFill>
          <a:latin typeface="Calibri" pitchFamily="34" charset="0"/>
          <a:ea typeface="宋体" pitchFamily="2" charset="-122"/>
        </a:defRPr>
      </a:lvl2pPr>
      <a:lvl3pPr algn="ctr" rtl="0" eaLnBrk="0" fontAlgn="base" hangingPunct="0">
        <a:spcBef>
          <a:spcPct val="0"/>
        </a:spcBef>
        <a:spcAft>
          <a:spcPct val="0"/>
        </a:spcAft>
        <a:defRPr kumimoji="1" sz="4400">
          <a:solidFill>
            <a:schemeClr val="tx1"/>
          </a:solidFill>
          <a:latin typeface="Calibri" pitchFamily="34" charset="0"/>
          <a:ea typeface="宋体" pitchFamily="2" charset="-122"/>
        </a:defRPr>
      </a:lvl3pPr>
      <a:lvl4pPr algn="ctr" rtl="0" eaLnBrk="0" fontAlgn="base" hangingPunct="0">
        <a:spcBef>
          <a:spcPct val="0"/>
        </a:spcBef>
        <a:spcAft>
          <a:spcPct val="0"/>
        </a:spcAft>
        <a:defRPr kumimoji="1" sz="4400">
          <a:solidFill>
            <a:schemeClr val="tx1"/>
          </a:solidFill>
          <a:latin typeface="Calibri" pitchFamily="34" charset="0"/>
          <a:ea typeface="宋体" pitchFamily="2" charset="-122"/>
        </a:defRPr>
      </a:lvl4pPr>
      <a:lvl5pPr algn="ctr" rtl="0" eaLnBrk="0" fontAlgn="base" hangingPunct="0">
        <a:spcBef>
          <a:spcPct val="0"/>
        </a:spcBef>
        <a:spcAft>
          <a:spcPct val="0"/>
        </a:spcAft>
        <a:defRPr kumimoji="1"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宋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宋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宋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宋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宋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A6B617B-8FFC-CCB8-7AD0-4AEFC97EF5D0}"/>
              </a:ext>
            </a:extLst>
          </p:cNvPr>
          <p:cNvSpPr>
            <a:spLocks noGrp="1" noChangeArrowheads="1"/>
          </p:cNvSpPr>
          <p:nvPr>
            <p:ph type="title"/>
          </p:nvPr>
        </p:nvSpPr>
        <p:spPr bwMode="auto">
          <a:xfrm>
            <a:off x="812800" y="609600"/>
            <a:ext cx="104648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title style</a:t>
            </a:r>
          </a:p>
        </p:txBody>
      </p:sp>
      <p:sp>
        <p:nvSpPr>
          <p:cNvPr id="25603" name="Rectangle 3">
            <a:extLst>
              <a:ext uri="{FF2B5EF4-FFF2-40B4-BE49-F238E27FC236}">
                <a16:creationId xmlns:a16="http://schemas.microsoft.com/office/drawing/2014/main" id="{7682ABFE-7BB4-C06E-602B-CEFEEE6F626F}"/>
              </a:ext>
            </a:extLst>
          </p:cNvPr>
          <p:cNvSpPr>
            <a:spLocks noGrp="1" noChangeArrowheads="1"/>
          </p:cNvSpPr>
          <p:nvPr>
            <p:ph type="body" idx="1"/>
          </p:nvPr>
        </p:nvSpPr>
        <p:spPr bwMode="auto">
          <a:xfrm>
            <a:off x="812800" y="1676400"/>
            <a:ext cx="10464800"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6502" name="Rectangle 6">
            <a:extLst>
              <a:ext uri="{FF2B5EF4-FFF2-40B4-BE49-F238E27FC236}">
                <a16:creationId xmlns:a16="http://schemas.microsoft.com/office/drawing/2014/main" id="{4C49F0A6-3DBF-89D1-34ED-E6288B3BE635}"/>
              </a:ext>
            </a:extLst>
          </p:cNvPr>
          <p:cNvSpPr>
            <a:spLocks noGrp="1" noChangeArrowheads="1"/>
          </p:cNvSpPr>
          <p:nvPr>
            <p:ph type="sldNum" sz="quarter" idx="4"/>
          </p:nvPr>
        </p:nvSpPr>
        <p:spPr bwMode="auto">
          <a:xfrm>
            <a:off x="85344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rgbClr val="000000"/>
                </a:solidFill>
                <a:latin typeface="Times New Roman" panose="02020603050405020304" pitchFamily="18" charset="0"/>
                <a:cs typeface="Times New Roman" panose="02020603050405020304" pitchFamily="18" charset="0"/>
              </a:defRPr>
            </a:lvl1pPr>
          </a:lstStyle>
          <a:p>
            <a:pPr>
              <a:defRPr/>
            </a:pPr>
            <a:fld id="{6CF9868A-BC21-4141-AD89-68E970D1BD6F}" type="slidenum">
              <a:rPr lang="en-US" altLang="zh-CN"/>
              <a:pPr>
                <a:defRPr/>
              </a:pPr>
              <a:t>‹#›</a:t>
            </a:fld>
            <a:endParaRPr lang="en-US" altLang="zh-CN"/>
          </a:p>
        </p:txBody>
      </p:sp>
      <p:sp>
        <p:nvSpPr>
          <p:cNvPr id="25605" name="Freeform 7">
            <a:extLst>
              <a:ext uri="{FF2B5EF4-FFF2-40B4-BE49-F238E27FC236}">
                <a16:creationId xmlns:a16="http://schemas.microsoft.com/office/drawing/2014/main" id="{FFA0E99C-4746-B0D4-C302-E544268A394B}"/>
              </a:ext>
            </a:extLst>
          </p:cNvPr>
          <p:cNvSpPr>
            <a:spLocks noChangeArrowheads="1"/>
          </p:cNvSpPr>
          <p:nvPr/>
        </p:nvSpPr>
        <p:spPr bwMode="auto">
          <a:xfrm>
            <a:off x="711200" y="533400"/>
            <a:ext cx="106680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06" name="Line 8">
            <a:extLst>
              <a:ext uri="{FF2B5EF4-FFF2-40B4-BE49-F238E27FC236}">
                <a16:creationId xmlns:a16="http://schemas.microsoft.com/office/drawing/2014/main" id="{190954AB-9EB2-00E8-AB34-22E9A567109E}"/>
              </a:ext>
            </a:extLst>
          </p:cNvPr>
          <p:cNvSpPr>
            <a:spLocks noChangeShapeType="1"/>
          </p:cNvSpPr>
          <p:nvPr/>
        </p:nvSpPr>
        <p:spPr bwMode="auto">
          <a:xfrm>
            <a:off x="711200" y="6194425"/>
            <a:ext cx="106680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5607" name="Picture 1">
            <a:extLst>
              <a:ext uri="{FF2B5EF4-FFF2-40B4-BE49-F238E27FC236}">
                <a16:creationId xmlns:a16="http://schemas.microsoft.com/office/drawing/2014/main" id="{13660246-0F0A-1157-41BD-3038A40C293D}"/>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12750" y="6065838"/>
            <a:ext cx="399415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601" r:id="rId1"/>
    <p:sldLayoutId id="2147486602" r:id="rId2"/>
    <p:sldLayoutId id="2147486603" r:id="rId3"/>
    <p:sldLayoutId id="2147486604" r:id="rId4"/>
    <p:sldLayoutId id="2147486605" r:id="rId5"/>
    <p:sldLayoutId id="2147486606" r:id="rId6"/>
    <p:sldLayoutId id="2147486607" r:id="rId7"/>
    <p:sldLayoutId id="2147486608" r:id="rId8"/>
    <p:sldLayoutId id="2147486609" r:id="rId9"/>
    <p:sldLayoutId id="2147486610" r:id="rId10"/>
    <p:sldLayoutId id="2147486611" r:id="rId11"/>
    <p:sldLayoutId id="2147486612" r:id="rId12"/>
    <p:sldLayoutId id="2147486613" r:id="rId13"/>
  </p:sldLayoutIdLst>
  <p:hf hdr="0" ftr="0" dt="0"/>
  <p:txStyles>
    <p:titleStyle>
      <a:lvl1pPr algn="l" rtl="0" eaLnBrk="0" fontAlgn="base" hangingPunct="0">
        <a:spcBef>
          <a:spcPct val="0"/>
        </a:spcBef>
        <a:spcAft>
          <a:spcPct val="0"/>
        </a:spcAft>
        <a:defRPr kumimoji="1" sz="3600" b="1">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1pPr>
      <a:lvl2pPr algn="l" rtl="0" eaLnBrk="0" fontAlgn="base" hangingPunct="0">
        <a:spcBef>
          <a:spcPct val="0"/>
        </a:spcBef>
        <a:spcAft>
          <a:spcPct val="0"/>
        </a:spcAft>
        <a:defRPr kumimoji="1" sz="3600" b="1">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algn="l" rtl="0" eaLnBrk="0" fontAlgn="base" hangingPunct="0">
        <a:spcBef>
          <a:spcPct val="0"/>
        </a:spcBef>
        <a:spcAft>
          <a:spcPct val="0"/>
        </a:spcAft>
        <a:defRPr kumimoji="1" sz="3600" b="1">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3pPr>
      <a:lvl4pPr algn="l" rtl="0" eaLnBrk="0" fontAlgn="base" hangingPunct="0">
        <a:spcBef>
          <a:spcPct val="0"/>
        </a:spcBef>
        <a:spcAft>
          <a:spcPct val="0"/>
        </a:spcAft>
        <a:defRPr kumimoji="1" sz="3600" b="1">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4pPr>
      <a:lvl5pPr algn="l" rtl="0" eaLnBrk="0" fontAlgn="base" hangingPunct="0">
        <a:spcBef>
          <a:spcPct val="0"/>
        </a:spcBef>
        <a:spcAft>
          <a:spcPct val="0"/>
        </a:spcAft>
        <a:defRPr kumimoji="1" sz="3600" b="1">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5pPr>
      <a:lvl6pPr marL="457200" algn="l" rtl="0" eaLnBrk="0" fontAlgn="base" hangingPunct="0">
        <a:spcBef>
          <a:spcPct val="0"/>
        </a:spcBef>
        <a:spcAft>
          <a:spcPct val="0"/>
        </a:spcAft>
        <a:defRPr sz="4000">
          <a:solidFill>
            <a:schemeClr val="tx2"/>
          </a:solidFill>
          <a:latin typeface="Bookman Old Style" pitchFamily="18" charset="0"/>
        </a:defRPr>
      </a:lvl6pPr>
      <a:lvl7pPr marL="914400" algn="l" rtl="0" eaLnBrk="0" fontAlgn="base" hangingPunct="0">
        <a:spcBef>
          <a:spcPct val="0"/>
        </a:spcBef>
        <a:spcAft>
          <a:spcPct val="0"/>
        </a:spcAft>
        <a:defRPr sz="4000">
          <a:solidFill>
            <a:schemeClr val="tx2"/>
          </a:solidFill>
          <a:latin typeface="Bookman Old Style" pitchFamily="18" charset="0"/>
        </a:defRPr>
      </a:lvl7pPr>
      <a:lvl8pPr marL="1371600" algn="l" rtl="0" eaLnBrk="0" fontAlgn="base" hangingPunct="0">
        <a:spcBef>
          <a:spcPct val="0"/>
        </a:spcBef>
        <a:spcAft>
          <a:spcPct val="0"/>
        </a:spcAft>
        <a:defRPr sz="4000">
          <a:solidFill>
            <a:schemeClr val="tx2"/>
          </a:solidFill>
          <a:latin typeface="Bookman Old Style" pitchFamily="18" charset="0"/>
        </a:defRPr>
      </a:lvl8pPr>
      <a:lvl9pPr marL="1828800" algn="l" rtl="0" eaLnBrk="0" fontAlgn="base" hangingPunct="0">
        <a:spcBef>
          <a:spcPct val="0"/>
        </a:spcBef>
        <a:spcAft>
          <a:spcPct val="0"/>
        </a:spcAft>
        <a:defRPr sz="4000">
          <a:solidFill>
            <a:schemeClr val="tx2"/>
          </a:solidFill>
          <a:latin typeface="Bookman Old Style"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kumimoji="1" sz="2400">
          <a:solidFill>
            <a:srgbClr val="002673"/>
          </a:solidFill>
          <a:latin typeface="Times New Roman" panose="02020603050405020304" pitchFamily="18" charset="0"/>
          <a:ea typeface="楷体" panose="02010609060101010101" pitchFamily="49" charset="-122"/>
          <a:cs typeface="Times New Roman" panose="02020603050405020304" pitchFamily="18"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kumimoji="1" sz="2400">
          <a:solidFill>
            <a:srgbClr val="002673"/>
          </a:solidFill>
          <a:latin typeface="Times New Roman" panose="02020603050405020304" pitchFamily="18" charset="0"/>
          <a:ea typeface="楷体" panose="02010609060101010101" pitchFamily="49" charset="-122"/>
          <a:cs typeface="Times New Roman" panose="02020603050405020304" pitchFamily="18"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kumimoji="1" sz="2400">
          <a:solidFill>
            <a:srgbClr val="002673"/>
          </a:solidFill>
          <a:latin typeface="Times New Roman" panose="02020603050405020304" pitchFamily="18" charset="0"/>
          <a:ea typeface="楷体" panose="02010609060101010101" pitchFamily="49" charset="-122"/>
          <a:cs typeface="Times New Roman" panose="02020603050405020304" pitchFamily="18"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kumimoji="1" sz="2400">
          <a:solidFill>
            <a:srgbClr val="002673"/>
          </a:solidFill>
          <a:latin typeface="Times New Roman" panose="02020603050405020304" pitchFamily="18" charset="0"/>
          <a:ea typeface="楷体" panose="02010609060101010101" pitchFamily="49" charset="-122"/>
          <a:cs typeface="Times New Roman" panose="02020603050405020304" pitchFamily="18"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kumimoji="1" sz="2400">
          <a:solidFill>
            <a:srgbClr val="002673"/>
          </a:solidFill>
          <a:latin typeface="Times New Roman" panose="02020603050405020304" pitchFamily="18" charset="0"/>
          <a:ea typeface="楷体" panose="02010609060101010101" pitchFamily="49" charset="-122"/>
          <a:cs typeface="Times New Roman" panose="02020603050405020304" pitchFamily="18" charset="0"/>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2">
            <a:extLst>
              <a:ext uri="{FF2B5EF4-FFF2-40B4-BE49-F238E27FC236}">
                <a16:creationId xmlns:a16="http://schemas.microsoft.com/office/drawing/2014/main" id="{1545A547-51D5-0387-6D04-5165CDEFB0B9}"/>
              </a:ext>
            </a:extLst>
          </p:cNvPr>
          <p:cNvSpPr>
            <a:spLocks noGrp="1" noChangeArrowheads="1"/>
          </p:cNvSpPr>
          <p:nvPr>
            <p:ph type="ctrTitle"/>
          </p:nvPr>
        </p:nvSpPr>
        <p:spPr>
          <a:xfrm>
            <a:off x="1986665" y="2353660"/>
            <a:ext cx="8218670" cy="2150680"/>
          </a:xfrm>
        </p:spPr>
        <p:txBody>
          <a:bodyPr/>
          <a:lstStyle/>
          <a:p>
            <a:pPr algn="ctr">
              <a:lnSpc>
                <a:spcPct val="114000"/>
              </a:lnSpc>
            </a:pPr>
            <a:r>
              <a:rPr lang="en-GB" altLang="en-US" sz="5000" dirty="0">
                <a:solidFill>
                  <a:schemeClr val="tx2">
                    <a:lumMod val="75000"/>
                  </a:schemeClr>
                </a:solidFill>
              </a:rPr>
              <a:t>Writing APA Papers</a:t>
            </a:r>
            <a:br>
              <a:rPr lang="en-GB" altLang="en-US" sz="5000" dirty="0">
                <a:solidFill>
                  <a:schemeClr val="tx2">
                    <a:lumMod val="75000"/>
                  </a:schemeClr>
                </a:solidFill>
              </a:rPr>
            </a:br>
            <a:r>
              <a:rPr lang="en-GB" altLang="en-US" sz="5000" b="1" dirty="0">
                <a:solidFill>
                  <a:schemeClr val="tx2">
                    <a:lumMod val="75000"/>
                  </a:schemeClr>
                </a:solidFill>
              </a:rPr>
              <a:t>Module II Citing sources</a:t>
            </a:r>
            <a:br>
              <a:rPr lang="en-GB" altLang="en-US" sz="5000" b="1" dirty="0">
                <a:solidFill>
                  <a:schemeClr val="tx2">
                    <a:lumMod val="75000"/>
                  </a:schemeClr>
                </a:solidFill>
              </a:rPr>
            </a:br>
            <a:endParaRPr lang="en-GB" altLang="en-US" sz="5000" dirty="0">
              <a:solidFill>
                <a:schemeClr val="tx2">
                  <a:lumMod val="75000"/>
                </a:schemeClr>
              </a:solidFill>
            </a:endParaRPr>
          </a:p>
        </p:txBody>
      </p:sp>
      <p:sp>
        <p:nvSpPr>
          <p:cNvPr id="41987" name="Slide Number Placeholder 3">
            <a:extLst>
              <a:ext uri="{FF2B5EF4-FFF2-40B4-BE49-F238E27FC236}">
                <a16:creationId xmlns:a16="http://schemas.microsoft.com/office/drawing/2014/main" id="{7A42646A-8453-6F92-D79E-B8EAF111D59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C4D192B5-2772-DC40-88ED-3FE8B201FDE9}" type="slidenum">
              <a:rPr lang="en-US" altLang="zh-CN" sz="1200" smtClean="0">
                <a:solidFill>
                  <a:schemeClr val="tx2">
                    <a:lumMod val="75000"/>
                  </a:schemeClr>
                </a:solidFill>
                <a:latin typeface="Times New Roman" panose="02020603050405020304" pitchFamily="18" charset="0"/>
              </a:rPr>
              <a:pPr/>
              <a:t>1</a:t>
            </a:fld>
            <a:endParaRPr lang="en-US" altLang="zh-CN" sz="1200">
              <a:solidFill>
                <a:schemeClr val="tx2">
                  <a:lumMod val="75000"/>
                </a:schemeClr>
              </a:solidFill>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260EBA79-86FC-AEE7-7B39-1EC032F55457}"/>
              </a:ext>
            </a:extLst>
          </p:cNvPr>
          <p:cNvSpPr>
            <a:spLocks noGrp="1" noChangeArrowheads="1"/>
          </p:cNvSpPr>
          <p:nvPr>
            <p:ph type="title"/>
          </p:nvPr>
        </p:nvSpPr>
        <p:spPr>
          <a:xfrm>
            <a:off x="812800" y="609600"/>
            <a:ext cx="10464800" cy="890588"/>
          </a:xfrm>
        </p:spPr>
        <p:txBody>
          <a:bodyPr/>
          <a:lstStyle/>
          <a:p>
            <a:r>
              <a:rPr lang="en-US" altLang="en-US" dirty="0">
                <a:solidFill>
                  <a:schemeClr val="tx2">
                    <a:lumMod val="75000"/>
                  </a:schemeClr>
                </a:solidFill>
              </a:rPr>
              <a:t>Content</a:t>
            </a:r>
            <a:endParaRPr lang="en-GB" altLang="en-US" dirty="0">
              <a:solidFill>
                <a:schemeClr val="tx2">
                  <a:lumMod val="75000"/>
                </a:schemeClr>
              </a:solidFill>
            </a:endParaRPr>
          </a:p>
        </p:txBody>
      </p:sp>
      <p:sp>
        <p:nvSpPr>
          <p:cNvPr id="43010" name="Slide Number Placeholder 3">
            <a:extLst>
              <a:ext uri="{FF2B5EF4-FFF2-40B4-BE49-F238E27FC236}">
                <a16:creationId xmlns:a16="http://schemas.microsoft.com/office/drawing/2014/main" id="{6BD0F144-5A39-825A-8901-682D2FE7D8F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1511AEA4-11E6-9A47-A1BD-923078FAF8FC}" type="slidenum">
              <a:rPr lang="en-US" altLang="zh-CN" sz="1200" smtClean="0">
                <a:solidFill>
                  <a:srgbClr val="000000"/>
                </a:solidFill>
                <a:latin typeface="Times New Roman" panose="02020603050405020304" pitchFamily="18" charset="0"/>
              </a:rPr>
              <a:pPr/>
              <a:t>2</a:t>
            </a:fld>
            <a:endParaRPr lang="en-US" altLang="zh-CN" sz="1200">
              <a:solidFill>
                <a:srgbClr val="000000"/>
              </a:solidFill>
              <a:latin typeface="Times New Roman" panose="02020603050405020304" pitchFamily="18" charset="0"/>
            </a:endParaRPr>
          </a:p>
        </p:txBody>
      </p:sp>
      <p:sp>
        <p:nvSpPr>
          <p:cNvPr id="43011" name="Content Placeholder 5">
            <a:extLst>
              <a:ext uri="{FF2B5EF4-FFF2-40B4-BE49-F238E27FC236}">
                <a16:creationId xmlns:a16="http://schemas.microsoft.com/office/drawing/2014/main" id="{6671E6A1-B792-2F02-FFD0-35ED03934EDA}"/>
              </a:ext>
            </a:extLst>
          </p:cNvPr>
          <p:cNvSpPr>
            <a:spLocks noGrp="1" noChangeArrowheads="1"/>
          </p:cNvSpPr>
          <p:nvPr>
            <p:ph idx="1"/>
          </p:nvPr>
        </p:nvSpPr>
        <p:spPr>
          <a:xfrm>
            <a:off x="812800" y="1624013"/>
            <a:ext cx="10464800" cy="4443412"/>
          </a:xfrm>
        </p:spPr>
        <p:txBody>
          <a:bodyPr/>
          <a:lstStyle/>
          <a:p>
            <a:pPr>
              <a:lnSpc>
                <a:spcPct val="150000"/>
              </a:lnSpc>
              <a:buSzPct val="80000"/>
              <a:buFont typeface="Wingdings" pitchFamily="2" charset="2"/>
              <a:buChar char="§"/>
            </a:pPr>
            <a:r>
              <a:rPr lang="en-US" altLang="en-US" sz="2800" dirty="0"/>
              <a:t>Supporting a thesis</a:t>
            </a:r>
          </a:p>
          <a:p>
            <a:pPr>
              <a:lnSpc>
                <a:spcPct val="150000"/>
              </a:lnSpc>
              <a:buSzPct val="80000"/>
              <a:buFont typeface="Wingdings" pitchFamily="2" charset="2"/>
              <a:buChar char="§"/>
            </a:pPr>
            <a:r>
              <a:rPr lang="en-US" altLang="en-US" sz="2800" dirty="0"/>
              <a:t>Citing your sources and avoiding plagiarism</a:t>
            </a:r>
          </a:p>
          <a:p>
            <a:pPr>
              <a:lnSpc>
                <a:spcPct val="150000"/>
              </a:lnSpc>
              <a:buSzPct val="80000"/>
              <a:buFont typeface="Wingdings" pitchFamily="2" charset="2"/>
              <a:buChar char="§"/>
            </a:pPr>
            <a:r>
              <a:rPr lang="en-US" altLang="en-US" sz="2800" dirty="0"/>
              <a:t>Integrating source material </a:t>
            </a:r>
            <a:r>
              <a:rPr lang="en-GB" altLang="en-US" sz="2800" dirty="0"/>
              <a:t>effectively</a:t>
            </a:r>
          </a:p>
          <a:p>
            <a:pPr>
              <a:lnSpc>
                <a:spcPct val="150000"/>
              </a:lnSpc>
              <a:buSzPct val="80000"/>
              <a:buFont typeface="Wingdings" pitchFamily="2" charset="2"/>
              <a:buChar char="§"/>
            </a:pPr>
            <a:r>
              <a:rPr lang="en-GB" altLang="en-US" sz="2800" dirty="0"/>
              <a:t>Documenting sources (APA in-text citation and APA reference list)</a:t>
            </a:r>
          </a:p>
          <a:p>
            <a:pPr>
              <a:lnSpc>
                <a:spcPct val="150000"/>
              </a:lnSpc>
              <a:buSzPct val="80000"/>
              <a:buFont typeface="Wingdings" pitchFamily="2" charset="2"/>
              <a:buChar char="§"/>
            </a:pPr>
            <a:r>
              <a:rPr lang="en-GB" altLang="en-US" sz="2800" dirty="0"/>
              <a:t>Manuscript format (sample research paper)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AB515-BFEE-2FED-F536-32B217074081}"/>
              </a:ext>
            </a:extLst>
          </p:cNvPr>
          <p:cNvSpPr>
            <a:spLocks noGrp="1"/>
          </p:cNvSpPr>
          <p:nvPr>
            <p:ph type="ctrTitle"/>
          </p:nvPr>
        </p:nvSpPr>
        <p:spPr>
          <a:xfrm>
            <a:off x="1016000" y="2430470"/>
            <a:ext cx="10363200" cy="1470025"/>
          </a:xfrm>
        </p:spPr>
        <p:txBody>
          <a:bodyPr/>
          <a:lstStyle/>
          <a:p>
            <a:pPr algn="ctr"/>
            <a:r>
              <a:rPr lang="en-US" altLang="en-US" sz="6600" dirty="0">
                <a:solidFill>
                  <a:schemeClr val="tx2">
                    <a:lumMod val="75000"/>
                  </a:schemeClr>
                </a:solidFill>
              </a:rPr>
              <a:t>Supporting a thesis</a:t>
            </a:r>
            <a:br>
              <a:rPr lang="en-US" altLang="en-US" sz="3600" dirty="0">
                <a:solidFill>
                  <a:schemeClr val="tx2">
                    <a:lumMod val="75000"/>
                  </a:schemeClr>
                </a:solidFill>
              </a:rPr>
            </a:br>
            <a:endParaRPr lang="en-GB" dirty="0">
              <a:solidFill>
                <a:schemeClr val="tx2">
                  <a:lumMod val="75000"/>
                </a:schemeClr>
              </a:solidFill>
            </a:endParaRPr>
          </a:p>
        </p:txBody>
      </p:sp>
      <p:sp>
        <p:nvSpPr>
          <p:cNvPr id="4" name="Slide Number Placeholder 3">
            <a:extLst>
              <a:ext uri="{FF2B5EF4-FFF2-40B4-BE49-F238E27FC236}">
                <a16:creationId xmlns:a16="http://schemas.microsoft.com/office/drawing/2014/main" id="{5F406B7F-E220-56F0-5028-00C0C5B2B4B1}"/>
              </a:ext>
            </a:extLst>
          </p:cNvPr>
          <p:cNvSpPr>
            <a:spLocks noGrp="1"/>
          </p:cNvSpPr>
          <p:nvPr>
            <p:ph type="sldNum" sz="quarter" idx="10"/>
          </p:nvPr>
        </p:nvSpPr>
        <p:spPr/>
        <p:txBody>
          <a:bodyPr/>
          <a:lstStyle/>
          <a:p>
            <a:pPr>
              <a:defRPr/>
            </a:pPr>
            <a:fld id="{094F0E88-8A55-EE44-B687-90F85FC884EE}" type="slidenum">
              <a:rPr lang="en-US" altLang="zh-CN" smtClean="0"/>
              <a:pPr>
                <a:defRPr/>
              </a:pPr>
              <a:t>3</a:t>
            </a:fld>
            <a:endParaRPr lang="en-US" altLang="zh-CN"/>
          </a:p>
        </p:txBody>
      </p:sp>
    </p:spTree>
    <p:extLst>
      <p:ext uri="{BB962C8B-B14F-4D97-AF65-F5344CB8AC3E}">
        <p14:creationId xmlns:p14="http://schemas.microsoft.com/office/powerpoint/2010/main" val="3116225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23E7765D-26B5-00DA-EBC5-8FE0A770C98A}"/>
              </a:ext>
            </a:extLst>
          </p:cNvPr>
          <p:cNvSpPr>
            <a:spLocks noGrp="1" noChangeArrowheads="1"/>
          </p:cNvSpPr>
          <p:nvPr>
            <p:ph type="title"/>
          </p:nvPr>
        </p:nvSpPr>
        <p:spPr>
          <a:xfrm>
            <a:off x="812800" y="609600"/>
            <a:ext cx="10464800" cy="890588"/>
          </a:xfrm>
        </p:spPr>
        <p:txBody>
          <a:bodyPr/>
          <a:lstStyle/>
          <a:p>
            <a:r>
              <a:rPr lang="en-US" altLang="en-US" dirty="0"/>
              <a:t>Supporting a thesis</a:t>
            </a:r>
            <a:br>
              <a:rPr lang="en-US" altLang="en-US" b="0" dirty="0"/>
            </a:br>
            <a:endParaRPr lang="en-GB" altLang="en-US" dirty="0"/>
          </a:p>
        </p:txBody>
      </p:sp>
      <p:graphicFrame>
        <p:nvGraphicFramePr>
          <p:cNvPr id="5" name="Content Placeholder 4">
            <a:extLst>
              <a:ext uri="{FF2B5EF4-FFF2-40B4-BE49-F238E27FC236}">
                <a16:creationId xmlns:a16="http://schemas.microsoft.com/office/drawing/2014/main" id="{3FA6F245-34D3-B2F4-7236-69931C939F4C}"/>
              </a:ext>
            </a:extLst>
          </p:cNvPr>
          <p:cNvGraphicFramePr>
            <a:graphicFrameLocks noGrp="1"/>
          </p:cNvGraphicFramePr>
          <p:nvPr>
            <p:ph idx="1"/>
            <p:extLst>
              <p:ext uri="{D42A27DB-BD31-4B8C-83A1-F6EECF244321}">
                <p14:modId xmlns:p14="http://schemas.microsoft.com/office/powerpoint/2010/main" val="3428981185"/>
              </p:ext>
            </p:extLst>
          </p:nvPr>
        </p:nvGraphicFramePr>
        <p:xfrm>
          <a:off x="1342125" y="1815990"/>
          <a:ext cx="9507750" cy="36484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5059" name="Slide Number Placeholder 3">
            <a:extLst>
              <a:ext uri="{FF2B5EF4-FFF2-40B4-BE49-F238E27FC236}">
                <a16:creationId xmlns:a16="http://schemas.microsoft.com/office/drawing/2014/main" id="{42230B52-8D20-BCF8-58F8-C14DA952DE8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22DF16D7-12E6-8F43-8596-1BD344D81E58}" type="slidenum">
              <a:rPr lang="en-US" altLang="zh-CN" sz="1200" smtClean="0">
                <a:solidFill>
                  <a:srgbClr val="000000"/>
                </a:solidFill>
                <a:latin typeface="Times New Roman" panose="02020603050405020304" pitchFamily="18" charset="0"/>
              </a:rPr>
              <a:pPr/>
              <a:t>4</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681E7E34-DFCC-EC8C-1FE2-0F0F78A8C03D}"/>
              </a:ext>
            </a:extLst>
          </p:cNvPr>
          <p:cNvSpPr>
            <a:spLocks noGrp="1" noChangeArrowheads="1"/>
          </p:cNvSpPr>
          <p:nvPr>
            <p:ph type="title"/>
          </p:nvPr>
        </p:nvSpPr>
        <p:spPr>
          <a:xfrm>
            <a:off x="812800" y="609600"/>
            <a:ext cx="10464800" cy="890588"/>
          </a:xfrm>
        </p:spPr>
        <p:txBody>
          <a:bodyPr/>
          <a:lstStyle/>
          <a:p>
            <a:r>
              <a:rPr lang="en-GB" altLang="en-US" dirty="0"/>
              <a:t>Form a working thesis</a:t>
            </a:r>
            <a:br>
              <a:rPr lang="en-GB" altLang="en-US" dirty="0"/>
            </a:br>
            <a:endParaRPr lang="en-GB" altLang="en-US" dirty="0"/>
          </a:p>
        </p:txBody>
      </p:sp>
      <p:sp>
        <p:nvSpPr>
          <p:cNvPr id="3" name="Content Placeholder 2">
            <a:extLst>
              <a:ext uri="{FF2B5EF4-FFF2-40B4-BE49-F238E27FC236}">
                <a16:creationId xmlns:a16="http://schemas.microsoft.com/office/drawing/2014/main" id="{716364AB-6A47-7BC5-6F6B-CE009629CD94}"/>
              </a:ext>
            </a:extLst>
          </p:cNvPr>
          <p:cNvSpPr>
            <a:spLocks noGrp="1"/>
          </p:cNvSpPr>
          <p:nvPr>
            <p:ph idx="1"/>
          </p:nvPr>
        </p:nvSpPr>
        <p:spPr>
          <a:xfrm>
            <a:off x="812800" y="1624013"/>
            <a:ext cx="10464800" cy="4443412"/>
          </a:xfrm>
        </p:spPr>
        <p:txBody>
          <a:bodyPr/>
          <a:lstStyle/>
          <a:p>
            <a:pPr>
              <a:buSzPct val="80000"/>
              <a:buFont typeface="Wingdings" pitchFamily="2" charset="2"/>
              <a:buChar char="§"/>
              <a:defRPr/>
            </a:pPr>
            <a:r>
              <a:rPr lang="en-US" sz="2800" dirty="0"/>
              <a:t>A working thesis: a one-sentence (or occasionally a two-sentence) statement of </a:t>
            </a:r>
            <a:r>
              <a:rPr lang="en-US" sz="2800" dirty="0">
                <a:solidFill>
                  <a:srgbClr val="C00000"/>
                </a:solidFill>
              </a:rPr>
              <a:t>your central idea</a:t>
            </a:r>
            <a:r>
              <a:rPr lang="en-US" altLang="zh-CN" sz="2800" dirty="0"/>
              <a:t>.</a:t>
            </a:r>
            <a:endParaRPr lang="en-US" sz="2800" dirty="0">
              <a:solidFill>
                <a:srgbClr val="C00000"/>
              </a:solidFill>
            </a:endParaRPr>
          </a:p>
          <a:p>
            <a:pPr>
              <a:buSzPct val="80000"/>
              <a:buFont typeface="Wingdings" pitchFamily="2" charset="2"/>
              <a:buChar char="§"/>
              <a:defRPr/>
            </a:pPr>
            <a:r>
              <a:rPr lang="en-US" sz="2800" dirty="0"/>
              <a:t>The working thesis expresses more than your opinion; it expresses your </a:t>
            </a:r>
            <a:r>
              <a:rPr lang="en-US" sz="2800" dirty="0">
                <a:solidFill>
                  <a:srgbClr val="C00000"/>
                </a:solidFill>
              </a:rPr>
              <a:t>informed, reasoned answer </a:t>
            </a:r>
            <a:r>
              <a:rPr lang="en-US" sz="2800" dirty="0"/>
              <a:t>to your research question. </a:t>
            </a:r>
          </a:p>
          <a:p>
            <a:pPr>
              <a:buSzPct val="80000"/>
              <a:buFont typeface="Wingdings" pitchFamily="2" charset="2"/>
              <a:buChar char="§"/>
              <a:defRPr/>
            </a:pPr>
            <a:r>
              <a:rPr lang="en-US" sz="2800" dirty="0"/>
              <a:t>Your working thesis will evolve as you learn more about your subject; you can </a:t>
            </a:r>
            <a:r>
              <a:rPr lang="en-US" sz="2800" dirty="0">
                <a:solidFill>
                  <a:srgbClr val="C00000"/>
                </a:solidFill>
              </a:rPr>
              <a:t>revise</a:t>
            </a:r>
            <a:r>
              <a:rPr lang="en-US" sz="2800" dirty="0"/>
              <a:t> your thesis as you draft. </a:t>
            </a:r>
          </a:p>
          <a:p>
            <a:pPr>
              <a:defRPr/>
            </a:pPr>
            <a:endParaRPr lang="en-GB" sz="2800" dirty="0"/>
          </a:p>
        </p:txBody>
      </p:sp>
      <p:sp>
        <p:nvSpPr>
          <p:cNvPr id="47107" name="Slide Number Placeholder 3">
            <a:extLst>
              <a:ext uri="{FF2B5EF4-FFF2-40B4-BE49-F238E27FC236}">
                <a16:creationId xmlns:a16="http://schemas.microsoft.com/office/drawing/2014/main" id="{3034548A-2E44-A7FB-FAC6-568F3D8A13F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F86821E2-402A-9345-9066-FCA692CFEE75}" type="slidenum">
              <a:rPr lang="en-US" altLang="zh-CN" sz="1200" smtClean="0">
                <a:solidFill>
                  <a:srgbClr val="000000"/>
                </a:solidFill>
                <a:latin typeface="Times New Roman" panose="02020603050405020304" pitchFamily="18" charset="0"/>
              </a:rPr>
              <a:pPr/>
              <a:t>5</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62E817F2-B620-BFB7-2C07-1FE5BD96B279}"/>
              </a:ext>
            </a:extLst>
          </p:cNvPr>
          <p:cNvSpPr>
            <a:spLocks noGrp="1" noChangeArrowheads="1"/>
          </p:cNvSpPr>
          <p:nvPr>
            <p:ph type="title"/>
          </p:nvPr>
        </p:nvSpPr>
        <p:spPr>
          <a:xfrm>
            <a:off x="812800" y="609600"/>
            <a:ext cx="10464800" cy="890588"/>
          </a:xfrm>
        </p:spPr>
        <p:txBody>
          <a:bodyPr/>
          <a:lstStyle/>
          <a:p>
            <a:r>
              <a:rPr lang="en-US" altLang="en-US" dirty="0"/>
              <a:t>Sample working thesis statements</a:t>
            </a:r>
            <a:endParaRPr lang="en-GB" altLang="en-US" dirty="0"/>
          </a:p>
        </p:txBody>
      </p:sp>
      <p:graphicFrame>
        <p:nvGraphicFramePr>
          <p:cNvPr id="5" name="Table 5">
            <a:extLst>
              <a:ext uri="{FF2B5EF4-FFF2-40B4-BE49-F238E27FC236}">
                <a16:creationId xmlns:a16="http://schemas.microsoft.com/office/drawing/2014/main" id="{3898FBF3-9DB6-9AD6-768E-632BEEE8080E}"/>
              </a:ext>
            </a:extLst>
          </p:cNvPr>
          <p:cNvGraphicFramePr>
            <a:graphicFrameLocks noGrp="1"/>
          </p:cNvGraphicFramePr>
          <p:nvPr>
            <p:ph idx="1"/>
            <p:extLst>
              <p:ext uri="{D42A27DB-BD31-4B8C-83A1-F6EECF244321}">
                <p14:modId xmlns:p14="http://schemas.microsoft.com/office/powerpoint/2010/main" val="1655764492"/>
              </p:ext>
            </p:extLst>
          </p:nvPr>
        </p:nvGraphicFramePr>
        <p:xfrm>
          <a:off x="812800" y="1624013"/>
          <a:ext cx="10464800" cy="4276902"/>
        </p:xfrm>
        <a:graphic>
          <a:graphicData uri="http://schemas.openxmlformats.org/drawingml/2006/table">
            <a:tbl>
              <a:tblPr firstRow="1" bandRow="1">
                <a:tableStyleId>{5C22544A-7EE6-4342-B048-85BDC9FD1C3A}</a:tableStyleId>
              </a:tblPr>
              <a:tblGrid>
                <a:gridCol w="5232400">
                  <a:extLst>
                    <a:ext uri="{9D8B030D-6E8A-4147-A177-3AD203B41FA5}">
                      <a16:colId xmlns:a16="http://schemas.microsoft.com/office/drawing/2014/main" val="20000"/>
                    </a:ext>
                  </a:extLst>
                </a:gridCol>
                <a:gridCol w="5232400">
                  <a:extLst>
                    <a:ext uri="{9D8B030D-6E8A-4147-A177-3AD203B41FA5}">
                      <a16:colId xmlns:a16="http://schemas.microsoft.com/office/drawing/2014/main" val="20001"/>
                    </a:ext>
                  </a:extLst>
                </a:gridCol>
              </a:tblGrid>
              <a:tr h="680370">
                <a:tc>
                  <a:txBody>
                    <a:bodyPr/>
                    <a:lstStyle/>
                    <a:p>
                      <a:r>
                        <a:rPr lang="en-GB" sz="2800" dirty="0">
                          <a:latin typeface="Times New Roman" panose="02020603050405020304" pitchFamily="18" charset="0"/>
                          <a:cs typeface="Times New Roman" panose="02020603050405020304" pitchFamily="18" charset="0"/>
                        </a:rPr>
                        <a:t>Research questions</a:t>
                      </a:r>
                    </a:p>
                  </a:txBody>
                  <a:tcPr marT="45693" marB="45693"/>
                </a:tc>
                <a:tc>
                  <a:txBody>
                    <a:bodyPr/>
                    <a:lstStyle/>
                    <a:p>
                      <a:r>
                        <a:rPr lang="en-GB" sz="2800" dirty="0">
                          <a:latin typeface="Times New Roman" panose="02020603050405020304" pitchFamily="18" charset="0"/>
                          <a:cs typeface="Times New Roman" panose="02020603050405020304" pitchFamily="18" charset="0"/>
                        </a:rPr>
                        <a:t>Working thesis statement</a:t>
                      </a:r>
                    </a:p>
                  </a:txBody>
                  <a:tcPr marT="45693" marB="45693"/>
                </a:tc>
                <a:extLst>
                  <a:ext uri="{0D108BD9-81ED-4DB2-BD59-A6C34878D82A}">
                    <a16:rowId xmlns:a16="http://schemas.microsoft.com/office/drawing/2014/main" val="10000"/>
                  </a:ext>
                </a:extLst>
              </a:tr>
              <a:tr h="17981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baseline="0" dirty="0">
                          <a:solidFill>
                            <a:schemeClr val="tx2">
                              <a:lumMod val="75000"/>
                            </a:schemeClr>
                          </a:solidFill>
                          <a:latin typeface="Times New Roman" panose="02020603050405020304" pitchFamily="18" charset="0"/>
                          <a:cs typeface="Times New Roman" panose="02020603050405020304" pitchFamily="18" charset="0"/>
                        </a:rPr>
                        <a:t>Can educational technology improve student learning and solve the problem of teacher shortages?</a:t>
                      </a:r>
                    </a:p>
                    <a:p>
                      <a:endParaRPr lang="en-GB" sz="2800" dirty="0">
                        <a:solidFill>
                          <a:schemeClr val="tx2">
                            <a:lumMod val="75000"/>
                          </a:schemeClr>
                        </a:solidFill>
                        <a:latin typeface="Times New Roman" panose="02020603050405020304" pitchFamily="18" charset="0"/>
                        <a:cs typeface="Times New Roman" panose="02020603050405020304" pitchFamily="18" charset="0"/>
                      </a:endParaRPr>
                    </a:p>
                  </a:txBody>
                  <a:tcPr marT="45693" marB="4569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baseline="0" dirty="0">
                          <a:solidFill>
                            <a:schemeClr val="tx2">
                              <a:lumMod val="75000"/>
                            </a:schemeClr>
                          </a:solidFill>
                          <a:latin typeface="Times New Roman" panose="02020603050405020304" pitchFamily="18" charset="0"/>
                          <a:cs typeface="Times New Roman" panose="02020603050405020304" pitchFamily="18" charset="0"/>
                        </a:rPr>
                        <a:t>Educational technology can help solve teacher shortages by shifting the focus from teachers to students.</a:t>
                      </a:r>
                    </a:p>
                    <a:p>
                      <a:endParaRPr lang="en-GB" sz="2800" dirty="0">
                        <a:solidFill>
                          <a:schemeClr val="tx2">
                            <a:lumMod val="75000"/>
                          </a:schemeClr>
                        </a:solidFill>
                        <a:latin typeface="Times New Roman" panose="02020603050405020304" pitchFamily="18" charset="0"/>
                        <a:cs typeface="Times New Roman" panose="02020603050405020304" pitchFamily="18" charset="0"/>
                      </a:endParaRPr>
                    </a:p>
                  </a:txBody>
                  <a:tcPr marT="45693" marB="45693"/>
                </a:tc>
                <a:extLst>
                  <a:ext uri="{0D108BD9-81ED-4DB2-BD59-A6C34878D82A}">
                    <a16:rowId xmlns:a16="http://schemas.microsoft.com/office/drawing/2014/main" val="10001"/>
                  </a:ext>
                </a:extLst>
              </a:tr>
              <a:tr h="1798177">
                <a:tc>
                  <a:txBody>
                    <a:bodyPr/>
                    <a:lstStyle/>
                    <a:p>
                      <a:r>
                        <a:rPr lang="en-US" sz="2800" b="0" i="0" u="none" strike="noStrike" kern="1200" baseline="0" dirty="0">
                          <a:solidFill>
                            <a:schemeClr val="tx2">
                              <a:lumMod val="75000"/>
                            </a:schemeClr>
                          </a:solidFill>
                          <a:latin typeface="Times New Roman" panose="02020603050405020304" pitchFamily="18" charset="0"/>
                          <a:ea typeface="+mn-ea"/>
                          <a:cs typeface="Times New Roman" panose="02020603050405020304" pitchFamily="18" charset="0"/>
                        </a:rPr>
                        <a:t>Should the government enact laws to regulate healthy eating choices?</a:t>
                      </a:r>
                      <a:endParaRPr lang="en-GB" sz="2800" dirty="0">
                        <a:solidFill>
                          <a:schemeClr val="tx2">
                            <a:lumMod val="75000"/>
                          </a:schemeClr>
                        </a:solidFill>
                        <a:latin typeface="Times New Roman" panose="02020603050405020304" pitchFamily="18" charset="0"/>
                        <a:cs typeface="Times New Roman" panose="02020603050405020304" pitchFamily="18" charset="0"/>
                      </a:endParaRPr>
                    </a:p>
                  </a:txBody>
                  <a:tcPr marT="45693" marB="45693"/>
                </a:tc>
                <a:tc>
                  <a:txBody>
                    <a:bodyPr/>
                    <a:lstStyle/>
                    <a:p>
                      <a:r>
                        <a:rPr lang="en-US" sz="2800" dirty="0">
                          <a:solidFill>
                            <a:schemeClr val="tx2">
                              <a:lumMod val="75000"/>
                            </a:schemeClr>
                          </a:solidFill>
                          <a:latin typeface="Times New Roman" panose="02020603050405020304" pitchFamily="18" charset="0"/>
                          <a:cs typeface="Times New Roman" panose="02020603050405020304" pitchFamily="18" charset="0"/>
                        </a:rPr>
                        <a:t>Government has the responsibility to regulate healthy eating choices because of the rise of chronic diseases.</a:t>
                      </a:r>
                      <a:endParaRPr lang="en-GB" sz="2800" dirty="0">
                        <a:solidFill>
                          <a:schemeClr val="tx2">
                            <a:lumMod val="75000"/>
                          </a:schemeClr>
                        </a:solidFill>
                        <a:latin typeface="Times New Roman" panose="02020603050405020304" pitchFamily="18" charset="0"/>
                        <a:cs typeface="Times New Roman" panose="02020603050405020304" pitchFamily="18" charset="0"/>
                      </a:endParaRPr>
                    </a:p>
                  </a:txBody>
                  <a:tcPr marT="45693" marB="45693"/>
                </a:tc>
                <a:extLst>
                  <a:ext uri="{0D108BD9-81ED-4DB2-BD59-A6C34878D82A}">
                    <a16:rowId xmlns:a16="http://schemas.microsoft.com/office/drawing/2014/main" val="10002"/>
                  </a:ext>
                </a:extLst>
              </a:tr>
            </a:tbl>
          </a:graphicData>
        </a:graphic>
      </p:graphicFrame>
      <p:sp>
        <p:nvSpPr>
          <p:cNvPr id="49168" name="Slide Number Placeholder 3">
            <a:extLst>
              <a:ext uri="{FF2B5EF4-FFF2-40B4-BE49-F238E27FC236}">
                <a16:creationId xmlns:a16="http://schemas.microsoft.com/office/drawing/2014/main" id="{95D234AB-4401-3764-0237-5E181EC8DE1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F33BEAF5-42AE-6349-9D9D-4C0884C7C487}" type="slidenum">
              <a:rPr lang="en-US" altLang="zh-CN" sz="1200" smtClean="0">
                <a:solidFill>
                  <a:srgbClr val="000000"/>
                </a:solidFill>
                <a:latin typeface="Times New Roman" panose="02020603050405020304" pitchFamily="18" charset="0"/>
              </a:rPr>
              <a:pPr/>
              <a:t>6</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3AC42AED-F63F-E55F-B3BE-138020A9C56D}"/>
              </a:ext>
            </a:extLst>
          </p:cNvPr>
          <p:cNvSpPr>
            <a:spLocks noGrp="1" noChangeArrowheads="1"/>
          </p:cNvSpPr>
          <p:nvPr>
            <p:ph type="title"/>
          </p:nvPr>
        </p:nvSpPr>
        <p:spPr>
          <a:xfrm>
            <a:off x="812800" y="609600"/>
            <a:ext cx="10464800" cy="890588"/>
          </a:xfrm>
        </p:spPr>
        <p:txBody>
          <a:bodyPr/>
          <a:lstStyle/>
          <a:p>
            <a:r>
              <a:rPr lang="en-GB" altLang="en-US"/>
              <a:t>Task 1</a:t>
            </a:r>
          </a:p>
        </p:txBody>
      </p:sp>
      <p:sp>
        <p:nvSpPr>
          <p:cNvPr id="3" name="Content Placeholder 2">
            <a:extLst>
              <a:ext uri="{FF2B5EF4-FFF2-40B4-BE49-F238E27FC236}">
                <a16:creationId xmlns:a16="http://schemas.microsoft.com/office/drawing/2014/main" id="{A466B9A2-CC57-E379-CE20-656440B508A7}"/>
              </a:ext>
            </a:extLst>
          </p:cNvPr>
          <p:cNvSpPr>
            <a:spLocks noGrp="1"/>
          </p:cNvSpPr>
          <p:nvPr>
            <p:ph idx="1"/>
          </p:nvPr>
        </p:nvSpPr>
        <p:spPr>
          <a:xfrm>
            <a:off x="812800" y="1624013"/>
            <a:ext cx="10464800" cy="4443412"/>
          </a:xfrm>
        </p:spPr>
        <p:txBody>
          <a:bodyPr/>
          <a:lstStyle/>
          <a:p>
            <a:pPr>
              <a:buSzPct val="80000"/>
              <a:buFont typeface="Wingdings" pitchFamily="2" charset="2"/>
              <a:buChar char="§"/>
              <a:defRPr/>
            </a:pPr>
            <a:r>
              <a:rPr lang="en-GB" sz="2800" b="1" dirty="0"/>
              <a:t>Please revise the two working theses, </a:t>
            </a:r>
            <a:r>
              <a:rPr lang="en-US" sz="2800" b="1" dirty="0"/>
              <a:t>to give them a sharper and more specific focus.</a:t>
            </a:r>
          </a:p>
          <a:p>
            <a:pPr>
              <a:defRPr/>
            </a:pPr>
            <a:endParaRPr lang="en-US" sz="2800" dirty="0"/>
          </a:p>
          <a:p>
            <a:pPr marL="856350" indent="-514350">
              <a:buSzPct val="80000"/>
              <a:buFont typeface="+mj-lt"/>
              <a:buAutoNum type="arabicPeriod"/>
              <a:tabLst>
                <a:tab pos="1258888" algn="l"/>
              </a:tabLst>
              <a:defRPr/>
            </a:pPr>
            <a:r>
              <a:rPr lang="en-US" sz="2800" dirty="0"/>
              <a:t>Educational technology can help solve teacher shortages by shifting the focus from teachers to students.</a:t>
            </a:r>
          </a:p>
          <a:p>
            <a:pPr marL="856350" indent="-514350">
              <a:buSzPct val="80000"/>
              <a:buFont typeface="+mj-lt"/>
              <a:buAutoNum type="arabicPeriod"/>
              <a:tabLst>
                <a:tab pos="1258888" algn="l"/>
              </a:tabLst>
              <a:defRPr/>
            </a:pPr>
            <a:r>
              <a:rPr lang="en-US" sz="2800" dirty="0"/>
              <a:t>Government has the responsibility to regulate healthy eating choices because of the rise of chronic diseases.</a:t>
            </a:r>
            <a:endParaRPr lang="en-GB" sz="2800" dirty="0"/>
          </a:p>
        </p:txBody>
      </p:sp>
      <p:sp>
        <p:nvSpPr>
          <p:cNvPr id="51203" name="Slide Number Placeholder 3">
            <a:extLst>
              <a:ext uri="{FF2B5EF4-FFF2-40B4-BE49-F238E27FC236}">
                <a16:creationId xmlns:a16="http://schemas.microsoft.com/office/drawing/2014/main" id="{32F0DCE6-2668-1F06-FC60-E99DCBE36F6E}"/>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D2F0ADFC-5C61-1A46-AD1F-82C20C86B79D}" type="slidenum">
              <a:rPr lang="en-US" altLang="zh-CN" sz="1200" smtClean="0">
                <a:solidFill>
                  <a:srgbClr val="000000"/>
                </a:solidFill>
                <a:latin typeface="Times New Roman" panose="02020603050405020304" pitchFamily="18" charset="0"/>
              </a:rPr>
              <a:pPr/>
              <a:t>7</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D6D3A0B6-5D06-54F0-1E56-5FDD99596710}"/>
              </a:ext>
            </a:extLst>
          </p:cNvPr>
          <p:cNvSpPr>
            <a:spLocks noGrp="1" noChangeArrowheads="1"/>
          </p:cNvSpPr>
          <p:nvPr>
            <p:ph type="title"/>
          </p:nvPr>
        </p:nvSpPr>
        <p:spPr>
          <a:xfrm>
            <a:off x="812800" y="609600"/>
            <a:ext cx="10464800" cy="890588"/>
          </a:xfrm>
        </p:spPr>
        <p:txBody>
          <a:bodyPr/>
          <a:lstStyle/>
          <a:p>
            <a:r>
              <a:rPr lang="en-US" altLang="en-US" dirty="0"/>
              <a:t>Guidelines for </a:t>
            </a:r>
            <a:r>
              <a:rPr lang="en-GB" altLang="en-US" dirty="0"/>
              <a:t>developing your thesis</a:t>
            </a:r>
          </a:p>
        </p:txBody>
      </p:sp>
      <p:sp>
        <p:nvSpPr>
          <p:cNvPr id="3" name="Content Placeholder 2">
            <a:extLst>
              <a:ext uri="{FF2B5EF4-FFF2-40B4-BE49-F238E27FC236}">
                <a16:creationId xmlns:a16="http://schemas.microsoft.com/office/drawing/2014/main" id="{C8DEC0C2-4194-3642-A19D-680622F5A88E}"/>
              </a:ext>
            </a:extLst>
          </p:cNvPr>
          <p:cNvSpPr>
            <a:spLocks noGrp="1"/>
          </p:cNvSpPr>
          <p:nvPr>
            <p:ph idx="1"/>
          </p:nvPr>
        </p:nvSpPr>
        <p:spPr>
          <a:xfrm>
            <a:off x="681038" y="1393534"/>
            <a:ext cx="10464800" cy="4850103"/>
          </a:xfrm>
        </p:spPr>
        <p:txBody>
          <a:bodyPr/>
          <a:lstStyle/>
          <a:p>
            <a:pPr marL="514350" indent="-514350">
              <a:buSzPct val="80000"/>
              <a:buFont typeface="+mj-lt"/>
              <a:buAutoNum type="arabicPeriod"/>
              <a:defRPr/>
            </a:pPr>
            <a:r>
              <a:rPr lang="en-US" sz="2600" dirty="0"/>
              <a:t>A thesis should take a position that needs to be argued and supported. It should not be a fact or description.</a:t>
            </a:r>
          </a:p>
          <a:p>
            <a:pPr marL="514350" indent="-514350">
              <a:buSzPct val="80000"/>
              <a:buFont typeface="+mj-lt"/>
              <a:buAutoNum type="arabicPeriod"/>
              <a:defRPr/>
            </a:pPr>
            <a:r>
              <a:rPr lang="en-US" sz="2600" dirty="0"/>
              <a:t>A thesis should match the scope of the research project. If your thesis is too broad, explore a subtopic of your original topic. If your thesis is too narrow, ask a research question that has more than one answer.</a:t>
            </a:r>
          </a:p>
          <a:p>
            <a:pPr marL="514350" indent="-514350">
              <a:buSzPct val="80000"/>
              <a:buFont typeface="+mj-lt"/>
              <a:buAutoNum type="arabicPeriod"/>
              <a:defRPr/>
            </a:pPr>
            <a:r>
              <a:rPr lang="en-US" sz="2600" dirty="0"/>
              <a:t>A thesis should be focused. Avoid vague words such as </a:t>
            </a:r>
            <a:r>
              <a:rPr lang="en-US" sz="2600" i="1" dirty="0"/>
              <a:t>interesting </a:t>
            </a:r>
            <a:r>
              <a:rPr lang="en-US" sz="2600" dirty="0"/>
              <a:t>or </a:t>
            </a:r>
            <a:r>
              <a:rPr lang="en-US" sz="2600" i="1" dirty="0"/>
              <a:t>good. </a:t>
            </a:r>
            <a:r>
              <a:rPr lang="en-US" sz="2600" dirty="0"/>
              <a:t>Use concrete language and make sure your thesis lets readers </a:t>
            </a:r>
            <a:r>
              <a:rPr lang="en-GB" sz="2600" dirty="0"/>
              <a:t>know your position.</a:t>
            </a:r>
          </a:p>
          <a:p>
            <a:pPr marL="514350" indent="-514350">
              <a:buSzPct val="80000"/>
              <a:buFont typeface="+mj-lt"/>
              <a:buAutoNum type="arabicPeriod"/>
              <a:defRPr/>
            </a:pPr>
            <a:r>
              <a:rPr lang="en-US" sz="2600" dirty="0"/>
              <a:t>A thesis should stand up to the “So what?” question. Ask yourself why readers should care about your thesis. If your thesis matters to you, your readers are more likely to find your ideas engaging.</a:t>
            </a:r>
            <a:endParaRPr lang="en-GB" sz="2600" dirty="0"/>
          </a:p>
        </p:txBody>
      </p:sp>
      <p:sp>
        <p:nvSpPr>
          <p:cNvPr id="53251" name="Slide Number Placeholder 3">
            <a:extLst>
              <a:ext uri="{FF2B5EF4-FFF2-40B4-BE49-F238E27FC236}">
                <a16:creationId xmlns:a16="http://schemas.microsoft.com/office/drawing/2014/main" id="{42E6DC9A-21AE-704C-44AE-29D4186C42D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FC46A945-DB35-304C-91AC-E368916F24DD}" type="slidenum">
              <a:rPr lang="en-US" altLang="zh-CN" sz="1200" smtClean="0">
                <a:solidFill>
                  <a:srgbClr val="000000"/>
                </a:solidFill>
                <a:latin typeface="Times New Roman" panose="02020603050405020304" pitchFamily="18" charset="0"/>
              </a:rPr>
              <a:pPr/>
              <a:t>8</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BD596F96-388B-136E-F445-D01B8CDA989A}"/>
              </a:ext>
            </a:extLst>
          </p:cNvPr>
          <p:cNvSpPr>
            <a:spLocks noGrp="1" noChangeArrowheads="1"/>
          </p:cNvSpPr>
          <p:nvPr>
            <p:ph type="title"/>
          </p:nvPr>
        </p:nvSpPr>
        <p:spPr>
          <a:xfrm>
            <a:off x="812800" y="609600"/>
            <a:ext cx="10464800" cy="890588"/>
          </a:xfrm>
        </p:spPr>
        <p:txBody>
          <a:bodyPr/>
          <a:lstStyle/>
          <a:p>
            <a:r>
              <a:rPr lang="en-GB" altLang="en-US" dirty="0"/>
              <a:t>Revised thesis 1</a:t>
            </a:r>
          </a:p>
        </p:txBody>
      </p:sp>
      <p:sp>
        <p:nvSpPr>
          <p:cNvPr id="3" name="Content Placeholder 2">
            <a:extLst>
              <a:ext uri="{FF2B5EF4-FFF2-40B4-BE49-F238E27FC236}">
                <a16:creationId xmlns:a16="http://schemas.microsoft.com/office/drawing/2014/main" id="{7094E1C3-4F37-5448-67E2-198B76957A1C}"/>
              </a:ext>
            </a:extLst>
          </p:cNvPr>
          <p:cNvSpPr>
            <a:spLocks noGrp="1"/>
          </p:cNvSpPr>
          <p:nvPr>
            <p:ph idx="1"/>
          </p:nvPr>
        </p:nvSpPr>
        <p:spPr>
          <a:xfrm>
            <a:off x="812800" y="1624013"/>
            <a:ext cx="10464800" cy="4443412"/>
          </a:xfrm>
        </p:spPr>
        <p:txBody>
          <a:bodyPr/>
          <a:lstStyle/>
          <a:p>
            <a:pPr marL="0" indent="0">
              <a:buFont typeface="Wingdings" pitchFamily="2" charset="2"/>
              <a:buNone/>
              <a:tabLst>
                <a:tab pos="1258888" algn="l"/>
              </a:tabLst>
              <a:defRPr/>
            </a:pPr>
            <a:r>
              <a:rPr lang="en-US" dirty="0">
                <a:solidFill>
                  <a:schemeClr val="accent1"/>
                </a:solidFill>
              </a:rPr>
              <a:t>1. </a:t>
            </a:r>
            <a:r>
              <a:rPr lang="en-US" sz="2800" dirty="0"/>
              <a:t>Educational technology can help solve teacher shortages by shifting the focus from teachers to students.</a:t>
            </a:r>
          </a:p>
          <a:p>
            <a:pPr>
              <a:tabLst>
                <a:tab pos="1258888" algn="l"/>
              </a:tabLst>
              <a:defRPr/>
            </a:pPr>
            <a:endParaRPr lang="en-GB" dirty="0">
              <a:solidFill>
                <a:schemeClr val="tx2"/>
              </a:solidFill>
            </a:endParaRPr>
          </a:p>
          <a:p>
            <a:pPr>
              <a:defRPr/>
            </a:pPr>
            <a:endParaRPr lang="en-GB" dirty="0"/>
          </a:p>
        </p:txBody>
      </p:sp>
      <p:sp>
        <p:nvSpPr>
          <p:cNvPr id="55299" name="Slide Number Placeholder 3">
            <a:extLst>
              <a:ext uri="{FF2B5EF4-FFF2-40B4-BE49-F238E27FC236}">
                <a16:creationId xmlns:a16="http://schemas.microsoft.com/office/drawing/2014/main" id="{DCDF009A-E20B-157E-2737-BE2E6940C99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8714178D-C5CB-1E44-BAA0-4231C3F62215}" type="slidenum">
              <a:rPr lang="en-US" altLang="zh-CN" sz="1200" smtClean="0">
                <a:solidFill>
                  <a:srgbClr val="000000"/>
                </a:solidFill>
                <a:latin typeface="Times New Roman" panose="02020603050405020304" pitchFamily="18" charset="0"/>
              </a:rPr>
              <a:pPr/>
              <a:t>9</a:t>
            </a:fld>
            <a:endParaRPr lang="en-US" altLang="zh-CN" sz="120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05902FD8-0788-2DE0-BBFC-EDF3B9113658}"/>
              </a:ext>
            </a:extLst>
          </p:cNvPr>
          <p:cNvSpPr txBox="1"/>
          <p:nvPr/>
        </p:nvSpPr>
        <p:spPr>
          <a:xfrm>
            <a:off x="976313" y="3121025"/>
            <a:ext cx="10301287" cy="1384995"/>
          </a:xfrm>
          <a:prstGeom prst="rect">
            <a:avLst/>
          </a:prstGeom>
          <a:solidFill>
            <a:schemeClr val="accent5">
              <a:lumMod val="20000"/>
              <a:lumOff val="80000"/>
            </a:schemeClr>
          </a:solidFill>
        </p:spPr>
        <p:txBody>
          <a:bodyPr>
            <a:spAutoFit/>
          </a:bodyPr>
          <a:lstStyle/>
          <a:p>
            <a:pPr>
              <a:defRPr/>
            </a:pPr>
            <a:r>
              <a:rPr lang="en-US" sz="2800" dirty="0">
                <a:solidFill>
                  <a:schemeClr val="tx2">
                    <a:lumMod val="75000"/>
                  </a:schemeClr>
                </a:solidFill>
                <a:latin typeface="Times New Roman" panose="02020603050405020304" pitchFamily="18" charset="0"/>
                <a:cs typeface="Times New Roman" panose="02020603050405020304" pitchFamily="18" charset="0"/>
              </a:rPr>
              <a:t>Educational technology can help solve teacher shortages by shifting the focus from teachers to students as technology plays a significant role in fostering student-centered learning.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ECAAE709-6B3F-9BA0-7863-7FD963291F60}"/>
              </a:ext>
            </a:extLst>
          </p:cNvPr>
          <p:cNvSpPr>
            <a:spLocks noGrp="1" noChangeArrowheads="1"/>
          </p:cNvSpPr>
          <p:nvPr>
            <p:ph type="title"/>
          </p:nvPr>
        </p:nvSpPr>
        <p:spPr>
          <a:xfrm>
            <a:off x="812800" y="609600"/>
            <a:ext cx="10464800" cy="890588"/>
          </a:xfrm>
        </p:spPr>
        <p:txBody>
          <a:bodyPr/>
          <a:lstStyle/>
          <a:p>
            <a:r>
              <a:rPr lang="en-GB" altLang="en-US"/>
              <a:t>Revised thesis 2</a:t>
            </a:r>
          </a:p>
        </p:txBody>
      </p:sp>
      <p:sp>
        <p:nvSpPr>
          <p:cNvPr id="3" name="Content Placeholder 2">
            <a:extLst>
              <a:ext uri="{FF2B5EF4-FFF2-40B4-BE49-F238E27FC236}">
                <a16:creationId xmlns:a16="http://schemas.microsoft.com/office/drawing/2014/main" id="{72571A12-116D-4AFB-30B0-151EB109D198}"/>
              </a:ext>
            </a:extLst>
          </p:cNvPr>
          <p:cNvSpPr>
            <a:spLocks noGrp="1"/>
          </p:cNvSpPr>
          <p:nvPr>
            <p:ph idx="1"/>
          </p:nvPr>
        </p:nvSpPr>
        <p:spPr>
          <a:xfrm>
            <a:off x="812800" y="1624013"/>
            <a:ext cx="10464800" cy="4443412"/>
          </a:xfrm>
        </p:spPr>
        <p:txBody>
          <a:bodyPr/>
          <a:lstStyle/>
          <a:p>
            <a:pPr marL="0" indent="0">
              <a:buFont typeface="Wingdings" pitchFamily="2" charset="2"/>
              <a:buNone/>
              <a:tabLst>
                <a:tab pos="1258888" algn="l"/>
              </a:tabLst>
              <a:defRPr/>
            </a:pPr>
            <a:r>
              <a:rPr lang="en-US" dirty="0">
                <a:solidFill>
                  <a:schemeClr val="accent1"/>
                </a:solidFill>
              </a:rPr>
              <a:t>2. </a:t>
            </a:r>
            <a:r>
              <a:rPr lang="en-US" sz="2800" dirty="0"/>
              <a:t>Government has the responsibility to regulate healthy eating choices because of the rise of chronic diseases.</a:t>
            </a:r>
          </a:p>
          <a:p>
            <a:pPr>
              <a:tabLst>
                <a:tab pos="1258888" algn="l"/>
              </a:tabLst>
              <a:defRPr/>
            </a:pPr>
            <a:endParaRPr lang="en-GB" dirty="0">
              <a:solidFill>
                <a:schemeClr val="tx2"/>
              </a:solidFill>
            </a:endParaRPr>
          </a:p>
          <a:p>
            <a:pPr>
              <a:defRPr/>
            </a:pPr>
            <a:endParaRPr lang="en-GB" dirty="0"/>
          </a:p>
        </p:txBody>
      </p:sp>
      <p:sp>
        <p:nvSpPr>
          <p:cNvPr id="56323" name="Slide Number Placeholder 3">
            <a:extLst>
              <a:ext uri="{FF2B5EF4-FFF2-40B4-BE49-F238E27FC236}">
                <a16:creationId xmlns:a16="http://schemas.microsoft.com/office/drawing/2014/main" id="{041F931F-B119-D30A-01E6-3F0BEEC3AB79}"/>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393E0445-01FC-9A45-8ADD-22FCDB60E912}" type="slidenum">
              <a:rPr lang="en-US" altLang="zh-CN" sz="1200" smtClean="0">
                <a:solidFill>
                  <a:srgbClr val="000000"/>
                </a:solidFill>
                <a:latin typeface="Times New Roman" panose="02020603050405020304" pitchFamily="18" charset="0"/>
              </a:rPr>
              <a:pPr/>
              <a:t>10</a:t>
            </a:fld>
            <a:endParaRPr lang="en-US" altLang="zh-CN" sz="120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A07BC259-B707-AA32-ABEA-3FF1BE472E30}"/>
              </a:ext>
            </a:extLst>
          </p:cNvPr>
          <p:cNvSpPr txBox="1"/>
          <p:nvPr/>
        </p:nvSpPr>
        <p:spPr>
          <a:xfrm>
            <a:off x="976313" y="3121025"/>
            <a:ext cx="10301287" cy="1815882"/>
          </a:xfrm>
          <a:prstGeom prst="rect">
            <a:avLst/>
          </a:prstGeom>
          <a:solidFill>
            <a:schemeClr val="accent5">
              <a:lumMod val="20000"/>
              <a:lumOff val="80000"/>
            </a:schemeClr>
          </a:solidFill>
        </p:spPr>
        <p:txBody>
          <a:bodyPr>
            <a:spAutoFit/>
          </a:bodyPr>
          <a:lstStyle/>
          <a:p>
            <a:pPr>
              <a:defRPr/>
            </a:pPr>
            <a:r>
              <a:rPr lang="en-US" sz="2800" dirty="0">
                <a:solidFill>
                  <a:schemeClr val="tx2">
                    <a:lumMod val="75000"/>
                  </a:schemeClr>
                </a:solidFill>
                <a:latin typeface="Times New Roman" panose="02020603050405020304" pitchFamily="18" charset="0"/>
                <a:cs typeface="Times New Roman" panose="02020603050405020304" pitchFamily="18" charset="0"/>
              </a:rPr>
              <a:t>In the name of public health and safety, state governments have the responsibility to advance health policies and to regulate healthy eating choices, especially since doing so offers a potentially large social benefit for a relatively small cost.</a:t>
            </a:r>
            <a:endParaRPr lang="en-GB" sz="2800" dirty="0">
              <a:solidFill>
                <a:schemeClr val="tx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A0D2B-04C8-8B7D-1F7E-4D5172DA0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82A45-A7C5-8D18-7D7A-18755261ACE6}"/>
              </a:ext>
            </a:extLst>
          </p:cNvPr>
          <p:cNvSpPr>
            <a:spLocks noGrp="1"/>
          </p:cNvSpPr>
          <p:nvPr>
            <p:ph type="ctrTitle"/>
          </p:nvPr>
        </p:nvSpPr>
        <p:spPr>
          <a:xfrm>
            <a:off x="914400" y="2430470"/>
            <a:ext cx="10363200" cy="1920250"/>
          </a:xfrm>
        </p:spPr>
        <p:txBody>
          <a:bodyPr/>
          <a:lstStyle/>
          <a:p>
            <a:pPr algn="ctr"/>
            <a:r>
              <a:rPr lang="en-US" altLang="en-US" sz="6000" dirty="0">
                <a:solidFill>
                  <a:schemeClr val="tx2">
                    <a:lumMod val="75000"/>
                  </a:schemeClr>
                </a:solidFill>
              </a:rPr>
              <a:t>Citing your sources and avoiding plagiarism</a:t>
            </a:r>
            <a:br>
              <a:rPr lang="en-US" altLang="en-US" sz="4800" dirty="0">
                <a:solidFill>
                  <a:schemeClr val="tx2">
                    <a:lumMod val="75000"/>
                  </a:schemeClr>
                </a:solidFill>
              </a:rPr>
            </a:br>
            <a:br>
              <a:rPr lang="en-US" altLang="en-US" sz="2400" dirty="0">
                <a:solidFill>
                  <a:schemeClr val="tx2">
                    <a:lumMod val="75000"/>
                  </a:schemeClr>
                </a:solidFill>
              </a:rPr>
            </a:br>
            <a:endParaRPr lang="en-GB" sz="2400" dirty="0">
              <a:solidFill>
                <a:schemeClr val="tx2">
                  <a:lumMod val="75000"/>
                </a:schemeClr>
              </a:solidFill>
            </a:endParaRPr>
          </a:p>
        </p:txBody>
      </p:sp>
      <p:sp>
        <p:nvSpPr>
          <p:cNvPr id="4" name="Slide Number Placeholder 3">
            <a:extLst>
              <a:ext uri="{FF2B5EF4-FFF2-40B4-BE49-F238E27FC236}">
                <a16:creationId xmlns:a16="http://schemas.microsoft.com/office/drawing/2014/main" id="{5CEAD7BD-7715-7E7F-B0F1-D7A4DC8DBD81}"/>
              </a:ext>
            </a:extLst>
          </p:cNvPr>
          <p:cNvSpPr>
            <a:spLocks noGrp="1"/>
          </p:cNvSpPr>
          <p:nvPr>
            <p:ph type="sldNum" sz="quarter" idx="10"/>
          </p:nvPr>
        </p:nvSpPr>
        <p:spPr/>
        <p:txBody>
          <a:bodyPr/>
          <a:lstStyle/>
          <a:p>
            <a:pPr>
              <a:defRPr/>
            </a:pPr>
            <a:fld id="{094F0E88-8A55-EE44-B687-90F85FC884EE}" type="slidenum">
              <a:rPr lang="en-US" altLang="zh-CN" smtClean="0"/>
              <a:pPr>
                <a:defRPr/>
              </a:pPr>
              <a:t>11</a:t>
            </a:fld>
            <a:endParaRPr lang="en-US" altLang="zh-CN"/>
          </a:p>
        </p:txBody>
      </p:sp>
    </p:spTree>
    <p:extLst>
      <p:ext uri="{BB962C8B-B14F-4D97-AF65-F5344CB8AC3E}">
        <p14:creationId xmlns:p14="http://schemas.microsoft.com/office/powerpoint/2010/main" val="332381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0CBEA19B-3A1C-8F4E-ED84-C2ACDEA40039}"/>
              </a:ext>
            </a:extLst>
          </p:cNvPr>
          <p:cNvSpPr>
            <a:spLocks noGrp="1" noChangeArrowheads="1"/>
          </p:cNvSpPr>
          <p:nvPr>
            <p:ph type="title"/>
          </p:nvPr>
        </p:nvSpPr>
        <p:spPr>
          <a:xfrm>
            <a:off x="812800" y="609600"/>
            <a:ext cx="10464800" cy="890588"/>
          </a:xfrm>
        </p:spPr>
        <p:txBody>
          <a:bodyPr/>
          <a:lstStyle/>
          <a:p>
            <a:r>
              <a:rPr lang="en-US" altLang="en-US" dirty="0"/>
              <a:t>Use sources to inform and support your argument.</a:t>
            </a:r>
            <a:endParaRPr lang="en-GB" altLang="en-US" dirty="0"/>
          </a:p>
        </p:txBody>
      </p:sp>
      <p:sp>
        <p:nvSpPr>
          <p:cNvPr id="3" name="Content Placeholder 2">
            <a:extLst>
              <a:ext uri="{FF2B5EF4-FFF2-40B4-BE49-F238E27FC236}">
                <a16:creationId xmlns:a16="http://schemas.microsoft.com/office/drawing/2014/main" id="{C4F2FF68-2546-C5E8-7032-90AACFCB4EBC}"/>
              </a:ext>
            </a:extLst>
          </p:cNvPr>
          <p:cNvSpPr>
            <a:spLocks noGrp="1"/>
          </p:cNvSpPr>
          <p:nvPr>
            <p:ph idx="1"/>
          </p:nvPr>
        </p:nvSpPr>
        <p:spPr>
          <a:xfrm>
            <a:off x="812800" y="1624013"/>
            <a:ext cx="10464800" cy="4443412"/>
          </a:xfrm>
        </p:spPr>
        <p:txBody>
          <a:bodyPr/>
          <a:lstStyle/>
          <a:p>
            <a:pPr>
              <a:buSzPct val="80000"/>
              <a:buFont typeface="Wingdings" pitchFamily="2" charset="2"/>
              <a:buChar char="§"/>
              <a:defRPr/>
            </a:pPr>
            <a:r>
              <a:rPr lang="en-US" sz="3200" b="1" dirty="0"/>
              <a:t>What sources can do for us?</a:t>
            </a:r>
          </a:p>
          <a:p>
            <a:pPr>
              <a:defRPr/>
            </a:pPr>
            <a:endParaRPr lang="en-US" sz="2800" b="1" dirty="0"/>
          </a:p>
          <a:p>
            <a:pPr marL="457200" indent="-457200">
              <a:buSzPct val="80000"/>
              <a:buFont typeface="+mj-lt"/>
              <a:buAutoNum type="arabicPeriod"/>
              <a:defRPr/>
            </a:pPr>
            <a:r>
              <a:rPr lang="en-US" sz="2800" dirty="0"/>
              <a:t>Providing background information or context</a:t>
            </a:r>
          </a:p>
          <a:p>
            <a:pPr marL="457200" indent="-457200">
              <a:buSzPct val="80000"/>
              <a:buFont typeface="+mj-lt"/>
              <a:buAutoNum type="arabicPeriod"/>
              <a:defRPr/>
            </a:pPr>
            <a:r>
              <a:rPr lang="en-US" sz="2800" dirty="0"/>
              <a:t>Explaining terms or concepts</a:t>
            </a:r>
          </a:p>
          <a:p>
            <a:pPr marL="457200" indent="-457200">
              <a:buSzPct val="80000"/>
              <a:buFont typeface="+mj-lt"/>
              <a:buAutoNum type="arabicPeriod"/>
              <a:defRPr/>
            </a:pPr>
            <a:r>
              <a:rPr lang="en-US" sz="2800" dirty="0"/>
              <a:t>Supporting your claims</a:t>
            </a:r>
          </a:p>
          <a:p>
            <a:pPr marL="457200" indent="-457200">
              <a:buSzPct val="80000"/>
              <a:buFont typeface="+mj-lt"/>
              <a:buAutoNum type="arabicPeriod"/>
              <a:defRPr/>
            </a:pPr>
            <a:r>
              <a:rPr lang="en-US" sz="2800" dirty="0"/>
              <a:t>Lending authority to your argument</a:t>
            </a:r>
          </a:p>
          <a:p>
            <a:pPr marL="457200" indent="-457200">
              <a:buSzPct val="80000"/>
              <a:buFont typeface="+mj-lt"/>
              <a:buAutoNum type="arabicPeriod"/>
              <a:defRPr/>
            </a:pPr>
            <a:r>
              <a:rPr lang="en-US" sz="2800" dirty="0"/>
              <a:t>Anticipating and countering alternative interpretations</a:t>
            </a:r>
          </a:p>
        </p:txBody>
      </p:sp>
      <p:sp>
        <p:nvSpPr>
          <p:cNvPr id="57347" name="Slide Number Placeholder 3">
            <a:extLst>
              <a:ext uri="{FF2B5EF4-FFF2-40B4-BE49-F238E27FC236}">
                <a16:creationId xmlns:a16="http://schemas.microsoft.com/office/drawing/2014/main" id="{9460CEF0-E09F-4BA6-1476-9B1715C432F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BAF9451-98AF-7B4E-ACAE-67A206B9AD01}" type="slidenum">
              <a:rPr lang="en-US" altLang="zh-CN" sz="1200" smtClean="0">
                <a:solidFill>
                  <a:srgbClr val="000000"/>
                </a:solidFill>
                <a:latin typeface="Times New Roman" panose="02020603050405020304" pitchFamily="18" charset="0"/>
              </a:rPr>
              <a:pPr/>
              <a:t>12</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D75EFC48-83DF-1F35-139C-171A95505E18}"/>
              </a:ext>
            </a:extLst>
          </p:cNvPr>
          <p:cNvSpPr>
            <a:spLocks noGrp="1" noChangeArrowheads="1"/>
          </p:cNvSpPr>
          <p:nvPr>
            <p:ph type="title"/>
          </p:nvPr>
        </p:nvSpPr>
        <p:spPr>
          <a:xfrm>
            <a:off x="812800" y="609600"/>
            <a:ext cx="10464800" cy="890588"/>
          </a:xfrm>
        </p:spPr>
        <p:txBody>
          <a:bodyPr/>
          <a:lstStyle/>
          <a:p>
            <a:r>
              <a:rPr lang="en-GB" altLang="en-US"/>
              <a:t>Citing sources </a:t>
            </a:r>
            <a:r>
              <a:rPr lang="en-US" altLang="zh-CN"/>
              <a:t>and </a:t>
            </a:r>
            <a:r>
              <a:rPr lang="en-GB" altLang="en-US"/>
              <a:t>avoiding plagiarism</a:t>
            </a:r>
          </a:p>
        </p:txBody>
      </p:sp>
      <p:sp>
        <p:nvSpPr>
          <p:cNvPr id="24579" name="Content Placeholder 2">
            <a:extLst>
              <a:ext uri="{FF2B5EF4-FFF2-40B4-BE49-F238E27FC236}">
                <a16:creationId xmlns:a16="http://schemas.microsoft.com/office/drawing/2014/main" id="{D56A5EEA-1415-3BC2-79F0-451D0F4D3725}"/>
              </a:ext>
            </a:extLst>
          </p:cNvPr>
          <p:cNvSpPr>
            <a:spLocks noGrp="1" noChangeArrowheads="1"/>
          </p:cNvSpPr>
          <p:nvPr>
            <p:ph idx="1"/>
          </p:nvPr>
        </p:nvSpPr>
        <p:spPr>
          <a:xfrm>
            <a:off x="812800" y="1624013"/>
            <a:ext cx="10464800" cy="4443412"/>
          </a:xfrm>
        </p:spPr>
        <p:txBody>
          <a:bodyPr/>
          <a:lstStyle/>
          <a:p>
            <a:pPr>
              <a:buSzPct val="80000"/>
              <a:buFont typeface="Wingdings" pitchFamily="2" charset="2"/>
              <a:buChar char="§"/>
              <a:defRPr/>
            </a:pPr>
            <a:r>
              <a:rPr lang="en-US" altLang="en-US" sz="2800" dirty="0"/>
              <a:t>In a research paper, you will draw on the work of other researchers and writers, and you must document their contributions by citing your sources. Sources are cited for </a:t>
            </a:r>
            <a:r>
              <a:rPr lang="en-US" altLang="en-US" sz="2800" b="1" dirty="0"/>
              <a:t>two reasons</a:t>
            </a:r>
            <a:r>
              <a:rPr lang="en-US" altLang="en-US" sz="2800" dirty="0"/>
              <a:t>:</a:t>
            </a:r>
          </a:p>
          <a:p>
            <a:pPr marL="0" indent="0">
              <a:buSzPct val="80000"/>
              <a:buNone/>
              <a:defRPr/>
            </a:pPr>
            <a:endParaRPr lang="en-US" altLang="en-US" sz="2800" dirty="0"/>
          </a:p>
          <a:p>
            <a:pPr marL="514350" indent="-514350">
              <a:buSzPct val="80000"/>
              <a:buFont typeface="+mj-lt"/>
              <a:buAutoNum type="arabicPeriod"/>
              <a:defRPr/>
            </a:pPr>
            <a:r>
              <a:rPr lang="en-US" altLang="en-US" sz="2800" dirty="0"/>
              <a:t>to tell readers where your information comes from — so that they can assess its reliability and, if interested, find and read the original source.</a:t>
            </a:r>
          </a:p>
          <a:p>
            <a:pPr marL="514350" indent="-514350">
              <a:buSzPct val="80000"/>
              <a:buFont typeface="+mj-lt"/>
              <a:buAutoNum type="arabicPeriod"/>
              <a:defRPr/>
            </a:pPr>
            <a:r>
              <a:rPr lang="en-US" altLang="en-US" sz="2800" dirty="0"/>
              <a:t>to give credit to the writers from whom you have borrowed words and ideas.</a:t>
            </a:r>
            <a:endParaRPr lang="en-GB" altLang="en-US" sz="2800" dirty="0"/>
          </a:p>
        </p:txBody>
      </p:sp>
      <p:sp>
        <p:nvSpPr>
          <p:cNvPr id="59395" name="Slide Number Placeholder 3">
            <a:extLst>
              <a:ext uri="{FF2B5EF4-FFF2-40B4-BE49-F238E27FC236}">
                <a16:creationId xmlns:a16="http://schemas.microsoft.com/office/drawing/2014/main" id="{CDF24195-5D62-36BA-43BB-D879D4351A3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8B520C3-0B90-C242-97BE-511EF9BD6631}" type="slidenum">
              <a:rPr lang="en-US" altLang="zh-CN" sz="1200" smtClean="0">
                <a:solidFill>
                  <a:srgbClr val="000000"/>
                </a:solidFill>
                <a:latin typeface="Times New Roman" panose="02020603050405020304" pitchFamily="18" charset="0"/>
              </a:rPr>
              <a:pPr/>
              <a:t>13</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62D1E118-F825-9479-BA0B-CE2194DC84BD}"/>
              </a:ext>
            </a:extLst>
          </p:cNvPr>
          <p:cNvSpPr>
            <a:spLocks noGrp="1" noChangeArrowheads="1"/>
          </p:cNvSpPr>
          <p:nvPr>
            <p:ph type="title"/>
          </p:nvPr>
        </p:nvSpPr>
        <p:spPr>
          <a:xfrm>
            <a:off x="812800" y="609600"/>
            <a:ext cx="10464800" cy="890588"/>
          </a:xfrm>
        </p:spPr>
        <p:txBody>
          <a:bodyPr/>
          <a:lstStyle/>
          <a:p>
            <a:r>
              <a:rPr lang="en-GB" altLang="en-US"/>
              <a:t>Two essential parts of APA citation </a:t>
            </a:r>
          </a:p>
        </p:txBody>
      </p:sp>
      <p:sp>
        <p:nvSpPr>
          <p:cNvPr id="26627" name="Content Placeholder 2">
            <a:extLst>
              <a:ext uri="{FF2B5EF4-FFF2-40B4-BE49-F238E27FC236}">
                <a16:creationId xmlns:a16="http://schemas.microsoft.com/office/drawing/2014/main" id="{0270583E-172B-CDBA-0E47-12DD4CDD7595}"/>
              </a:ext>
            </a:extLst>
          </p:cNvPr>
          <p:cNvSpPr>
            <a:spLocks noGrp="1" noChangeArrowheads="1"/>
          </p:cNvSpPr>
          <p:nvPr>
            <p:ph idx="1"/>
          </p:nvPr>
        </p:nvSpPr>
        <p:spPr>
          <a:xfrm>
            <a:off x="812800" y="1624013"/>
            <a:ext cx="10464800" cy="4443412"/>
          </a:xfrm>
        </p:spPr>
        <p:txBody>
          <a:bodyPr/>
          <a:lstStyle/>
          <a:p>
            <a:pPr>
              <a:buSzPct val="80000"/>
              <a:buFont typeface="Wingdings" pitchFamily="2" charset="2"/>
              <a:buChar char="§"/>
              <a:defRPr/>
            </a:pPr>
            <a:r>
              <a:rPr lang="en-GB" altLang="en-US" sz="2800" b="1" dirty="0"/>
              <a:t>In-Text Citation</a:t>
            </a:r>
          </a:p>
          <a:p>
            <a:pPr marL="0" indent="0">
              <a:spcAft>
                <a:spcPts val="600"/>
              </a:spcAft>
              <a:buFont typeface="Wingdings" pitchFamily="2" charset="2"/>
              <a:buNone/>
              <a:defRPr/>
            </a:pPr>
            <a:r>
              <a:rPr lang="en-US" altLang="en-US" sz="2800" dirty="0"/>
              <a:t>Bell (2010) reported that students engaged in this kind of learning performed better on both project-based assessments and standardized </a:t>
            </a:r>
            <a:r>
              <a:rPr lang="en-GB" altLang="en-US" sz="2800" dirty="0"/>
              <a:t>tests (pp. 39–40).</a:t>
            </a:r>
          </a:p>
          <a:p>
            <a:pPr>
              <a:spcBef>
                <a:spcPts val="1600"/>
              </a:spcBef>
              <a:buSzPct val="80000"/>
              <a:buFont typeface="Wingdings" pitchFamily="2" charset="2"/>
              <a:buChar char="§"/>
              <a:defRPr/>
            </a:pPr>
            <a:r>
              <a:rPr lang="en-US" altLang="en-US" sz="2800" b="1" dirty="0"/>
              <a:t>End-of-Text Citations (Reference list)</a:t>
            </a:r>
          </a:p>
          <a:p>
            <a:pPr>
              <a:spcBef>
                <a:spcPts val="1600"/>
              </a:spcBef>
              <a:buSzPct val="80000"/>
              <a:buFont typeface="Wingdings" pitchFamily="2" charset="2"/>
              <a:buChar char="§"/>
              <a:defRPr/>
            </a:pPr>
            <a:r>
              <a:rPr lang="en-US" altLang="en-US" sz="2800" dirty="0"/>
              <a:t>Bell, S. (2010). Project-based learning for the 21st century: Skills for           	the future. </a:t>
            </a:r>
            <a:r>
              <a:rPr lang="en-US" altLang="en-US" sz="2800" i="1" dirty="0"/>
              <a:t>The Clearing House, 83</a:t>
            </a:r>
            <a:r>
              <a:rPr lang="en-US" altLang="en-US" sz="2800" dirty="0"/>
              <a:t>(2), 39–43.</a:t>
            </a:r>
            <a:r>
              <a:rPr lang="zh-CN" altLang="en-US" sz="2800" dirty="0"/>
              <a:t>    </a:t>
            </a:r>
            <a:r>
              <a:rPr lang="en-US" altLang="zh-CN" sz="2800" dirty="0"/>
              <a:t>	</a:t>
            </a:r>
            <a:r>
              <a:rPr lang="en-HK" altLang="zh-CN" sz="2800" dirty="0"/>
              <a:t>http://</a:t>
            </a:r>
            <a:r>
              <a:rPr lang="en-HK" altLang="zh-CN" sz="2800" dirty="0" err="1"/>
              <a:t>www.jstor.org</a:t>
            </a:r>
            <a:r>
              <a:rPr lang="en-HK" altLang="zh-CN" sz="2800" dirty="0"/>
              <a:t>/stable/20697896</a:t>
            </a:r>
            <a:endParaRPr lang="en-GB" altLang="en-US" sz="2800" dirty="0"/>
          </a:p>
        </p:txBody>
      </p:sp>
      <p:sp>
        <p:nvSpPr>
          <p:cNvPr id="61443" name="Slide Number Placeholder 3">
            <a:extLst>
              <a:ext uri="{FF2B5EF4-FFF2-40B4-BE49-F238E27FC236}">
                <a16:creationId xmlns:a16="http://schemas.microsoft.com/office/drawing/2014/main" id="{B275211B-113E-9858-93C6-5B644EEE83C1}"/>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975BEAC0-97AF-0944-B58B-0C9D70EFB2E9}" type="slidenum">
              <a:rPr lang="en-US" altLang="zh-CN" sz="1200" smtClean="0">
                <a:solidFill>
                  <a:srgbClr val="000000"/>
                </a:solidFill>
                <a:latin typeface="Times New Roman" panose="02020603050405020304" pitchFamily="18" charset="0"/>
              </a:rPr>
              <a:pPr/>
              <a:t>14</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64BD513D-B007-C73C-6865-58A26E766E01}"/>
              </a:ext>
            </a:extLst>
          </p:cNvPr>
          <p:cNvSpPr>
            <a:spLocks noGrp="1" noChangeArrowheads="1"/>
          </p:cNvSpPr>
          <p:nvPr>
            <p:ph type="title"/>
          </p:nvPr>
        </p:nvSpPr>
        <p:spPr>
          <a:xfrm>
            <a:off x="812800" y="609600"/>
            <a:ext cx="10464800" cy="890588"/>
          </a:xfrm>
        </p:spPr>
        <p:txBody>
          <a:bodyPr/>
          <a:lstStyle/>
          <a:p>
            <a:r>
              <a:rPr lang="en-GB" altLang="en-US"/>
              <a:t>Understand what plagiarism is</a:t>
            </a:r>
          </a:p>
        </p:txBody>
      </p:sp>
      <p:sp>
        <p:nvSpPr>
          <p:cNvPr id="3" name="Content Placeholder 2">
            <a:extLst>
              <a:ext uri="{FF2B5EF4-FFF2-40B4-BE49-F238E27FC236}">
                <a16:creationId xmlns:a16="http://schemas.microsoft.com/office/drawing/2014/main" id="{F9B0D38C-30B4-67C0-FC42-23AB739BCE8B}"/>
              </a:ext>
            </a:extLst>
          </p:cNvPr>
          <p:cNvSpPr>
            <a:spLocks noGrp="1"/>
          </p:cNvSpPr>
          <p:nvPr>
            <p:ph idx="1"/>
          </p:nvPr>
        </p:nvSpPr>
        <p:spPr>
          <a:xfrm>
            <a:off x="812800" y="1624013"/>
            <a:ext cx="10464800" cy="4443412"/>
          </a:xfrm>
        </p:spPr>
        <p:txBody>
          <a:bodyPr/>
          <a:lstStyle/>
          <a:p>
            <a:pPr>
              <a:lnSpc>
                <a:spcPct val="150000"/>
              </a:lnSpc>
              <a:buSzPct val="80000"/>
              <a:buFont typeface="Wingdings" pitchFamily="2" charset="2"/>
              <a:buChar char="§"/>
              <a:defRPr/>
            </a:pPr>
            <a:r>
              <a:rPr lang="en-US" sz="2800" dirty="0"/>
              <a:t>Three different acts are considered plagiarism:</a:t>
            </a:r>
          </a:p>
          <a:p>
            <a:pPr marL="514350" indent="-514350">
              <a:buSzPct val="80000"/>
              <a:buFont typeface="+mj-lt"/>
              <a:buAutoNum type="arabicPeriod"/>
              <a:defRPr/>
            </a:pPr>
            <a:r>
              <a:rPr lang="en-US" sz="2800" dirty="0"/>
              <a:t>Failing to cite quotations and borrowed ideas, </a:t>
            </a:r>
          </a:p>
          <a:p>
            <a:pPr marL="514350" indent="-514350">
              <a:buSzPct val="80000"/>
              <a:buFont typeface="+mj-lt"/>
              <a:buAutoNum type="arabicPeriod"/>
              <a:defRPr/>
            </a:pPr>
            <a:r>
              <a:rPr lang="en-US" sz="2800" dirty="0"/>
              <a:t>Failing to enclose borrowed language in quotation marks, and </a:t>
            </a:r>
          </a:p>
          <a:p>
            <a:pPr marL="514350" indent="-514350">
              <a:buSzPct val="80000"/>
              <a:buFont typeface="+mj-lt"/>
              <a:buAutoNum type="arabicPeriod"/>
              <a:defRPr/>
            </a:pPr>
            <a:r>
              <a:rPr lang="en-US" sz="2800" dirty="0"/>
              <a:t>Failing to put summaries and paraphrases in your own words.</a:t>
            </a:r>
          </a:p>
          <a:p>
            <a:pPr marL="0" indent="0">
              <a:buClr>
                <a:schemeClr val="tx2"/>
              </a:buClr>
              <a:buSzPct val="80000"/>
              <a:buNone/>
              <a:defRPr/>
            </a:pPr>
            <a:endParaRPr lang="en-US" sz="2800" dirty="0"/>
          </a:p>
          <a:p>
            <a:pPr marL="432000" indent="0">
              <a:buClr>
                <a:schemeClr val="tx2"/>
              </a:buClr>
              <a:buSzPct val="80000"/>
              <a:buNone/>
              <a:defRPr/>
            </a:pPr>
            <a:r>
              <a:rPr lang="en-US" sz="2800" dirty="0"/>
              <a:t>Definitions of plagiarism may vary; it is a good idea to find out how individual schools define and </a:t>
            </a:r>
            <a:r>
              <a:rPr lang="en-GB" sz="2800" dirty="0"/>
              <a:t>address academic dishonesty.</a:t>
            </a:r>
          </a:p>
        </p:txBody>
      </p:sp>
      <p:sp>
        <p:nvSpPr>
          <p:cNvPr id="63491" name="Slide Number Placeholder 3">
            <a:extLst>
              <a:ext uri="{FF2B5EF4-FFF2-40B4-BE49-F238E27FC236}">
                <a16:creationId xmlns:a16="http://schemas.microsoft.com/office/drawing/2014/main" id="{61BAE390-B736-41F2-35D5-165BC7AA2E0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59EFA891-CCE3-CB41-9C41-9E9261469AD5}" type="slidenum">
              <a:rPr lang="en-US" altLang="zh-CN" sz="1200" smtClean="0">
                <a:solidFill>
                  <a:srgbClr val="000000"/>
                </a:solidFill>
                <a:latin typeface="Times New Roman" panose="02020603050405020304" pitchFamily="18" charset="0"/>
              </a:rPr>
              <a:pPr/>
              <a:t>15</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22215D55-EF66-5C02-D092-02B8219EFA04}"/>
              </a:ext>
            </a:extLst>
          </p:cNvPr>
          <p:cNvSpPr>
            <a:spLocks noGrp="1" noChangeArrowheads="1"/>
          </p:cNvSpPr>
          <p:nvPr>
            <p:ph type="title"/>
          </p:nvPr>
        </p:nvSpPr>
        <p:spPr>
          <a:xfrm>
            <a:off x="812800" y="609600"/>
            <a:ext cx="10464800" cy="890588"/>
          </a:xfrm>
        </p:spPr>
        <p:txBody>
          <a:bodyPr/>
          <a:lstStyle/>
          <a:p>
            <a:r>
              <a:rPr lang="en-GB" altLang="en-US"/>
              <a:t>How to avoid plagiarism?</a:t>
            </a:r>
          </a:p>
        </p:txBody>
      </p:sp>
      <p:sp>
        <p:nvSpPr>
          <p:cNvPr id="3" name="Content Placeholder 2">
            <a:extLst>
              <a:ext uri="{FF2B5EF4-FFF2-40B4-BE49-F238E27FC236}">
                <a16:creationId xmlns:a16="http://schemas.microsoft.com/office/drawing/2014/main" id="{85B2F04E-2BB5-2FB8-4008-1D4090528367}"/>
              </a:ext>
            </a:extLst>
          </p:cNvPr>
          <p:cNvSpPr>
            <a:spLocks noGrp="1"/>
          </p:cNvSpPr>
          <p:nvPr>
            <p:ph idx="1"/>
          </p:nvPr>
        </p:nvSpPr>
        <p:spPr>
          <a:xfrm>
            <a:off x="812800" y="1393825"/>
            <a:ext cx="10464800" cy="457200"/>
          </a:xfrm>
        </p:spPr>
        <p:txBody>
          <a:bodyPr/>
          <a:lstStyle/>
          <a:p>
            <a:pPr marL="0" indent="0">
              <a:buFont typeface="Wingdings" pitchFamily="2" charset="2"/>
              <a:buNone/>
              <a:defRPr/>
            </a:pPr>
            <a:r>
              <a:rPr lang="en-US" sz="2800" b="1" dirty="0"/>
              <a:t>1. Use quotation marks around borrowed language</a:t>
            </a:r>
          </a:p>
        </p:txBody>
      </p:sp>
      <p:sp>
        <p:nvSpPr>
          <p:cNvPr id="65539" name="Slide Number Placeholder 3">
            <a:extLst>
              <a:ext uri="{FF2B5EF4-FFF2-40B4-BE49-F238E27FC236}">
                <a16:creationId xmlns:a16="http://schemas.microsoft.com/office/drawing/2014/main" id="{D5C7EFC9-462C-2FF4-6527-2B6FA54B35A8}"/>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6DD475BB-B521-A44D-AC17-6FBEDE2C13B7}" type="slidenum">
              <a:rPr lang="en-US" altLang="zh-CN" sz="1200" smtClean="0">
                <a:solidFill>
                  <a:srgbClr val="000000"/>
                </a:solidFill>
                <a:latin typeface="Times New Roman" panose="02020603050405020304" pitchFamily="18" charset="0"/>
              </a:rPr>
              <a:pPr/>
              <a:t>16</a:t>
            </a:fld>
            <a:endParaRPr lang="en-US" altLang="zh-CN" sz="120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B21F1EBD-17BA-E222-37AA-F0C642F0EC68}"/>
              </a:ext>
            </a:extLst>
          </p:cNvPr>
          <p:cNvSpPr txBox="1"/>
          <p:nvPr/>
        </p:nvSpPr>
        <p:spPr>
          <a:xfrm>
            <a:off x="812801" y="1962145"/>
            <a:ext cx="10566400" cy="4170372"/>
          </a:xfrm>
          <a:prstGeom prst="rect">
            <a:avLst/>
          </a:prstGeom>
          <a:solidFill>
            <a:schemeClr val="accent5">
              <a:lumMod val="20000"/>
              <a:lumOff val="80000"/>
            </a:schemeClr>
          </a:solidFill>
        </p:spPr>
        <p:txBody>
          <a:bodyPr wrap="square">
            <a:spAutoFit/>
          </a:bodyPr>
          <a:lstStyle/>
          <a:p>
            <a:pPr marL="342900" indent="-342900">
              <a:spcBef>
                <a:spcPts val="600"/>
              </a:spcBef>
              <a:spcAft>
                <a:spcPts val="600"/>
              </a:spcAft>
              <a:buClr>
                <a:schemeClr val="accent1"/>
              </a:buClr>
              <a:buSzPct val="55000"/>
              <a:buFont typeface="Wingdings" pitchFamily="2" charset="2"/>
              <a:buChar char="n"/>
              <a:defRPr/>
            </a:pPr>
            <a:r>
              <a:rPr lang="en-GB" sz="2400" b="1" dirty="0">
                <a:solidFill>
                  <a:schemeClr val="tx2">
                    <a:lumMod val="75000"/>
                  </a:schemeClr>
                </a:solidFill>
                <a:latin typeface="Times New Roman" panose="02020603050405020304" pitchFamily="18" charset="0"/>
                <a:cs typeface="Times New Roman" panose="02020603050405020304" pitchFamily="18" charset="0"/>
              </a:rPr>
              <a:t>Original source</a:t>
            </a:r>
          </a:p>
          <a:p>
            <a:pPr marL="342000">
              <a:defRPr/>
            </a:pPr>
            <a:r>
              <a:rPr lang="en-US" sz="2400" dirty="0">
                <a:solidFill>
                  <a:schemeClr val="tx2">
                    <a:lumMod val="75000"/>
                  </a:schemeClr>
                </a:solidFill>
                <a:latin typeface="Times New Roman" panose="02020603050405020304" pitchFamily="18" charset="0"/>
                <a:cs typeface="Times New Roman" panose="02020603050405020304" pitchFamily="18" charset="0"/>
              </a:rPr>
              <a:t>Student-centered learning, or student-centeredness, is a model which puts the student in the center of the learning process. — Z. Çubukçu, “Teachers’ Evaluation of Student-Centered Learning Environments” (2012), p. 50</a:t>
            </a:r>
          </a:p>
          <a:p>
            <a:pPr marL="342900" indent="-342900">
              <a:spcBef>
                <a:spcPts val="600"/>
              </a:spcBef>
              <a:spcAft>
                <a:spcPts val="600"/>
              </a:spcAft>
              <a:buClr>
                <a:schemeClr val="accent1"/>
              </a:buClr>
              <a:buSzPct val="55000"/>
              <a:buFont typeface="Wingdings" pitchFamily="2" charset="2"/>
              <a:buChar char="n"/>
              <a:defRPr/>
            </a:pPr>
            <a:r>
              <a:rPr lang="en-GB" sz="2400" b="1" dirty="0">
                <a:solidFill>
                  <a:schemeClr val="tx2">
                    <a:lumMod val="75000"/>
                  </a:schemeClr>
                </a:solidFill>
                <a:latin typeface="Times New Roman" panose="02020603050405020304" pitchFamily="18" charset="0"/>
                <a:cs typeface="Times New Roman" panose="02020603050405020304" pitchFamily="18" charset="0"/>
              </a:rPr>
              <a:t>Plagiarism</a:t>
            </a:r>
          </a:p>
          <a:p>
            <a:pPr marL="342000">
              <a:defRPr/>
            </a:pPr>
            <a:r>
              <a:rPr lang="en-US" sz="2400" dirty="0">
                <a:solidFill>
                  <a:schemeClr val="tx2">
                    <a:lumMod val="75000"/>
                  </a:schemeClr>
                </a:solidFill>
                <a:latin typeface="Times New Roman" panose="02020603050405020304" pitchFamily="18" charset="0"/>
                <a:cs typeface="Times New Roman" panose="02020603050405020304" pitchFamily="18" charset="0"/>
              </a:rPr>
              <a:t>According to Çubukçu (2012), student-centered learning … is a model which puts the student in the center of the learning process (p. 50).</a:t>
            </a:r>
          </a:p>
          <a:p>
            <a:pPr marL="342900" indent="-342900">
              <a:spcBef>
                <a:spcPts val="600"/>
              </a:spcBef>
              <a:spcAft>
                <a:spcPts val="600"/>
              </a:spcAft>
              <a:buClr>
                <a:schemeClr val="accent1"/>
              </a:buClr>
              <a:buSzPct val="55000"/>
              <a:buFont typeface="Wingdings" pitchFamily="2" charset="2"/>
              <a:buChar char="n"/>
              <a:defRPr/>
            </a:pPr>
            <a:r>
              <a:rPr lang="en-US" sz="2400" b="1" dirty="0">
                <a:solidFill>
                  <a:schemeClr val="tx2">
                    <a:lumMod val="75000"/>
                  </a:schemeClr>
                </a:solidFill>
                <a:latin typeface="Times New Roman" panose="02020603050405020304" pitchFamily="18" charset="0"/>
                <a:cs typeface="Times New Roman" panose="02020603050405020304" pitchFamily="18" charset="0"/>
              </a:rPr>
              <a:t>Borrowed language in quotation marks</a:t>
            </a:r>
          </a:p>
          <a:p>
            <a:pPr marL="342000">
              <a:defRPr/>
            </a:pPr>
            <a:r>
              <a:rPr lang="en-US" sz="2400" dirty="0">
                <a:solidFill>
                  <a:schemeClr val="tx2">
                    <a:lumMod val="75000"/>
                  </a:schemeClr>
                </a:solidFill>
                <a:latin typeface="Times New Roman" panose="02020603050405020304" pitchFamily="18" charset="0"/>
                <a:cs typeface="Times New Roman" panose="02020603050405020304" pitchFamily="18" charset="0"/>
              </a:rPr>
              <a:t>According to Çubukçu (2012), “student-centered learning … is a model which puts the student in the center of the learning process” (p. 50).</a:t>
            </a:r>
            <a:endParaRPr lang="en-GB" sz="2400" dirty="0">
              <a:solidFill>
                <a:schemeClr val="tx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93AB6B63-0C20-ADA7-F049-1FC40E35B851}"/>
              </a:ext>
            </a:extLst>
          </p:cNvPr>
          <p:cNvSpPr>
            <a:spLocks noGrp="1" noChangeArrowheads="1"/>
          </p:cNvSpPr>
          <p:nvPr>
            <p:ph type="title"/>
          </p:nvPr>
        </p:nvSpPr>
        <p:spPr>
          <a:xfrm>
            <a:off x="812800" y="609600"/>
            <a:ext cx="10464800" cy="890588"/>
          </a:xfrm>
        </p:spPr>
        <p:txBody>
          <a:bodyPr/>
          <a:lstStyle/>
          <a:p>
            <a:r>
              <a:rPr lang="en-GB" altLang="en-US"/>
              <a:t>How to avoid plagiarism?</a:t>
            </a:r>
          </a:p>
        </p:txBody>
      </p:sp>
      <p:sp>
        <p:nvSpPr>
          <p:cNvPr id="3" name="Content Placeholder 2">
            <a:extLst>
              <a:ext uri="{FF2B5EF4-FFF2-40B4-BE49-F238E27FC236}">
                <a16:creationId xmlns:a16="http://schemas.microsoft.com/office/drawing/2014/main" id="{F7448E4C-56AA-8186-BC72-A2B3CCE869E2}"/>
              </a:ext>
            </a:extLst>
          </p:cNvPr>
          <p:cNvSpPr>
            <a:spLocks noGrp="1"/>
          </p:cNvSpPr>
          <p:nvPr>
            <p:ph idx="1"/>
          </p:nvPr>
        </p:nvSpPr>
        <p:spPr>
          <a:xfrm>
            <a:off x="812800" y="1393825"/>
            <a:ext cx="10464800" cy="457200"/>
          </a:xfrm>
        </p:spPr>
        <p:txBody>
          <a:bodyPr/>
          <a:lstStyle/>
          <a:p>
            <a:pPr marL="0" indent="0">
              <a:buFont typeface="Wingdings" pitchFamily="2" charset="2"/>
              <a:buNone/>
              <a:defRPr/>
            </a:pPr>
            <a:r>
              <a:rPr lang="en-US" sz="2800" b="1" dirty="0"/>
              <a:t>2. Put summaries and paraphrases in your own words</a:t>
            </a:r>
          </a:p>
        </p:txBody>
      </p:sp>
      <p:sp>
        <p:nvSpPr>
          <p:cNvPr id="67587" name="Slide Number Placeholder 3">
            <a:extLst>
              <a:ext uri="{FF2B5EF4-FFF2-40B4-BE49-F238E27FC236}">
                <a16:creationId xmlns:a16="http://schemas.microsoft.com/office/drawing/2014/main" id="{FC6D5F6D-4892-933A-2770-C8B0F85F31B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A027CCE-4B78-6E47-8F12-AB7FBBA5927C}" type="slidenum">
              <a:rPr lang="en-US" altLang="zh-CN" sz="1200" smtClean="0">
                <a:solidFill>
                  <a:srgbClr val="000000"/>
                </a:solidFill>
                <a:latin typeface="Times New Roman" panose="02020603050405020304" pitchFamily="18" charset="0"/>
              </a:rPr>
              <a:pPr/>
              <a:t>17</a:t>
            </a:fld>
            <a:endParaRPr lang="en-US" altLang="zh-CN" sz="1200">
              <a:solidFill>
                <a:srgbClr val="000000"/>
              </a:solidFill>
              <a:latin typeface="Times New Roman" panose="02020603050405020304" pitchFamily="18" charset="0"/>
            </a:endParaRPr>
          </a:p>
        </p:txBody>
      </p:sp>
      <p:sp>
        <p:nvSpPr>
          <p:cNvPr id="7" name="TextBox 6">
            <a:extLst>
              <a:ext uri="{FF2B5EF4-FFF2-40B4-BE49-F238E27FC236}">
                <a16:creationId xmlns:a16="http://schemas.microsoft.com/office/drawing/2014/main" id="{DF3BFECC-86BF-9304-F391-61CFC6878366}"/>
              </a:ext>
            </a:extLst>
          </p:cNvPr>
          <p:cNvSpPr txBox="1"/>
          <p:nvPr/>
        </p:nvSpPr>
        <p:spPr>
          <a:xfrm>
            <a:off x="812800" y="2284413"/>
            <a:ext cx="9431338" cy="2046714"/>
          </a:xfrm>
          <a:prstGeom prst="rect">
            <a:avLst/>
          </a:prstGeom>
          <a:noFill/>
        </p:spPr>
        <p:txBody>
          <a:bodyPr>
            <a:spAutoFit/>
          </a:bodyPr>
          <a:lstStyle/>
          <a:p>
            <a:pPr marL="457200" indent="-457200">
              <a:spcAft>
                <a:spcPts val="1200"/>
              </a:spcAft>
              <a:buClr>
                <a:schemeClr val="accent1"/>
              </a:buClr>
              <a:buSzPct val="80000"/>
              <a:buFont typeface="Wingdings" panose="05000000000000000000" pitchFamily="2" charset="2"/>
              <a:buChar char="§"/>
              <a:defRPr/>
            </a:pPr>
            <a:r>
              <a:rPr lang="en-US" sz="2800" dirty="0">
                <a:solidFill>
                  <a:schemeClr val="tx2">
                    <a:lumMod val="75000"/>
                  </a:schemeClr>
                </a:solidFill>
                <a:latin typeface="Times New Roman" panose="02020603050405020304" pitchFamily="18" charset="0"/>
                <a:cs typeface="Times New Roman" panose="02020603050405020304" pitchFamily="18" charset="0"/>
              </a:rPr>
              <a:t>Summaries and paraphrases are written in </a:t>
            </a:r>
            <a:r>
              <a:rPr lang="en-US" sz="2800" dirty="0">
                <a:solidFill>
                  <a:srgbClr val="C00000"/>
                </a:solidFill>
                <a:latin typeface="Times New Roman" panose="02020603050405020304" pitchFamily="18" charset="0"/>
                <a:cs typeface="Times New Roman" panose="02020603050405020304" pitchFamily="18" charset="0"/>
              </a:rPr>
              <a:t>your own words</a:t>
            </a:r>
            <a:r>
              <a:rPr lang="en-US" sz="2800" dirty="0">
                <a:solidFill>
                  <a:schemeClr val="tx2">
                    <a:lumMod val="75000"/>
                  </a:schemeClr>
                </a:solidFill>
                <a:latin typeface="Times New Roman" panose="02020603050405020304" pitchFamily="18" charset="0"/>
                <a:cs typeface="Times New Roman" panose="02020603050405020304" pitchFamily="18" charset="0"/>
              </a:rPr>
              <a:t>. </a:t>
            </a:r>
          </a:p>
          <a:p>
            <a:pPr marL="514350" indent="-514350">
              <a:spcAft>
                <a:spcPts val="600"/>
              </a:spcAft>
              <a:buClr>
                <a:schemeClr val="accent1"/>
              </a:buClr>
              <a:buSzPct val="80000"/>
              <a:buFont typeface="+mj-lt"/>
              <a:buAutoNum type="arabicPeriod"/>
              <a:defRPr/>
            </a:pPr>
            <a:r>
              <a:rPr lang="en-US" sz="2800" dirty="0">
                <a:solidFill>
                  <a:schemeClr val="tx2">
                    <a:lumMod val="75000"/>
                  </a:schemeClr>
                </a:solidFill>
                <a:latin typeface="Times New Roman" panose="02020603050405020304" pitchFamily="18" charset="0"/>
                <a:cs typeface="Times New Roman" panose="02020603050405020304" pitchFamily="18" charset="0"/>
              </a:rPr>
              <a:t>A summary condenses information; </a:t>
            </a:r>
          </a:p>
          <a:p>
            <a:pPr marL="514350" indent="-514350">
              <a:spcAft>
                <a:spcPts val="600"/>
              </a:spcAft>
              <a:buClr>
                <a:schemeClr val="accent1"/>
              </a:buClr>
              <a:buSzPct val="80000"/>
              <a:buFont typeface="+mj-lt"/>
              <a:buAutoNum type="arabicPeriod"/>
              <a:defRPr/>
            </a:pPr>
            <a:r>
              <a:rPr lang="en-US" sz="2800" dirty="0">
                <a:solidFill>
                  <a:schemeClr val="tx2">
                    <a:lumMod val="75000"/>
                  </a:schemeClr>
                </a:solidFill>
                <a:latin typeface="Times New Roman" panose="02020603050405020304" pitchFamily="18" charset="0"/>
                <a:cs typeface="Times New Roman" panose="02020603050405020304" pitchFamily="18" charset="0"/>
              </a:rPr>
              <a:t>A paraphrase conveys the information using roughly the same number of words as in the original source.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F33DEFAA-1900-CE65-E85E-8C7DA03DDDB5}"/>
              </a:ext>
            </a:extLst>
          </p:cNvPr>
          <p:cNvSpPr>
            <a:spLocks noGrp="1" noChangeArrowheads="1"/>
          </p:cNvSpPr>
          <p:nvPr>
            <p:ph type="title"/>
          </p:nvPr>
        </p:nvSpPr>
        <p:spPr>
          <a:xfrm>
            <a:off x="812800" y="609600"/>
            <a:ext cx="10464800" cy="890588"/>
          </a:xfrm>
        </p:spPr>
        <p:txBody>
          <a:bodyPr/>
          <a:lstStyle/>
          <a:p>
            <a:r>
              <a:rPr lang="en-GB" altLang="en-US" dirty="0"/>
              <a:t>Task 2</a:t>
            </a:r>
          </a:p>
        </p:txBody>
      </p:sp>
      <p:sp>
        <p:nvSpPr>
          <p:cNvPr id="3" name="Content Placeholder 2">
            <a:extLst>
              <a:ext uri="{FF2B5EF4-FFF2-40B4-BE49-F238E27FC236}">
                <a16:creationId xmlns:a16="http://schemas.microsoft.com/office/drawing/2014/main" id="{4E4064DA-4287-0E2C-2471-F4FC5EE3AADE}"/>
              </a:ext>
            </a:extLst>
          </p:cNvPr>
          <p:cNvSpPr>
            <a:spLocks noGrp="1"/>
          </p:cNvSpPr>
          <p:nvPr>
            <p:ph idx="1"/>
          </p:nvPr>
        </p:nvSpPr>
        <p:spPr>
          <a:xfrm>
            <a:off x="812800" y="1355725"/>
            <a:ext cx="10464800" cy="4656902"/>
          </a:xfrm>
        </p:spPr>
        <p:txBody>
          <a:bodyPr/>
          <a:lstStyle/>
          <a:p>
            <a:pPr>
              <a:buSzPct val="80000"/>
              <a:buFont typeface="Wingdings" pitchFamily="2" charset="2"/>
              <a:buChar char="§"/>
              <a:defRPr/>
            </a:pPr>
            <a:r>
              <a:rPr lang="en-GB" sz="2800" dirty="0"/>
              <a:t>Please take a look at the following two paragraphs and tell me whether they are </a:t>
            </a:r>
            <a:r>
              <a:rPr lang="en-US" sz="2800" dirty="0"/>
              <a:t>plagiarized</a:t>
            </a:r>
            <a:r>
              <a:rPr lang="en-GB" sz="2800" dirty="0"/>
              <a:t>.</a:t>
            </a:r>
          </a:p>
          <a:p>
            <a:pPr>
              <a:defRPr/>
            </a:pPr>
            <a:endParaRPr lang="en-GB" dirty="0"/>
          </a:p>
          <a:p>
            <a:pPr>
              <a:defRPr/>
            </a:pPr>
            <a:endParaRPr lang="en-GB" dirty="0"/>
          </a:p>
        </p:txBody>
      </p:sp>
      <p:sp>
        <p:nvSpPr>
          <p:cNvPr id="69635" name="Slide Number Placeholder 3">
            <a:extLst>
              <a:ext uri="{FF2B5EF4-FFF2-40B4-BE49-F238E27FC236}">
                <a16:creationId xmlns:a16="http://schemas.microsoft.com/office/drawing/2014/main" id="{E119EEA0-4335-F5BD-3F37-030F322BE50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F4FD3721-323F-004A-AF75-8CAC1F75E436}" type="slidenum">
              <a:rPr lang="en-US" altLang="zh-CN" sz="1200" smtClean="0">
                <a:solidFill>
                  <a:srgbClr val="000000"/>
                </a:solidFill>
                <a:latin typeface="Times New Roman" panose="02020603050405020304" pitchFamily="18" charset="0"/>
              </a:rPr>
              <a:pPr/>
              <a:t>18</a:t>
            </a:fld>
            <a:endParaRPr lang="en-US" altLang="zh-CN" sz="120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8970C342-DEF6-BB83-FBD1-14A1FAAF916B}"/>
              </a:ext>
            </a:extLst>
          </p:cNvPr>
          <p:cNvSpPr txBox="1"/>
          <p:nvPr/>
        </p:nvSpPr>
        <p:spPr>
          <a:xfrm>
            <a:off x="863600" y="2519363"/>
            <a:ext cx="10464800" cy="3493264"/>
          </a:xfrm>
          <a:prstGeom prst="rect">
            <a:avLst/>
          </a:prstGeom>
          <a:solidFill>
            <a:schemeClr val="accent5">
              <a:lumMod val="20000"/>
              <a:lumOff val="80000"/>
            </a:schemeClr>
          </a:solidFill>
        </p:spPr>
        <p:txBody>
          <a:bodyPr wrap="square">
            <a:spAutoFit/>
          </a:bodyPr>
          <a:lstStyle/>
          <a:p>
            <a:pPr>
              <a:spcAft>
                <a:spcPts val="600"/>
              </a:spcAft>
              <a:tabLst>
                <a:tab pos="5208588" algn="l"/>
              </a:tabLst>
              <a:defRPr/>
            </a:pPr>
            <a:r>
              <a:rPr lang="en-US" sz="2400" b="1" dirty="0">
                <a:solidFill>
                  <a:schemeClr val="tx2">
                    <a:lumMod val="75000"/>
                  </a:schemeClr>
                </a:solidFill>
                <a:latin typeface="Times New Roman" panose="02020603050405020304" pitchFamily="18" charset="0"/>
                <a:cs typeface="Times New Roman" panose="02020603050405020304" pitchFamily="18" charset="0"/>
              </a:rPr>
              <a:t>Original Source:</a:t>
            </a:r>
          </a:p>
          <a:p>
            <a:pPr>
              <a:tabLst>
                <a:tab pos="5208588" algn="l"/>
              </a:tabLst>
              <a:defRPr/>
            </a:pPr>
            <a:r>
              <a:rPr lang="en-US" sz="2400" dirty="0">
                <a:solidFill>
                  <a:schemeClr val="tx2">
                    <a:lumMod val="75000"/>
                  </a:schemeClr>
                </a:solidFill>
                <a:latin typeface="Times New Roman" panose="02020603050405020304" pitchFamily="18" charset="0"/>
                <a:cs typeface="Times New Roman" panose="02020603050405020304" pitchFamily="18" charset="0"/>
              </a:rPr>
              <a:t>Student-centered teaching focuses on the student. Decision-making, organization and content are determined for most by taking individual students’ needs and interests into consideration. Student-centered teaching provides opportunities to develop students’ skills of transferring knowledge to other situations, triggering retention, and adapting a high motivation for learning. </a:t>
            </a:r>
          </a:p>
          <a:p>
            <a:pPr>
              <a:tabLst>
                <a:tab pos="5208588" algn="l"/>
              </a:tabLst>
              <a:defRPr/>
            </a:pPr>
            <a:endParaRPr lang="en-US" sz="2400" dirty="0">
              <a:solidFill>
                <a:schemeClr val="tx2">
                  <a:lumMod val="75000"/>
                </a:schemeClr>
              </a:solidFill>
              <a:latin typeface="Times New Roman" panose="02020603050405020304" pitchFamily="18" charset="0"/>
              <a:cs typeface="Times New Roman" panose="02020603050405020304" pitchFamily="18" charset="0"/>
            </a:endParaRPr>
          </a:p>
          <a:p>
            <a:pPr>
              <a:tabLst>
                <a:tab pos="5208588" algn="l"/>
              </a:tabLst>
              <a:defRPr/>
            </a:pPr>
            <a:r>
              <a:rPr lang="en-US" sz="2400" i="1" dirty="0">
                <a:solidFill>
                  <a:schemeClr val="tx2">
                    <a:lumMod val="75000"/>
                  </a:schemeClr>
                </a:solidFill>
                <a:latin typeface="Times New Roman" panose="02020603050405020304" pitchFamily="18" charset="0"/>
                <a:cs typeface="Times New Roman" panose="02020603050405020304" pitchFamily="18" charset="0"/>
              </a:rPr>
              <a:t>Source: Z. Çubukçu, “Teachers’ Evaluation of Student-Centered Learning Environments” (2012), p. 52</a:t>
            </a:r>
            <a:endParaRPr lang="en-GB" sz="2400" i="1" dirty="0">
              <a:solidFill>
                <a:schemeClr val="tx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09E9BBF8-DAA6-1295-DB0B-736C1E8443E1}"/>
              </a:ext>
            </a:extLst>
          </p:cNvPr>
          <p:cNvSpPr>
            <a:spLocks noGrp="1" noChangeArrowheads="1"/>
          </p:cNvSpPr>
          <p:nvPr>
            <p:ph type="title"/>
          </p:nvPr>
        </p:nvSpPr>
        <p:spPr>
          <a:xfrm>
            <a:off x="812800" y="609600"/>
            <a:ext cx="10464800" cy="890588"/>
          </a:xfrm>
        </p:spPr>
        <p:txBody>
          <a:bodyPr/>
          <a:lstStyle/>
          <a:p>
            <a:r>
              <a:rPr lang="en-GB" altLang="en-US"/>
              <a:t>Task 2</a:t>
            </a:r>
          </a:p>
        </p:txBody>
      </p:sp>
      <p:sp>
        <p:nvSpPr>
          <p:cNvPr id="3" name="Content Placeholder 2">
            <a:extLst>
              <a:ext uri="{FF2B5EF4-FFF2-40B4-BE49-F238E27FC236}">
                <a16:creationId xmlns:a16="http://schemas.microsoft.com/office/drawing/2014/main" id="{DF156B9F-A93C-D6A6-FA0C-5FE1799DD310}"/>
              </a:ext>
            </a:extLst>
          </p:cNvPr>
          <p:cNvSpPr>
            <a:spLocks noGrp="1"/>
          </p:cNvSpPr>
          <p:nvPr>
            <p:ph idx="1"/>
          </p:nvPr>
        </p:nvSpPr>
        <p:spPr>
          <a:xfrm>
            <a:off x="812800" y="1258888"/>
            <a:ext cx="10464800" cy="4443412"/>
          </a:xfrm>
        </p:spPr>
        <p:txBody>
          <a:bodyPr/>
          <a:lstStyle/>
          <a:p>
            <a:pPr marL="0" indent="0">
              <a:buNone/>
              <a:defRPr/>
            </a:pPr>
            <a:endParaRPr lang="en-GB" dirty="0"/>
          </a:p>
          <a:p>
            <a:pPr>
              <a:defRPr/>
            </a:pPr>
            <a:endParaRPr lang="en-GB" dirty="0"/>
          </a:p>
        </p:txBody>
      </p:sp>
      <p:sp>
        <p:nvSpPr>
          <p:cNvPr id="71683" name="Slide Number Placeholder 3">
            <a:extLst>
              <a:ext uri="{FF2B5EF4-FFF2-40B4-BE49-F238E27FC236}">
                <a16:creationId xmlns:a16="http://schemas.microsoft.com/office/drawing/2014/main" id="{7E59BDF7-AE89-65D1-09F0-56ADD7C7B598}"/>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B1B4F3F3-A5BB-1F44-8C3B-DF45107EB195}" type="slidenum">
              <a:rPr lang="en-US" altLang="zh-CN" sz="1200" smtClean="0">
                <a:solidFill>
                  <a:srgbClr val="000000"/>
                </a:solidFill>
                <a:latin typeface="Times New Roman" panose="02020603050405020304" pitchFamily="18" charset="0"/>
              </a:rPr>
              <a:pPr/>
              <a:t>19</a:t>
            </a:fld>
            <a:endParaRPr lang="en-US" altLang="zh-CN" sz="120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92CE575B-70F5-0FAA-0EA9-545ADAFCC646}"/>
              </a:ext>
            </a:extLst>
          </p:cNvPr>
          <p:cNvSpPr txBox="1"/>
          <p:nvPr/>
        </p:nvSpPr>
        <p:spPr>
          <a:xfrm>
            <a:off x="812800" y="1524000"/>
            <a:ext cx="10566400" cy="4385816"/>
          </a:xfrm>
          <a:prstGeom prst="rect">
            <a:avLst/>
          </a:prstGeom>
          <a:solidFill>
            <a:schemeClr val="accent5">
              <a:lumMod val="20000"/>
              <a:lumOff val="80000"/>
            </a:schemeClr>
          </a:solidFill>
        </p:spPr>
        <p:txBody>
          <a:bodyPr wrap="square">
            <a:spAutoFit/>
          </a:bodyPr>
          <a:lstStyle/>
          <a:p>
            <a:pPr>
              <a:spcBef>
                <a:spcPts val="600"/>
              </a:spcBef>
              <a:spcAft>
                <a:spcPts val="600"/>
              </a:spcAft>
              <a:defRPr/>
            </a:pPr>
            <a:r>
              <a:rPr lang="en-GB" sz="2400" b="1" dirty="0">
                <a:solidFill>
                  <a:schemeClr val="tx2">
                    <a:lumMod val="75000"/>
                  </a:schemeClr>
                </a:solidFill>
                <a:latin typeface="Times New Roman" panose="02020603050405020304" pitchFamily="18" charset="0"/>
                <a:cs typeface="Times New Roman" panose="02020603050405020304" pitchFamily="18" charset="0"/>
              </a:rPr>
              <a:t>Paraphrase 1</a:t>
            </a:r>
          </a:p>
          <a:p>
            <a:pPr>
              <a:defRPr/>
            </a:pPr>
            <a:r>
              <a:rPr lang="en-US" sz="2400" dirty="0">
                <a:solidFill>
                  <a:schemeClr val="tx2">
                    <a:lumMod val="75000"/>
                  </a:schemeClr>
                </a:solidFill>
                <a:latin typeface="Times New Roman" panose="02020603050405020304" pitchFamily="18" charset="0"/>
                <a:cs typeface="Times New Roman" panose="02020603050405020304" pitchFamily="18" charset="0"/>
              </a:rPr>
              <a:t>According to Çubukçu (2012), student-centered teaching takes into account the needs and interests of each student, making it possible to</a:t>
            </a:r>
            <a:r>
              <a:rPr lang="zh-CN" altLang="en-US" sz="2400" dirty="0">
                <a:solidFill>
                  <a:schemeClr val="tx2">
                    <a:lumMod val="75000"/>
                  </a:schemeClr>
                </a:solidFill>
                <a:latin typeface="Times New Roman" panose="02020603050405020304" pitchFamily="18" charset="0"/>
                <a:cs typeface="Times New Roman" panose="02020603050405020304" pitchFamily="18" charset="0"/>
              </a:rPr>
              <a:t> </a:t>
            </a:r>
            <a:r>
              <a:rPr lang="en-US" sz="2400" dirty="0">
                <a:solidFill>
                  <a:schemeClr val="tx2">
                    <a:lumMod val="75000"/>
                  </a:schemeClr>
                </a:solidFill>
                <a:latin typeface="Times New Roman" panose="02020603050405020304" pitchFamily="18" charset="0"/>
                <a:cs typeface="Times New Roman" panose="02020603050405020304" pitchFamily="18" charset="0"/>
              </a:rPr>
              <a:t>foster students’ skills of transferring knowledge to new situations and triggering retention (p. 52).</a:t>
            </a:r>
          </a:p>
          <a:p>
            <a:pPr>
              <a:defRPr/>
            </a:pPr>
            <a:endParaRPr lang="en-US" sz="2400" dirty="0">
              <a:solidFill>
                <a:schemeClr val="tx2">
                  <a:lumMod val="75000"/>
                </a:schemeClr>
              </a:solidFill>
              <a:latin typeface="Times New Roman" panose="02020603050405020304" pitchFamily="18" charset="0"/>
              <a:cs typeface="Times New Roman" panose="02020603050405020304" pitchFamily="18" charset="0"/>
            </a:endParaRPr>
          </a:p>
          <a:p>
            <a:pPr>
              <a:spcBef>
                <a:spcPts val="600"/>
              </a:spcBef>
              <a:spcAft>
                <a:spcPts val="600"/>
              </a:spcAft>
              <a:defRPr/>
            </a:pPr>
            <a:r>
              <a:rPr lang="en-GB" sz="2400" b="1" dirty="0">
                <a:solidFill>
                  <a:schemeClr val="tx2">
                    <a:lumMod val="75000"/>
                  </a:schemeClr>
                </a:solidFill>
                <a:latin typeface="Times New Roman" panose="02020603050405020304" pitchFamily="18" charset="0"/>
                <a:cs typeface="Times New Roman" panose="02020603050405020304" pitchFamily="18" charset="0"/>
              </a:rPr>
              <a:t>Paraphrase 2</a:t>
            </a:r>
          </a:p>
          <a:p>
            <a:pPr>
              <a:defRPr/>
            </a:pPr>
            <a:r>
              <a:rPr lang="en-US" sz="2400" dirty="0">
                <a:solidFill>
                  <a:schemeClr val="tx2">
                    <a:lumMod val="75000"/>
                  </a:schemeClr>
                </a:solidFill>
                <a:latin typeface="Times New Roman" panose="02020603050405020304" pitchFamily="18" charset="0"/>
                <a:cs typeface="Times New Roman" panose="02020603050405020304" pitchFamily="18" charset="0"/>
              </a:rPr>
              <a:t>According to Çubukçu (2012), this new model of teaching centers on the student. The material and flow of the course are chosen by</a:t>
            </a:r>
            <a:r>
              <a:rPr lang="zh-CN" altLang="en-US" sz="2400" dirty="0">
                <a:solidFill>
                  <a:schemeClr val="tx2">
                    <a:lumMod val="75000"/>
                  </a:schemeClr>
                </a:solidFill>
                <a:latin typeface="Times New Roman" panose="02020603050405020304" pitchFamily="18" charset="0"/>
                <a:cs typeface="Times New Roman" panose="02020603050405020304" pitchFamily="18" charset="0"/>
              </a:rPr>
              <a:t> </a:t>
            </a:r>
            <a:r>
              <a:rPr lang="en-US" sz="2400" dirty="0">
                <a:solidFill>
                  <a:schemeClr val="tx2">
                    <a:lumMod val="75000"/>
                  </a:schemeClr>
                </a:solidFill>
                <a:latin typeface="Times New Roman" panose="02020603050405020304" pitchFamily="18" charset="0"/>
                <a:cs typeface="Times New Roman" panose="02020603050405020304" pitchFamily="18" charset="0"/>
              </a:rPr>
              <a:t>considering the students’ individual requirements. Student-centered teaching gives a chance for students to develop useful, transferable skills,</a:t>
            </a:r>
            <a:r>
              <a:rPr lang="zh-CN" altLang="en-US" sz="2400" dirty="0">
                <a:solidFill>
                  <a:schemeClr val="tx2">
                    <a:lumMod val="75000"/>
                  </a:schemeClr>
                </a:solidFill>
                <a:latin typeface="Times New Roman" panose="02020603050405020304" pitchFamily="18" charset="0"/>
                <a:cs typeface="Times New Roman" panose="02020603050405020304" pitchFamily="18" charset="0"/>
              </a:rPr>
              <a:t> </a:t>
            </a:r>
            <a:r>
              <a:rPr lang="en-US" sz="2400" dirty="0">
                <a:solidFill>
                  <a:schemeClr val="tx2">
                    <a:lumMod val="75000"/>
                  </a:schemeClr>
                </a:solidFill>
                <a:latin typeface="Times New Roman" panose="02020603050405020304" pitchFamily="18" charset="0"/>
                <a:cs typeface="Times New Roman" panose="02020603050405020304" pitchFamily="18" charset="0"/>
              </a:rPr>
              <a:t>ensuring they’ll remember material and stay motivated (p. 52).</a:t>
            </a:r>
            <a:endParaRPr lang="en-GB" sz="2400" dirty="0">
              <a:solidFill>
                <a:schemeClr val="tx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59C26747-D0D6-2C73-80A8-46FF33EBED46}"/>
              </a:ext>
            </a:extLst>
          </p:cNvPr>
          <p:cNvSpPr>
            <a:spLocks noGrp="1" noChangeArrowheads="1"/>
          </p:cNvSpPr>
          <p:nvPr>
            <p:ph type="title"/>
          </p:nvPr>
        </p:nvSpPr>
        <p:spPr>
          <a:xfrm>
            <a:off x="812800" y="609600"/>
            <a:ext cx="10464800" cy="890588"/>
          </a:xfrm>
        </p:spPr>
        <p:txBody>
          <a:bodyPr/>
          <a:lstStyle/>
          <a:p>
            <a:r>
              <a:rPr lang="en-GB" altLang="en-US" dirty="0"/>
              <a:t>Task 3</a:t>
            </a:r>
          </a:p>
        </p:txBody>
      </p:sp>
      <p:sp>
        <p:nvSpPr>
          <p:cNvPr id="3" name="Content Placeholder 2">
            <a:extLst>
              <a:ext uri="{FF2B5EF4-FFF2-40B4-BE49-F238E27FC236}">
                <a16:creationId xmlns:a16="http://schemas.microsoft.com/office/drawing/2014/main" id="{E3A20919-CE49-0B89-838D-422E9F5AF18B}"/>
              </a:ext>
            </a:extLst>
          </p:cNvPr>
          <p:cNvSpPr>
            <a:spLocks noGrp="1"/>
          </p:cNvSpPr>
          <p:nvPr>
            <p:ph idx="1"/>
          </p:nvPr>
        </p:nvSpPr>
        <p:spPr>
          <a:xfrm>
            <a:off x="812800" y="1624013"/>
            <a:ext cx="10464800" cy="457200"/>
          </a:xfrm>
        </p:spPr>
        <p:txBody>
          <a:bodyPr/>
          <a:lstStyle/>
          <a:p>
            <a:pPr>
              <a:buSzPct val="80000"/>
              <a:buFont typeface="Wingdings" pitchFamily="2" charset="2"/>
              <a:buChar char="§"/>
              <a:defRPr/>
            </a:pPr>
            <a:r>
              <a:rPr lang="en-GB" sz="2800" dirty="0"/>
              <a:t>Can you paraphrase this paragraph using your own words?</a:t>
            </a:r>
          </a:p>
        </p:txBody>
      </p:sp>
      <p:sp>
        <p:nvSpPr>
          <p:cNvPr id="73731" name="Slide Number Placeholder 3">
            <a:extLst>
              <a:ext uri="{FF2B5EF4-FFF2-40B4-BE49-F238E27FC236}">
                <a16:creationId xmlns:a16="http://schemas.microsoft.com/office/drawing/2014/main" id="{EDDDA275-98E8-80D2-059C-6C9C4250CEF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A0B23C7-6301-C84A-AE77-8B0374AD1832}" type="slidenum">
              <a:rPr lang="en-US" altLang="zh-CN" sz="1200" smtClean="0">
                <a:solidFill>
                  <a:srgbClr val="000000"/>
                </a:solidFill>
                <a:latin typeface="Times New Roman" panose="02020603050405020304" pitchFamily="18" charset="0"/>
              </a:rPr>
              <a:pPr/>
              <a:t>20</a:t>
            </a:fld>
            <a:endParaRPr lang="en-US" altLang="zh-CN" sz="1200">
              <a:solidFill>
                <a:srgbClr val="000000"/>
              </a:solidFill>
              <a:latin typeface="Times New Roman" panose="02020603050405020304" pitchFamily="18" charset="0"/>
            </a:endParaRPr>
          </a:p>
        </p:txBody>
      </p:sp>
      <p:sp>
        <p:nvSpPr>
          <p:cNvPr id="5" name="TextBox 4">
            <a:extLst>
              <a:ext uri="{FF2B5EF4-FFF2-40B4-BE49-F238E27FC236}">
                <a16:creationId xmlns:a16="http://schemas.microsoft.com/office/drawing/2014/main" id="{598CD734-4031-DEFE-8E53-F31C4AA0C112}"/>
              </a:ext>
            </a:extLst>
          </p:cNvPr>
          <p:cNvSpPr txBox="1"/>
          <p:nvPr/>
        </p:nvSpPr>
        <p:spPr>
          <a:xfrm>
            <a:off x="1218565" y="3155950"/>
            <a:ext cx="10160635" cy="2092881"/>
          </a:xfrm>
          <a:prstGeom prst="rect">
            <a:avLst/>
          </a:prstGeom>
          <a:solidFill>
            <a:schemeClr val="accent5">
              <a:lumMod val="20000"/>
              <a:lumOff val="80000"/>
            </a:schemeClr>
          </a:solidFill>
        </p:spPr>
        <p:txBody>
          <a:bodyPr wrap="square">
            <a:spAutoFit/>
          </a:bodyPr>
          <a:lstStyle/>
          <a:p>
            <a:pPr>
              <a:defRPr/>
            </a:pPr>
            <a:r>
              <a:rPr lang="en-US" sz="2600" dirty="0">
                <a:solidFill>
                  <a:schemeClr val="tx2">
                    <a:lumMod val="75000"/>
                  </a:schemeClr>
                </a:solidFill>
                <a:latin typeface="Times New Roman" panose="02020603050405020304" pitchFamily="18" charset="0"/>
                <a:cs typeface="Times New Roman" panose="02020603050405020304" pitchFamily="18" charset="0"/>
              </a:rPr>
              <a:t>Çubukçu’s (2012) research has documented the numerous benefits of student-centered teaching in putting the student at the center of</a:t>
            </a:r>
          </a:p>
          <a:p>
            <a:pPr>
              <a:defRPr/>
            </a:pPr>
            <a:r>
              <a:rPr lang="en-US" sz="2600" dirty="0">
                <a:solidFill>
                  <a:schemeClr val="tx2">
                    <a:lumMod val="75000"/>
                  </a:schemeClr>
                </a:solidFill>
                <a:latin typeface="Times New Roman" panose="02020603050405020304" pitchFamily="18" charset="0"/>
                <a:cs typeface="Times New Roman" panose="02020603050405020304" pitchFamily="18" charset="0"/>
              </a:rPr>
              <a:t>teaching and learning. When students are given the option of deciding what they learn and how they learn, they are motivated to apply their</a:t>
            </a:r>
            <a:r>
              <a:rPr lang="zh-CN" altLang="en-US" sz="2600" dirty="0">
                <a:solidFill>
                  <a:schemeClr val="tx2">
                    <a:lumMod val="75000"/>
                  </a:schemeClr>
                </a:solidFill>
                <a:latin typeface="Times New Roman" panose="02020603050405020304" pitchFamily="18" charset="0"/>
                <a:cs typeface="Times New Roman" panose="02020603050405020304" pitchFamily="18" charset="0"/>
              </a:rPr>
              <a:t> </a:t>
            </a:r>
            <a:r>
              <a:rPr lang="en-US" sz="2600" dirty="0">
                <a:solidFill>
                  <a:schemeClr val="tx2">
                    <a:lumMod val="75000"/>
                  </a:schemeClr>
                </a:solidFill>
                <a:latin typeface="Times New Roman" panose="02020603050405020304" pitchFamily="18" charset="0"/>
                <a:cs typeface="Times New Roman" panose="02020603050405020304" pitchFamily="18" charset="0"/>
              </a:rPr>
              <a:t>learning to new settings and to retain the content of their learning (p. 52).</a:t>
            </a:r>
            <a:endParaRPr lang="en-GB" sz="26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73733" name="TextBox 3">
            <a:extLst>
              <a:ext uri="{FF2B5EF4-FFF2-40B4-BE49-F238E27FC236}">
                <a16:creationId xmlns:a16="http://schemas.microsoft.com/office/drawing/2014/main" id="{25ACBC7D-B3A0-E89C-9A4E-B81920B4DB71}"/>
              </a:ext>
            </a:extLst>
          </p:cNvPr>
          <p:cNvSpPr txBox="1">
            <a:spLocks noChangeArrowheads="1"/>
          </p:cNvSpPr>
          <p:nvPr/>
        </p:nvSpPr>
        <p:spPr bwMode="auto">
          <a:xfrm>
            <a:off x="1064945" y="2357438"/>
            <a:ext cx="6096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r>
              <a:rPr lang="en-US" altLang="en-US" sz="2800" dirty="0">
                <a:solidFill>
                  <a:schemeClr val="tx2">
                    <a:lumMod val="75000"/>
                  </a:schemeClr>
                </a:solidFill>
                <a:latin typeface="Times New Roman" panose="02020603050405020304" pitchFamily="18" charset="0"/>
                <a:cs typeface="Times New Roman" panose="02020603050405020304" pitchFamily="18" charset="0"/>
              </a:rPr>
              <a:t> Suggested paraphrase: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3914-5FE1-B45F-828E-A7557211E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85D4C-D0DE-1540-8C47-302989530EC4}"/>
              </a:ext>
            </a:extLst>
          </p:cNvPr>
          <p:cNvSpPr>
            <a:spLocks noGrp="1"/>
          </p:cNvSpPr>
          <p:nvPr>
            <p:ph type="ctrTitle"/>
          </p:nvPr>
        </p:nvSpPr>
        <p:spPr>
          <a:xfrm>
            <a:off x="1029076" y="2236787"/>
            <a:ext cx="10363200" cy="1470025"/>
          </a:xfrm>
        </p:spPr>
        <p:txBody>
          <a:bodyPr/>
          <a:lstStyle/>
          <a:p>
            <a:pPr>
              <a:lnSpc>
                <a:spcPct val="150000"/>
              </a:lnSpc>
              <a:buSzPct val="80000"/>
            </a:pPr>
            <a:r>
              <a:rPr lang="en-US" altLang="en-US" sz="4800" dirty="0"/>
              <a:t>Integrating source material </a:t>
            </a:r>
            <a:r>
              <a:rPr lang="en-GB" altLang="en-US" sz="4800" dirty="0"/>
              <a:t>effectively</a:t>
            </a:r>
          </a:p>
        </p:txBody>
      </p:sp>
      <p:sp>
        <p:nvSpPr>
          <p:cNvPr id="3" name="Subtitle 2">
            <a:extLst>
              <a:ext uri="{FF2B5EF4-FFF2-40B4-BE49-F238E27FC236}">
                <a16:creationId xmlns:a16="http://schemas.microsoft.com/office/drawing/2014/main" id="{81763678-874A-F087-E2CC-82A7BDD55BA8}"/>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75D0E6F3-1ECB-189C-CD0F-4BD66E3643E9}"/>
              </a:ext>
            </a:extLst>
          </p:cNvPr>
          <p:cNvSpPr>
            <a:spLocks noGrp="1"/>
          </p:cNvSpPr>
          <p:nvPr>
            <p:ph type="sldNum" sz="quarter" idx="10"/>
          </p:nvPr>
        </p:nvSpPr>
        <p:spPr/>
        <p:txBody>
          <a:bodyPr/>
          <a:lstStyle/>
          <a:p>
            <a:pPr>
              <a:defRPr/>
            </a:pPr>
            <a:fld id="{094F0E88-8A55-EE44-B687-90F85FC884EE}" type="slidenum">
              <a:rPr lang="en-US" altLang="zh-CN" smtClean="0"/>
              <a:pPr>
                <a:defRPr/>
              </a:pPr>
              <a:t>21</a:t>
            </a:fld>
            <a:endParaRPr lang="en-US" altLang="zh-CN"/>
          </a:p>
        </p:txBody>
      </p:sp>
    </p:spTree>
    <p:extLst>
      <p:ext uri="{BB962C8B-B14F-4D97-AF65-F5344CB8AC3E}">
        <p14:creationId xmlns:p14="http://schemas.microsoft.com/office/powerpoint/2010/main" val="1140809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3400DBEE-4AB9-C394-D15F-EA152D74B874}"/>
              </a:ext>
            </a:extLst>
          </p:cNvPr>
          <p:cNvSpPr>
            <a:spLocks noGrp="1" noChangeArrowheads="1"/>
          </p:cNvSpPr>
          <p:nvPr>
            <p:ph type="title"/>
          </p:nvPr>
        </p:nvSpPr>
        <p:spPr>
          <a:xfrm>
            <a:off x="812800" y="609600"/>
            <a:ext cx="10464800" cy="890588"/>
          </a:xfrm>
        </p:spPr>
        <p:txBody>
          <a:bodyPr/>
          <a:lstStyle/>
          <a:p>
            <a:r>
              <a:rPr lang="en-GB" altLang="en-US"/>
              <a:t>Integrating sources</a:t>
            </a:r>
          </a:p>
        </p:txBody>
      </p:sp>
      <p:sp>
        <p:nvSpPr>
          <p:cNvPr id="3" name="Content Placeholder 2">
            <a:extLst>
              <a:ext uri="{FF2B5EF4-FFF2-40B4-BE49-F238E27FC236}">
                <a16:creationId xmlns:a16="http://schemas.microsoft.com/office/drawing/2014/main" id="{D2861B92-6D70-CEF6-FC8B-C1CF0281C664}"/>
              </a:ext>
            </a:extLst>
          </p:cNvPr>
          <p:cNvSpPr>
            <a:spLocks noGrp="1"/>
          </p:cNvSpPr>
          <p:nvPr>
            <p:ph idx="1"/>
          </p:nvPr>
        </p:nvSpPr>
        <p:spPr>
          <a:xfrm>
            <a:off x="812800" y="1624013"/>
            <a:ext cx="10464800" cy="4443412"/>
          </a:xfrm>
        </p:spPr>
        <p:txBody>
          <a:bodyPr/>
          <a:lstStyle/>
          <a:p>
            <a:pPr>
              <a:buSzPct val="85000"/>
              <a:buFont typeface="Wingdings" pitchFamily="2" charset="2"/>
              <a:buChar char="§"/>
              <a:defRPr/>
            </a:pPr>
            <a:r>
              <a:rPr lang="en-US" sz="2600" dirty="0"/>
              <a:t>Several strategies to integrate sources into your paper while maintaining your own voice.</a:t>
            </a:r>
            <a:endParaRPr lang="en-GB" sz="2600" dirty="0"/>
          </a:p>
          <a:p>
            <a:pPr marL="0" indent="0">
              <a:buFont typeface="Wingdings" pitchFamily="2" charset="2"/>
              <a:buNone/>
              <a:defRPr/>
            </a:pPr>
            <a:endParaRPr lang="en-US" sz="700" dirty="0"/>
          </a:p>
          <a:p>
            <a:pPr marL="571500" indent="-571500">
              <a:buSzPct val="85000"/>
              <a:buFont typeface="+mj-lt"/>
              <a:buAutoNum type="arabicPeriod"/>
              <a:defRPr/>
            </a:pPr>
            <a:r>
              <a:rPr lang="en-US" sz="2600" dirty="0"/>
              <a:t>Use sources as concisely as possible so that your own thinking and voice aren’t lost (Summarize the paraphrase effectively).</a:t>
            </a:r>
          </a:p>
          <a:p>
            <a:pPr marL="571500" indent="-571500">
              <a:buSzPct val="85000"/>
              <a:buFont typeface="+mj-lt"/>
              <a:buAutoNum type="arabicPeriod"/>
              <a:defRPr/>
            </a:pPr>
            <a:r>
              <a:rPr lang="en-US" sz="2600" dirty="0"/>
              <a:t>Use quotations appropriately (Avoid dropped quotations).</a:t>
            </a:r>
          </a:p>
          <a:p>
            <a:pPr marL="571500" indent="-571500">
              <a:buSzPct val="85000"/>
              <a:buFont typeface="+mj-lt"/>
              <a:buAutoNum type="arabicPeriod"/>
              <a:defRPr/>
            </a:pPr>
            <a:r>
              <a:rPr lang="en-US" sz="2600" dirty="0"/>
              <a:t>Use signal phrases to integrate sources (Clearly indicate the boundary between your words and </a:t>
            </a:r>
            <a:r>
              <a:rPr lang="en-GB" sz="2600" dirty="0"/>
              <a:t>the source’s words).</a:t>
            </a:r>
          </a:p>
          <a:p>
            <a:pPr marL="571500" indent="-571500">
              <a:buSzPct val="85000"/>
              <a:buFont typeface="+mj-lt"/>
              <a:buAutoNum type="arabicPeriod"/>
              <a:defRPr/>
            </a:pPr>
            <a:r>
              <a:rPr lang="en-US" sz="2600" dirty="0"/>
              <a:t>Synthesize sources: discuss and analyze your sources to show readers how each source supports your points and how the sources relate to one another.</a:t>
            </a:r>
            <a:endParaRPr lang="en-GB" sz="2600" dirty="0"/>
          </a:p>
        </p:txBody>
      </p:sp>
      <p:sp>
        <p:nvSpPr>
          <p:cNvPr id="75779" name="Slide Number Placeholder 3">
            <a:extLst>
              <a:ext uri="{FF2B5EF4-FFF2-40B4-BE49-F238E27FC236}">
                <a16:creationId xmlns:a16="http://schemas.microsoft.com/office/drawing/2014/main" id="{29A5C1E7-89DB-7083-2CCA-AA2EE06F86B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F3BA4933-602B-B745-BBB5-329C334ED9CC}" type="slidenum">
              <a:rPr lang="en-US" altLang="zh-CN" sz="1200" smtClean="0">
                <a:solidFill>
                  <a:srgbClr val="000000"/>
                </a:solidFill>
                <a:latin typeface="Times New Roman" panose="02020603050405020304" pitchFamily="18" charset="0"/>
              </a:rPr>
              <a:pPr/>
              <a:t>22</a:t>
            </a:fld>
            <a:endParaRPr lang="en-US" altLang="zh-CN" sz="1200">
              <a:solidFill>
                <a:srgbClr val="000000"/>
              </a:solidFill>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4A6BE-C3F1-3F9A-03B3-E86428E5E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299BC-E567-0929-F482-2D01D4FC8CFC}"/>
              </a:ext>
            </a:extLst>
          </p:cNvPr>
          <p:cNvSpPr>
            <a:spLocks noGrp="1"/>
          </p:cNvSpPr>
          <p:nvPr>
            <p:ph type="ctrTitle"/>
          </p:nvPr>
        </p:nvSpPr>
        <p:spPr>
          <a:xfrm>
            <a:off x="1016000" y="2236787"/>
            <a:ext cx="10363200" cy="1470025"/>
          </a:xfrm>
        </p:spPr>
        <p:txBody>
          <a:bodyPr/>
          <a:lstStyle/>
          <a:p>
            <a:pPr algn="ctr"/>
            <a:r>
              <a:rPr lang="en-GB" altLang="en-US" sz="6600" dirty="0">
                <a:solidFill>
                  <a:schemeClr val="tx2">
                    <a:lumMod val="75000"/>
                  </a:schemeClr>
                </a:solidFill>
              </a:rPr>
              <a:t>Documenting sources</a:t>
            </a:r>
            <a:endParaRPr lang="en-GB" dirty="0">
              <a:solidFill>
                <a:schemeClr val="tx2">
                  <a:lumMod val="75000"/>
                </a:schemeClr>
              </a:solidFill>
            </a:endParaRPr>
          </a:p>
        </p:txBody>
      </p:sp>
      <p:sp>
        <p:nvSpPr>
          <p:cNvPr id="3" name="Subtitle 2">
            <a:extLst>
              <a:ext uri="{FF2B5EF4-FFF2-40B4-BE49-F238E27FC236}">
                <a16:creationId xmlns:a16="http://schemas.microsoft.com/office/drawing/2014/main" id="{F5994FD8-5D5E-7BF4-F758-DBF560BEBEAE}"/>
              </a:ext>
            </a:extLst>
          </p:cNvPr>
          <p:cNvSpPr>
            <a:spLocks noGrp="1"/>
          </p:cNvSpPr>
          <p:nvPr>
            <p:ph type="subTitle" idx="1"/>
          </p:nvPr>
        </p:nvSpPr>
        <p:spPr/>
        <p:txBody>
          <a:bodyPr/>
          <a:lstStyle/>
          <a:p>
            <a:r>
              <a:rPr lang="en-GB" altLang="en-US" sz="2800" dirty="0"/>
              <a:t>(APA in-text citation and APA reference list)</a:t>
            </a:r>
            <a:br>
              <a:rPr lang="en-GB" altLang="en-US" sz="2800" dirty="0"/>
            </a:br>
            <a:endParaRPr lang="en-GB" sz="2800" dirty="0"/>
          </a:p>
        </p:txBody>
      </p:sp>
      <p:sp>
        <p:nvSpPr>
          <p:cNvPr id="4" name="Slide Number Placeholder 3">
            <a:extLst>
              <a:ext uri="{FF2B5EF4-FFF2-40B4-BE49-F238E27FC236}">
                <a16:creationId xmlns:a16="http://schemas.microsoft.com/office/drawing/2014/main" id="{E917A7A5-ACFF-A77F-0B55-551EE38D2DF1}"/>
              </a:ext>
            </a:extLst>
          </p:cNvPr>
          <p:cNvSpPr>
            <a:spLocks noGrp="1"/>
          </p:cNvSpPr>
          <p:nvPr>
            <p:ph type="sldNum" sz="quarter" idx="10"/>
          </p:nvPr>
        </p:nvSpPr>
        <p:spPr/>
        <p:txBody>
          <a:bodyPr/>
          <a:lstStyle/>
          <a:p>
            <a:pPr>
              <a:defRPr/>
            </a:pPr>
            <a:fld id="{094F0E88-8A55-EE44-B687-90F85FC884EE}" type="slidenum">
              <a:rPr lang="en-US" altLang="zh-CN" smtClean="0"/>
              <a:pPr>
                <a:defRPr/>
              </a:pPr>
              <a:t>23</a:t>
            </a:fld>
            <a:endParaRPr lang="en-US" altLang="zh-CN" dirty="0"/>
          </a:p>
        </p:txBody>
      </p:sp>
    </p:spTree>
    <p:extLst>
      <p:ext uri="{BB962C8B-B14F-4D97-AF65-F5344CB8AC3E}">
        <p14:creationId xmlns:p14="http://schemas.microsoft.com/office/powerpoint/2010/main" val="3876260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1298A247-40FE-B7C7-4954-463EB868B835}"/>
              </a:ext>
            </a:extLst>
          </p:cNvPr>
          <p:cNvSpPr>
            <a:spLocks noGrp="1" noChangeArrowheads="1"/>
          </p:cNvSpPr>
          <p:nvPr>
            <p:ph type="title"/>
          </p:nvPr>
        </p:nvSpPr>
        <p:spPr>
          <a:xfrm>
            <a:off x="812800" y="609600"/>
            <a:ext cx="10464800" cy="890588"/>
          </a:xfrm>
        </p:spPr>
        <p:txBody>
          <a:bodyPr/>
          <a:lstStyle/>
          <a:p>
            <a:r>
              <a:rPr lang="en-US" altLang="en-US"/>
              <a:t>Documenting sources</a:t>
            </a:r>
            <a:endParaRPr lang="en-GB" altLang="en-US"/>
          </a:p>
        </p:txBody>
      </p:sp>
      <p:sp>
        <p:nvSpPr>
          <p:cNvPr id="77826" name="Slide Number Placeholder 3">
            <a:extLst>
              <a:ext uri="{FF2B5EF4-FFF2-40B4-BE49-F238E27FC236}">
                <a16:creationId xmlns:a16="http://schemas.microsoft.com/office/drawing/2014/main" id="{89A7ED34-B34E-4973-4C8D-58A09BAB8DD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3161C233-210A-4E4E-BF83-E0B82794EFB7}" type="slidenum">
              <a:rPr lang="en-US" altLang="zh-CN" sz="1200" smtClean="0">
                <a:solidFill>
                  <a:srgbClr val="000000"/>
                </a:solidFill>
                <a:latin typeface="Times New Roman" panose="02020603050405020304" pitchFamily="18" charset="0"/>
              </a:rPr>
              <a:pPr/>
              <a:t>24</a:t>
            </a:fld>
            <a:endParaRPr lang="en-US" altLang="zh-CN" sz="1200">
              <a:solidFill>
                <a:srgbClr val="000000"/>
              </a:solidFill>
              <a:latin typeface="Times New Roman" panose="02020603050405020304" pitchFamily="18" charset="0"/>
            </a:endParaRPr>
          </a:p>
        </p:txBody>
      </p:sp>
      <p:sp>
        <p:nvSpPr>
          <p:cNvPr id="77827" name="Content Placeholder 2">
            <a:extLst>
              <a:ext uri="{FF2B5EF4-FFF2-40B4-BE49-F238E27FC236}">
                <a16:creationId xmlns:a16="http://schemas.microsoft.com/office/drawing/2014/main" id="{6F22D8D9-4F08-F26E-CCE2-B78ABF2C3997}"/>
              </a:ext>
            </a:extLst>
          </p:cNvPr>
          <p:cNvSpPr>
            <a:spLocks noGrp="1" noChangeArrowheads="1"/>
          </p:cNvSpPr>
          <p:nvPr>
            <p:ph idx="1"/>
          </p:nvPr>
        </p:nvSpPr>
        <p:spPr>
          <a:xfrm>
            <a:off x="812800" y="1624013"/>
            <a:ext cx="10464800" cy="4443412"/>
          </a:xfrm>
        </p:spPr>
        <p:txBody>
          <a:bodyPr/>
          <a:lstStyle/>
          <a:p>
            <a:pPr>
              <a:buSzPct val="90000"/>
              <a:buFont typeface="Wingdings" pitchFamily="2" charset="2"/>
              <a:buChar char="§"/>
            </a:pPr>
            <a:r>
              <a:rPr lang="zh-CN" altLang="zh-CN" sz="2800" dirty="0"/>
              <a:t>APA recommends </a:t>
            </a:r>
            <a:r>
              <a:rPr lang="zh-CN" altLang="zh-CN" sz="2800" b="1" dirty="0"/>
              <a:t>in-text citations </a:t>
            </a:r>
            <a:r>
              <a:rPr lang="zh-CN" altLang="zh-CN" sz="2800" dirty="0"/>
              <a:t>that refer readers to a </a:t>
            </a:r>
            <a:r>
              <a:rPr lang="zh-CN" altLang="zh-CN" sz="2800" b="1" dirty="0"/>
              <a:t>list of references</a:t>
            </a:r>
            <a:r>
              <a:rPr lang="zh-CN" altLang="zh-CN" sz="2800" dirty="0"/>
              <a:t>. </a:t>
            </a:r>
          </a:p>
          <a:p>
            <a:pPr>
              <a:buSzPct val="90000"/>
              <a:buFont typeface="Wingdings" pitchFamily="2" charset="2"/>
              <a:buChar char="§"/>
            </a:pPr>
            <a:r>
              <a:rPr lang="zh-CN" altLang="zh-CN" sz="2800" dirty="0"/>
              <a:t>An in-text citation gives the </a:t>
            </a:r>
            <a:r>
              <a:rPr lang="zh-CN" altLang="zh-CN" sz="2800" dirty="0">
                <a:solidFill>
                  <a:srgbClr val="C00000"/>
                </a:solidFill>
              </a:rPr>
              <a:t>author</a:t>
            </a:r>
            <a:r>
              <a:rPr lang="zh-CN" altLang="zh-CN" sz="2800" dirty="0"/>
              <a:t> of the source (often in a signal phrase), the </a:t>
            </a:r>
            <a:r>
              <a:rPr lang="zh-CN" altLang="zh-CN" sz="2800" dirty="0">
                <a:solidFill>
                  <a:srgbClr val="C00000"/>
                </a:solidFill>
              </a:rPr>
              <a:t>year</a:t>
            </a:r>
            <a:r>
              <a:rPr lang="zh-CN" altLang="zh-CN" sz="2800" dirty="0"/>
              <a:t> of publication, and often a </a:t>
            </a:r>
            <a:r>
              <a:rPr lang="zh-CN" altLang="zh-CN" sz="2800" dirty="0">
                <a:solidFill>
                  <a:srgbClr val="C00000"/>
                </a:solidFill>
              </a:rPr>
              <a:t>page number </a:t>
            </a:r>
            <a:r>
              <a:rPr lang="zh-CN" altLang="zh-CN" sz="2800" dirty="0"/>
              <a:t>in parentheses. </a:t>
            </a:r>
          </a:p>
          <a:p>
            <a:pPr>
              <a:buSzPct val="90000"/>
              <a:buFont typeface="Wingdings" pitchFamily="2" charset="2"/>
              <a:buChar char="§"/>
            </a:pPr>
            <a:r>
              <a:rPr lang="zh-CN" altLang="zh-CN" sz="2800" dirty="0"/>
              <a:t>At the end of the paper, a list of references provides publication information about the source; the list is alphabetized by authors’ last names (or by titles for works with no authors).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B85749A9-D7EE-0500-AD14-78E079CF662E}"/>
              </a:ext>
            </a:extLst>
          </p:cNvPr>
          <p:cNvSpPr>
            <a:spLocks noGrp="1" noChangeArrowheads="1"/>
          </p:cNvSpPr>
          <p:nvPr>
            <p:ph type="title"/>
          </p:nvPr>
        </p:nvSpPr>
        <p:spPr>
          <a:xfrm>
            <a:off x="812800" y="609600"/>
            <a:ext cx="10464800" cy="890588"/>
          </a:xfrm>
        </p:spPr>
        <p:txBody>
          <a:bodyPr/>
          <a:lstStyle/>
          <a:p>
            <a:r>
              <a:rPr lang="en-US" altLang="en-US"/>
              <a:t>Documenting sources</a:t>
            </a:r>
            <a:endParaRPr lang="en-GB" altLang="en-US"/>
          </a:p>
        </p:txBody>
      </p:sp>
      <p:sp>
        <p:nvSpPr>
          <p:cNvPr id="79874" name="Slide Number Placeholder 3">
            <a:extLst>
              <a:ext uri="{FF2B5EF4-FFF2-40B4-BE49-F238E27FC236}">
                <a16:creationId xmlns:a16="http://schemas.microsoft.com/office/drawing/2014/main" id="{F44B0B61-4521-F549-7CD0-F80B68522AC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95495D66-91B0-0642-A2E4-59BF985ED3BA}" type="slidenum">
              <a:rPr lang="en-US" altLang="zh-CN" sz="1200" smtClean="0">
                <a:solidFill>
                  <a:srgbClr val="000000"/>
                </a:solidFill>
                <a:latin typeface="Times New Roman" panose="02020603050405020304" pitchFamily="18" charset="0"/>
              </a:rPr>
              <a:pPr/>
              <a:t>25</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E07299A6-89AE-C080-3E05-43B198D07454}"/>
              </a:ext>
            </a:extLst>
          </p:cNvPr>
          <p:cNvSpPr>
            <a:spLocks noGrp="1" noChangeArrowheads="1"/>
          </p:cNvSpPr>
          <p:nvPr>
            <p:ph idx="1"/>
          </p:nvPr>
        </p:nvSpPr>
        <p:spPr>
          <a:xfrm>
            <a:off x="812800" y="1355725"/>
            <a:ext cx="10464800" cy="4887913"/>
          </a:xfrm>
        </p:spPr>
        <p:txBody>
          <a:bodyPr/>
          <a:lstStyle/>
          <a:p>
            <a:pPr>
              <a:buSzPct val="80000"/>
              <a:buFont typeface="Wingdings" pitchFamily="2" charset="2"/>
              <a:buChar char="§"/>
              <a:defRPr/>
            </a:pPr>
            <a:r>
              <a:rPr lang="en" altLang="zh-CN" sz="2800" dirty="0"/>
              <a:t>The </a:t>
            </a:r>
            <a:r>
              <a:rPr lang="en" altLang="zh-CN" sz="2800" dirty="0">
                <a:solidFill>
                  <a:srgbClr val="C00000"/>
                </a:solidFill>
              </a:rPr>
              <a:t>direct link </a:t>
            </a:r>
            <a:r>
              <a:rPr lang="en" altLang="zh-CN" sz="2800" dirty="0"/>
              <a:t>between the in-text citation and the entry in the reference list is highlighted in the following example. </a:t>
            </a:r>
          </a:p>
          <a:p>
            <a:pPr>
              <a:buSzPct val="80000"/>
              <a:buFont typeface="Wingdings" pitchFamily="2" charset="2"/>
              <a:buChar char="§"/>
              <a:defRPr/>
            </a:pPr>
            <a:r>
              <a:rPr lang="en-GB" altLang="en-US" sz="2800" b="1" dirty="0"/>
              <a:t>In-text citation</a:t>
            </a:r>
          </a:p>
          <a:p>
            <a:pPr marL="324000" indent="0">
              <a:buSzPct val="80000"/>
              <a:buFont typeface="Wingdings" pitchFamily="2" charset="2"/>
              <a:buNone/>
              <a:defRPr/>
            </a:pPr>
            <a:r>
              <a:rPr lang="en" altLang="zh-CN" sz="2600" dirty="0"/>
              <a:t>In this description, agency is not considered a property, but as a practice, representing “a quality of the engagement of actors with temporal-relational contexts-for-action, not a quality of the actors themselves” (Biesta et al., 2015, p. 626). </a:t>
            </a:r>
            <a:endParaRPr lang="en-GB" altLang="en-US" sz="2600" dirty="0"/>
          </a:p>
          <a:p>
            <a:pPr>
              <a:buSzPct val="80000"/>
              <a:buFont typeface="Wingdings" pitchFamily="2" charset="2"/>
              <a:buChar char="§"/>
              <a:defRPr/>
            </a:pPr>
            <a:r>
              <a:rPr lang="en-US" altLang="en-US" sz="2800" b="1" dirty="0"/>
              <a:t>Entry in the list of references</a:t>
            </a:r>
          </a:p>
          <a:p>
            <a:pPr marL="324000" indent="0">
              <a:buSzPct val="80000"/>
              <a:buFont typeface="Wingdings" pitchFamily="2" charset="2"/>
              <a:buNone/>
              <a:defRPr/>
            </a:pPr>
            <a:r>
              <a:rPr lang="en" altLang="zh-CN" sz="2600" dirty="0"/>
              <a:t>Biesta, G., Priestley, M., &amp; Robinson, S. (2015). The role of beliefs in teacher agency. </a:t>
            </a:r>
            <a:r>
              <a:rPr lang="en" altLang="zh-CN" sz="2600" i="1" dirty="0"/>
              <a:t>Teachers and Teaching, 21(6</a:t>
            </a:r>
            <a:r>
              <a:rPr lang="en" altLang="zh-CN" sz="2600" dirty="0"/>
              <a:t>), 624–640. https://doi.org/10.1080/13540602.2015.1044325 </a:t>
            </a:r>
          </a:p>
          <a:p>
            <a:pPr marL="0" indent="0">
              <a:buFont typeface="Wingdings" pitchFamily="2" charset="2"/>
              <a:buNone/>
              <a:defRPr/>
            </a:pPr>
            <a:endParaRPr lang="en-GB" altLang="en-US" sz="2800" dirty="0"/>
          </a:p>
          <a:p>
            <a:pPr>
              <a:buClr>
                <a:schemeClr val="tx2"/>
              </a:buClr>
              <a:buSzPct val="90000"/>
              <a:buFont typeface="Wingdings" pitchFamily="2" charset="2"/>
              <a:buChar char="§"/>
              <a:defRPr/>
            </a:pPr>
            <a:endParaRPr lang="en" altLang="zh-CN"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80DE68A3-867E-30AB-8AA9-86D90A6B0A72}"/>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81922" name="Slide Number Placeholder 3">
            <a:extLst>
              <a:ext uri="{FF2B5EF4-FFF2-40B4-BE49-F238E27FC236}">
                <a16:creationId xmlns:a16="http://schemas.microsoft.com/office/drawing/2014/main" id="{136ED50B-FD6F-EE0D-39AC-1208796F9BA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32793C06-9DCC-6241-91F9-E59CCFE6476E}" type="slidenum">
              <a:rPr lang="en-US" altLang="zh-CN" sz="1200" smtClean="0">
                <a:solidFill>
                  <a:srgbClr val="000000"/>
                </a:solidFill>
                <a:latin typeface="Times New Roman" panose="02020603050405020304" pitchFamily="18" charset="0"/>
              </a:rPr>
              <a:pPr/>
              <a:t>26</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11B4DD77-A427-A01E-3C03-BF32191B5876}"/>
              </a:ext>
            </a:extLst>
          </p:cNvPr>
          <p:cNvSpPr>
            <a:spLocks noGrp="1" noChangeArrowheads="1"/>
          </p:cNvSpPr>
          <p:nvPr>
            <p:ph idx="1"/>
          </p:nvPr>
        </p:nvSpPr>
        <p:spPr>
          <a:xfrm>
            <a:off x="812800" y="1355725"/>
            <a:ext cx="10566400" cy="4887913"/>
          </a:xfrm>
        </p:spPr>
        <p:txBody>
          <a:bodyPr/>
          <a:lstStyle/>
          <a:p>
            <a:pPr>
              <a:buSzPct val="80000"/>
              <a:buFont typeface="Wingdings" pitchFamily="2" charset="2"/>
              <a:buChar char="§"/>
              <a:defRPr/>
            </a:pPr>
            <a:r>
              <a:rPr lang="en" altLang="zh-CN" sz="2600" dirty="0"/>
              <a:t>APA style requires the use of the </a:t>
            </a:r>
            <a:r>
              <a:rPr lang="en" altLang="zh-CN" sz="2600" dirty="0">
                <a:solidFill>
                  <a:srgbClr val="C00000"/>
                </a:solidFill>
              </a:rPr>
              <a:t>past tense </a:t>
            </a:r>
            <a:r>
              <a:rPr lang="en" altLang="zh-CN" sz="2600" dirty="0"/>
              <a:t>or the </a:t>
            </a:r>
            <a:r>
              <a:rPr lang="en" altLang="zh-CN" sz="2600" dirty="0">
                <a:solidFill>
                  <a:srgbClr val="C00000"/>
                </a:solidFill>
              </a:rPr>
              <a:t>present perfect tense</a:t>
            </a:r>
            <a:r>
              <a:rPr lang="en" altLang="zh-CN" sz="2600" dirty="0"/>
              <a:t> in signal phrases introducing cited material: </a:t>
            </a:r>
            <a:r>
              <a:rPr lang="en" altLang="zh-CN" sz="2600" i="1" dirty="0"/>
              <a:t>Smith (2012) reported, Smith (2012) has argued</a:t>
            </a:r>
            <a:r>
              <a:rPr lang="en" altLang="zh-CN" sz="2600" dirty="0"/>
              <a:t>. </a:t>
            </a:r>
          </a:p>
          <a:p>
            <a:pPr>
              <a:buSzPct val="80000"/>
              <a:buFont typeface="Wingdings" pitchFamily="2" charset="2"/>
              <a:buChar char="§"/>
              <a:defRPr/>
            </a:pPr>
            <a:r>
              <a:rPr lang="en-GB" altLang="en-US" sz="2800" b="1" dirty="0"/>
              <a:t>Basic format for a quotation</a:t>
            </a:r>
          </a:p>
          <a:p>
            <a:pPr marL="342000" indent="0">
              <a:buClr>
                <a:schemeClr val="tx2"/>
              </a:buClr>
              <a:buSzPct val="90000"/>
              <a:buFont typeface="Wingdings" pitchFamily="2" charset="2"/>
              <a:buNone/>
              <a:defRPr/>
            </a:pPr>
            <a:r>
              <a:rPr lang="en" altLang="zh-CN" sz="2600" dirty="0"/>
              <a:t>Ordinarily, introduce the quotation with a signal phrase that includes the author’s last name followed by the year of publication in parentheses. Put the page number (preceded by “p.”) in parentheses after the quotation. </a:t>
            </a:r>
          </a:p>
          <a:p>
            <a:pPr marL="684000" indent="0">
              <a:buClr>
                <a:schemeClr val="tx2"/>
              </a:buClr>
              <a:buSzPct val="90000"/>
              <a:buFont typeface="Wingdings" pitchFamily="2" charset="2"/>
              <a:buNone/>
              <a:defRPr/>
            </a:pPr>
            <a:r>
              <a:rPr lang="en-US" altLang="zh-CN" sz="2600" dirty="0"/>
              <a:t>Çubukçu (2012) argued that for a student-centered approach to work, students must maintain “ownership for their goals and activities” (p. 64).</a:t>
            </a:r>
          </a:p>
          <a:p>
            <a:pPr marL="342000" indent="0">
              <a:buClr>
                <a:schemeClr val="tx2"/>
              </a:buClr>
              <a:buSzPct val="90000"/>
              <a:buFont typeface="Wingdings" pitchFamily="2" charset="2"/>
              <a:buNone/>
              <a:defRPr/>
            </a:pPr>
            <a:r>
              <a:rPr lang="en" altLang="zh-CN" sz="2600" dirty="0"/>
              <a:t>If the author is not named in the signal phrase, place the in-text citation after the quotation: (</a:t>
            </a:r>
            <a:r>
              <a:rPr lang="en-US" altLang="zh-CN" sz="2600" dirty="0"/>
              <a:t>Çubukçu</a:t>
            </a:r>
            <a:r>
              <a:rPr lang="en" altLang="zh-CN" sz="2600" dirty="0"/>
              <a:t>, 2012, p. 64).</a:t>
            </a:r>
            <a:endParaRPr lang="en-GB" altLang="en-US" sz="2600" dirty="0"/>
          </a:p>
          <a:p>
            <a:pPr marL="0" indent="0">
              <a:buClr>
                <a:schemeClr val="tx2"/>
              </a:buClr>
              <a:buSzPct val="90000"/>
              <a:buFont typeface="Wingdings" pitchFamily="2" charset="2"/>
              <a:buNone/>
              <a:defRPr/>
            </a:pPr>
            <a:endParaRPr lang="en" altLang="zh-CN"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75731F90-6D76-239A-3F3E-20EE384363EF}"/>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83970" name="Slide Number Placeholder 3">
            <a:extLst>
              <a:ext uri="{FF2B5EF4-FFF2-40B4-BE49-F238E27FC236}">
                <a16:creationId xmlns:a16="http://schemas.microsoft.com/office/drawing/2014/main" id="{C7C0B3DD-8F1C-C2EB-AE80-D6636C7BF02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7D235732-C2BE-C64F-8F0E-4FD96AE52A03}" type="slidenum">
              <a:rPr lang="en-US" altLang="zh-CN" sz="1200" smtClean="0">
                <a:solidFill>
                  <a:srgbClr val="000000"/>
                </a:solidFill>
                <a:latin typeface="Times New Roman" panose="02020603050405020304" pitchFamily="18" charset="0"/>
              </a:rPr>
              <a:pPr/>
              <a:t>27</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A004ED14-D192-EDAA-5BC4-15F76D88BA5D}"/>
              </a:ext>
            </a:extLst>
          </p:cNvPr>
          <p:cNvSpPr>
            <a:spLocks noGrp="1" noChangeArrowheads="1"/>
          </p:cNvSpPr>
          <p:nvPr>
            <p:ph idx="1"/>
          </p:nvPr>
        </p:nvSpPr>
        <p:spPr>
          <a:xfrm>
            <a:off x="812800" y="1355725"/>
            <a:ext cx="10464800" cy="4887913"/>
          </a:xfrm>
        </p:spPr>
        <p:txBody>
          <a:bodyPr/>
          <a:lstStyle/>
          <a:p>
            <a:pPr>
              <a:buSzPct val="80000"/>
              <a:buFont typeface="Wingdings" pitchFamily="2" charset="2"/>
              <a:buChar char="§"/>
              <a:defRPr/>
            </a:pPr>
            <a:r>
              <a:rPr lang="en-GB" altLang="en-US" sz="2800" b="1" dirty="0"/>
              <a:t>Basic format for a summary or a paraphrase</a:t>
            </a:r>
          </a:p>
          <a:p>
            <a:pPr marL="0" indent="0">
              <a:spcAft>
                <a:spcPts val="300"/>
              </a:spcAft>
              <a:buClr>
                <a:schemeClr val="tx2"/>
              </a:buClr>
              <a:buSzPct val="90000"/>
              <a:buFont typeface="Wingdings" pitchFamily="2" charset="2"/>
              <a:buNone/>
              <a:defRPr/>
            </a:pPr>
            <a:r>
              <a:rPr lang="en" altLang="zh-CN" sz="2600" dirty="0"/>
              <a:t>The in-text citation for a summary or a paraphrase is the same as for a quotation, include the author’s last name and the year either in a signal phrase introducing the material or in parentheses following it. Use a page number, </a:t>
            </a:r>
            <a:r>
              <a:rPr lang="en" altLang="zh-CN" sz="2600" dirty="0">
                <a:solidFill>
                  <a:srgbClr val="C00000"/>
                </a:solidFill>
              </a:rPr>
              <a:t>if one is available</a:t>
            </a:r>
            <a:r>
              <a:rPr lang="en" altLang="zh-CN" sz="2600" dirty="0"/>
              <a:t>, following the cited material. </a:t>
            </a:r>
          </a:p>
          <a:p>
            <a:pPr marL="324000" indent="0">
              <a:spcAft>
                <a:spcPts val="300"/>
              </a:spcAft>
              <a:buClr>
                <a:schemeClr val="tx2"/>
              </a:buClr>
              <a:buSzPct val="90000"/>
              <a:buFont typeface="Wingdings" pitchFamily="2" charset="2"/>
              <a:buNone/>
              <a:defRPr/>
            </a:pPr>
            <a:r>
              <a:rPr lang="en-US" altLang="en-US" sz="2600" dirty="0"/>
              <a:t>Watson (2008) offered a case study for the Cincinnati Public Schools Virtual High School, which brought students together in a physical school building to work with an assortment of online learning programs (p. 7).</a:t>
            </a:r>
          </a:p>
          <a:p>
            <a:pPr marL="324000" indent="0">
              <a:spcAft>
                <a:spcPts val="300"/>
              </a:spcAft>
              <a:buClr>
                <a:schemeClr val="tx2"/>
              </a:buClr>
              <a:buSzPct val="90000"/>
              <a:buFont typeface="Wingdings" pitchFamily="2" charset="2"/>
              <a:buNone/>
              <a:defRPr/>
            </a:pPr>
            <a:r>
              <a:rPr lang="en-US" altLang="en-US" sz="2600" dirty="0"/>
              <a:t>The Cincinnati Public Schools Virtual High School brought students together in a physical school building to work with an assortment of online learning programs (Watson, 2008, p. 7).</a:t>
            </a:r>
            <a:endParaRPr lang="en-GB" altLang="en-US" sz="2600" dirty="0"/>
          </a:p>
          <a:p>
            <a:pPr marL="0" indent="0">
              <a:buClr>
                <a:schemeClr val="tx2"/>
              </a:buClr>
              <a:buSzPct val="90000"/>
              <a:buFont typeface="Wingdings" pitchFamily="2" charset="2"/>
              <a:buNone/>
              <a:defRPr/>
            </a:pPr>
            <a:endParaRPr lang="en" altLang="zh-CN"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
            <a:extLst>
              <a:ext uri="{FF2B5EF4-FFF2-40B4-BE49-F238E27FC236}">
                <a16:creationId xmlns:a16="http://schemas.microsoft.com/office/drawing/2014/main" id="{66A28B17-971A-E1B1-41B2-3DF0F3FF3A70}"/>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86018" name="Slide Number Placeholder 3">
            <a:extLst>
              <a:ext uri="{FF2B5EF4-FFF2-40B4-BE49-F238E27FC236}">
                <a16:creationId xmlns:a16="http://schemas.microsoft.com/office/drawing/2014/main" id="{61B6A11A-FA52-B8BF-AF31-1656EB2C316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6356D19-990C-5A4D-B1B1-49E53332F535}" type="slidenum">
              <a:rPr lang="en-US" altLang="zh-CN" sz="1200" smtClean="0">
                <a:solidFill>
                  <a:srgbClr val="000000"/>
                </a:solidFill>
                <a:latin typeface="Times New Roman" panose="02020603050405020304" pitchFamily="18" charset="0"/>
              </a:rPr>
              <a:pPr/>
              <a:t>28</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A32A2CA3-D4E6-A4C1-9888-14032CCE2BC7}"/>
              </a:ext>
            </a:extLst>
          </p:cNvPr>
          <p:cNvSpPr>
            <a:spLocks noGrp="1" noChangeArrowheads="1"/>
          </p:cNvSpPr>
          <p:nvPr>
            <p:ph idx="1"/>
          </p:nvPr>
        </p:nvSpPr>
        <p:spPr>
          <a:xfrm>
            <a:off x="812800" y="1355726"/>
            <a:ext cx="10464800" cy="4492790"/>
          </a:xfrm>
        </p:spPr>
        <p:txBody>
          <a:bodyPr/>
          <a:lstStyle/>
          <a:p>
            <a:pPr>
              <a:buSzPct val="80000"/>
              <a:buFont typeface="Wingdings" pitchFamily="2" charset="2"/>
              <a:buChar char="§"/>
              <a:defRPr/>
            </a:pPr>
            <a:r>
              <a:rPr lang="en-GB" altLang="en-US" sz="2800" b="1" dirty="0"/>
              <a:t>Work with two authors</a:t>
            </a:r>
          </a:p>
          <a:p>
            <a:pPr marL="0" indent="0">
              <a:spcAft>
                <a:spcPts val="300"/>
              </a:spcAft>
              <a:buClr>
                <a:schemeClr val="tx2"/>
              </a:buClr>
              <a:buSzPct val="90000"/>
              <a:buFont typeface="Wingdings" pitchFamily="2" charset="2"/>
              <a:buNone/>
              <a:defRPr/>
            </a:pPr>
            <a:r>
              <a:rPr lang="en" altLang="zh-CN" sz="2600" dirty="0"/>
              <a:t>Name both authors in the signal phrase or in parentheses each time you cite the work. In the parentheses, use “</a:t>
            </a:r>
            <a:r>
              <a:rPr lang="en" altLang="zh-CN" sz="2600" dirty="0">
                <a:solidFill>
                  <a:srgbClr val="C00000"/>
                </a:solidFill>
              </a:rPr>
              <a:t>&amp;</a:t>
            </a:r>
            <a:r>
              <a:rPr lang="en" altLang="zh-CN" sz="2600" dirty="0"/>
              <a:t>” between the authors’ names; in the signal phrase, use “</a:t>
            </a:r>
            <a:r>
              <a:rPr lang="en" altLang="zh-CN" sz="2600" dirty="0">
                <a:solidFill>
                  <a:srgbClr val="C00000"/>
                </a:solidFill>
              </a:rPr>
              <a:t>and</a:t>
            </a:r>
            <a:r>
              <a:rPr lang="en" altLang="zh-CN" sz="2600" dirty="0"/>
              <a:t>”:</a:t>
            </a:r>
          </a:p>
          <a:p>
            <a:pPr marL="324000" indent="0">
              <a:spcAft>
                <a:spcPts val="300"/>
              </a:spcAft>
              <a:buClr>
                <a:schemeClr val="tx2"/>
              </a:buClr>
              <a:buSzPct val="90000"/>
              <a:buFont typeface="Wingdings" pitchFamily="2" charset="2"/>
              <a:buNone/>
              <a:defRPr/>
            </a:pPr>
            <a:r>
              <a:rPr lang="en-US" altLang="en-US" sz="2600" dirty="0"/>
              <a:t>According to Donitsa-Schmidt </a:t>
            </a:r>
            <a:r>
              <a:rPr lang="en-US" altLang="en-US" sz="2600" dirty="0">
                <a:solidFill>
                  <a:srgbClr val="C00000"/>
                </a:solidFill>
              </a:rPr>
              <a:t>and</a:t>
            </a:r>
            <a:r>
              <a:rPr lang="en-US" altLang="en-US" sz="2600" dirty="0"/>
              <a:t> Zuzovsky (2014), “demographic growth in the school population” can lead to teacher shortages (p. 426).</a:t>
            </a:r>
            <a:endParaRPr lang="en" altLang="en-US" sz="2800" dirty="0"/>
          </a:p>
          <a:p>
            <a:pPr marL="324000" indent="0">
              <a:spcAft>
                <a:spcPts val="300"/>
              </a:spcAft>
              <a:buClr>
                <a:schemeClr val="tx2"/>
              </a:buClr>
              <a:buSzPct val="90000"/>
              <a:buFont typeface="Wingdings" pitchFamily="2" charset="2"/>
              <a:buNone/>
              <a:defRPr/>
            </a:pPr>
            <a:r>
              <a:rPr lang="en" altLang="en-US" sz="2600" dirty="0"/>
              <a:t>In the United States, most </a:t>
            </a:r>
            <a:r>
              <a:rPr lang="en-HK" altLang="en-US" sz="2600" dirty="0"/>
              <a:t>public-school</a:t>
            </a:r>
            <a:r>
              <a:rPr lang="en" altLang="en-US" sz="2600" dirty="0"/>
              <a:t> systems are struggling with teacher shortages, which are projected to worsen as the number of applicants to education schools decreases (</a:t>
            </a:r>
            <a:r>
              <a:rPr lang="en-US" altLang="en-US" sz="2600" dirty="0"/>
              <a:t>Donitsa-Schmidt </a:t>
            </a:r>
            <a:r>
              <a:rPr lang="en-US" altLang="en-US" sz="2600" dirty="0">
                <a:solidFill>
                  <a:srgbClr val="C00000"/>
                </a:solidFill>
              </a:rPr>
              <a:t>&amp;</a:t>
            </a:r>
            <a:r>
              <a:rPr lang="en-US" altLang="en-US" sz="2600" dirty="0"/>
              <a:t> Zuzovsky, 2014, p. 420).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a:extLst>
              <a:ext uri="{FF2B5EF4-FFF2-40B4-BE49-F238E27FC236}">
                <a16:creationId xmlns:a16="http://schemas.microsoft.com/office/drawing/2014/main" id="{804ABC6C-E4FC-F1DA-C844-702BE4AC3E9A}"/>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88066" name="Slide Number Placeholder 3">
            <a:extLst>
              <a:ext uri="{FF2B5EF4-FFF2-40B4-BE49-F238E27FC236}">
                <a16:creationId xmlns:a16="http://schemas.microsoft.com/office/drawing/2014/main" id="{1BC4B593-8C89-C90C-AE07-6825F237C17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57704AC2-175E-0E47-B431-C60F85229D11}" type="slidenum">
              <a:rPr lang="en-US" altLang="zh-CN" sz="1200" smtClean="0">
                <a:solidFill>
                  <a:srgbClr val="000000"/>
                </a:solidFill>
                <a:latin typeface="Times New Roman" panose="02020603050405020304" pitchFamily="18" charset="0"/>
              </a:rPr>
              <a:pPr/>
              <a:t>29</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E808C15C-9157-566D-3A5C-69752E8FDA25}"/>
              </a:ext>
            </a:extLst>
          </p:cNvPr>
          <p:cNvSpPr>
            <a:spLocks noGrp="1" noChangeArrowheads="1"/>
          </p:cNvSpPr>
          <p:nvPr>
            <p:ph idx="1"/>
          </p:nvPr>
        </p:nvSpPr>
        <p:spPr>
          <a:xfrm>
            <a:off x="812800" y="1355725"/>
            <a:ext cx="10464800" cy="4887913"/>
          </a:xfrm>
        </p:spPr>
        <p:txBody>
          <a:bodyPr/>
          <a:lstStyle/>
          <a:p>
            <a:pPr>
              <a:buSzPct val="80000"/>
              <a:buFont typeface="Wingdings" pitchFamily="2" charset="2"/>
              <a:buChar char="§"/>
              <a:defRPr/>
            </a:pPr>
            <a:r>
              <a:rPr lang="en-GB" altLang="en-US" sz="2800" b="1" dirty="0"/>
              <a:t>Work with three to more authors</a:t>
            </a:r>
          </a:p>
          <a:p>
            <a:pPr marL="0" indent="0">
              <a:spcAft>
                <a:spcPts val="300"/>
              </a:spcAft>
              <a:buClr>
                <a:schemeClr val="tx2"/>
              </a:buClr>
              <a:buSzPct val="90000"/>
              <a:buFont typeface="Wingdings" pitchFamily="2" charset="2"/>
              <a:buNone/>
              <a:defRPr/>
            </a:pPr>
            <a:r>
              <a:rPr lang="en" altLang="zh-CN" sz="2600" dirty="0"/>
              <a:t>Identify the authors in the signal phrase</a:t>
            </a:r>
            <a:r>
              <a:rPr lang="en-US" altLang="zh-CN" sz="2600" dirty="0"/>
              <a:t> as the surname of the first author with et al.</a:t>
            </a:r>
            <a:r>
              <a:rPr lang="en" altLang="zh-CN" sz="2600" dirty="0"/>
              <a:t> or in parentheses the </a:t>
            </a:r>
            <a:r>
              <a:rPr lang="en" altLang="zh-CN" sz="2600" dirty="0">
                <a:solidFill>
                  <a:srgbClr val="C00000"/>
                </a:solidFill>
              </a:rPr>
              <a:t>first time </a:t>
            </a:r>
            <a:r>
              <a:rPr lang="en" altLang="zh-CN" sz="2600" dirty="0"/>
              <a:t>you cite the source (update</a:t>
            </a:r>
            <a:r>
              <a:rPr lang="en-US" altLang="zh-CN" sz="2600" dirty="0"/>
              <a:t>d</a:t>
            </a:r>
            <a:r>
              <a:rPr lang="en" altLang="zh-CN" sz="2600" dirty="0"/>
              <a:t> in the APA 7</a:t>
            </a:r>
            <a:r>
              <a:rPr lang="en" altLang="zh-CN" sz="2600" baseline="30000" dirty="0"/>
              <a:t>th</a:t>
            </a:r>
            <a:r>
              <a:rPr lang="en" altLang="zh-CN" sz="2600" dirty="0"/>
              <a:t>).</a:t>
            </a:r>
          </a:p>
          <a:p>
            <a:pPr marL="324000" indent="0">
              <a:spcAft>
                <a:spcPts val="300"/>
              </a:spcAft>
              <a:buClr>
                <a:schemeClr val="tx2"/>
              </a:buClr>
              <a:buSzPct val="90000"/>
              <a:buFont typeface="Wingdings" pitchFamily="2" charset="2"/>
              <a:buNone/>
              <a:defRPr/>
            </a:pPr>
            <a:r>
              <a:rPr lang="en-US" altLang="en-US" sz="2600" dirty="0"/>
              <a:t>In 2013, Harper et al. studied teachers’ perceptions of project-based learning (PBL) before and after participating in a PBL pilot program.</a:t>
            </a:r>
            <a:endParaRPr lang="en" altLang="zh-CN" sz="2600" dirty="0"/>
          </a:p>
          <a:p>
            <a:pPr marL="0" indent="0">
              <a:spcAft>
                <a:spcPts val="300"/>
              </a:spcAft>
              <a:buClr>
                <a:schemeClr val="tx2"/>
              </a:buClr>
              <a:buSzPct val="90000"/>
              <a:buFont typeface="Wingdings" pitchFamily="2" charset="2"/>
              <a:buNone/>
              <a:defRPr/>
            </a:pPr>
            <a:r>
              <a:rPr lang="en" altLang="zh-CN" sz="2600" dirty="0"/>
              <a:t>In subsequent citations, use the first author’s name followed by “et al.” in either the signal phrase or the parentheses. </a:t>
            </a:r>
          </a:p>
          <a:p>
            <a:pPr marL="324000" indent="0">
              <a:spcAft>
                <a:spcPts val="300"/>
              </a:spcAft>
              <a:buClr>
                <a:schemeClr val="tx2"/>
              </a:buClr>
              <a:buSzPct val="90000"/>
              <a:buFont typeface="Wingdings" pitchFamily="2" charset="2"/>
              <a:buNone/>
              <a:defRPr/>
            </a:pPr>
            <a:r>
              <a:rPr lang="en-US" altLang="en-US" sz="2600" dirty="0"/>
              <a:t>Surprisingly, Harper et al. (2013) advised school administrators “not to jump into project-based pedagogy without training and feedback” (p. 16).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FE97EF92-06EF-F791-C03E-3C3F675601DC}"/>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90114" name="Slide Number Placeholder 3">
            <a:extLst>
              <a:ext uri="{FF2B5EF4-FFF2-40B4-BE49-F238E27FC236}">
                <a16:creationId xmlns:a16="http://schemas.microsoft.com/office/drawing/2014/main" id="{D3F4A10C-4752-C9FE-5616-A66445B31E41}"/>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81468525-6F41-FB4E-A607-D42A9AB17728}" type="slidenum">
              <a:rPr lang="en-US" altLang="zh-CN" sz="1200" smtClean="0">
                <a:solidFill>
                  <a:srgbClr val="000000"/>
                </a:solidFill>
                <a:latin typeface="Times New Roman" panose="02020603050405020304" pitchFamily="18" charset="0"/>
              </a:rPr>
              <a:pPr/>
              <a:t>30</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F8CB39E4-39D7-867A-BAFE-0DB44F08FE55}"/>
              </a:ext>
            </a:extLst>
          </p:cNvPr>
          <p:cNvSpPr>
            <a:spLocks noGrp="1" noChangeArrowheads="1"/>
          </p:cNvSpPr>
          <p:nvPr>
            <p:ph idx="1"/>
          </p:nvPr>
        </p:nvSpPr>
        <p:spPr>
          <a:xfrm>
            <a:off x="812800" y="1355725"/>
            <a:ext cx="10464800" cy="4887913"/>
          </a:xfrm>
        </p:spPr>
        <p:txBody>
          <a:bodyPr/>
          <a:lstStyle/>
          <a:p>
            <a:pPr>
              <a:buSzPct val="80000"/>
              <a:buFont typeface="Wingdings" pitchFamily="2" charset="2"/>
              <a:buChar char="§"/>
              <a:defRPr/>
            </a:pPr>
            <a:r>
              <a:rPr lang="en-GB" altLang="en-US" sz="2800" b="1" dirty="0"/>
              <a:t>Work with three to more authors</a:t>
            </a:r>
          </a:p>
          <a:p>
            <a:pPr marL="0" indent="0">
              <a:spcAft>
                <a:spcPts val="600"/>
              </a:spcAft>
              <a:buClr>
                <a:schemeClr val="tx2"/>
              </a:buClr>
              <a:buSzPct val="90000"/>
              <a:buFont typeface="Wingdings" pitchFamily="2" charset="2"/>
              <a:buNone/>
              <a:defRPr/>
            </a:pPr>
            <a:r>
              <a:rPr lang="en" altLang="zh-CN" sz="2600" dirty="0"/>
              <a:t>If you’re citing multiple works with similar groups of authors, and the shortened “et al” citation form of each source would be the same, you’ll need to avoid ambiguity by writing out more names. </a:t>
            </a:r>
          </a:p>
          <a:p>
            <a:pPr marL="324000" indent="0">
              <a:spcAft>
                <a:spcPts val="300"/>
              </a:spcAft>
              <a:buClr>
                <a:schemeClr val="tx2"/>
              </a:buClr>
              <a:buSzPct val="90000"/>
              <a:buFont typeface="Wingdings" pitchFamily="2" charset="2"/>
              <a:buNone/>
              <a:defRPr/>
            </a:pPr>
            <a:r>
              <a:rPr lang="en" altLang="zh-CN" sz="2600" dirty="0"/>
              <a:t>Jones, Smith, Liu, Huang, and Kim (2020)/ (Jones, Smith, Liu, et al., 2020)</a:t>
            </a:r>
          </a:p>
          <a:p>
            <a:pPr marL="324000" indent="0">
              <a:spcAft>
                <a:spcPts val="300"/>
              </a:spcAft>
              <a:buClr>
                <a:schemeClr val="tx2"/>
              </a:buClr>
              <a:buSzPct val="90000"/>
              <a:buFont typeface="Wingdings" pitchFamily="2" charset="2"/>
              <a:buNone/>
              <a:defRPr/>
            </a:pPr>
            <a:r>
              <a:rPr lang="en" altLang="zh-CN" sz="2600" dirty="0"/>
              <a:t>Jones, Smith, Ruiz, Wang, and Stanton (2020)/ (Jones, Smith, Ruiz, et al., 2020)</a:t>
            </a:r>
          </a:p>
          <a:p>
            <a:pPr marL="0" indent="0">
              <a:spcAft>
                <a:spcPts val="300"/>
              </a:spcAft>
              <a:buClr>
                <a:schemeClr val="tx2"/>
              </a:buClr>
              <a:buSzPct val="90000"/>
              <a:buFont typeface="Wingdings" pitchFamily="2" charset="2"/>
              <a:buNone/>
              <a:defRPr/>
            </a:pPr>
            <a:endParaRPr lang="en" altLang="zh-CN"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54B1CCBE-26A1-FE7B-D744-B3E08B587507}"/>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92162" name="Slide Number Placeholder 3">
            <a:extLst>
              <a:ext uri="{FF2B5EF4-FFF2-40B4-BE49-F238E27FC236}">
                <a16:creationId xmlns:a16="http://schemas.microsoft.com/office/drawing/2014/main" id="{7947B676-5948-2631-E949-ECB8CE03645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FFC8DA72-1494-5844-A68C-CACAF7929FE8}" type="slidenum">
              <a:rPr lang="en-US" altLang="zh-CN" sz="1200" smtClean="0">
                <a:solidFill>
                  <a:srgbClr val="000000"/>
                </a:solidFill>
                <a:latin typeface="Times New Roman" panose="02020603050405020304" pitchFamily="18" charset="0"/>
              </a:rPr>
              <a:pPr/>
              <a:t>31</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19FDCDA2-8E8F-76D5-0B30-6B7207F1D151}"/>
              </a:ext>
            </a:extLst>
          </p:cNvPr>
          <p:cNvSpPr>
            <a:spLocks noGrp="1" noChangeArrowheads="1"/>
          </p:cNvSpPr>
          <p:nvPr>
            <p:ph idx="1"/>
          </p:nvPr>
        </p:nvSpPr>
        <p:spPr>
          <a:xfrm>
            <a:off x="812800" y="1355726"/>
            <a:ext cx="10464800" cy="4569600"/>
          </a:xfrm>
        </p:spPr>
        <p:txBody>
          <a:bodyPr/>
          <a:lstStyle/>
          <a:p>
            <a:pPr>
              <a:buSzPct val="80000"/>
              <a:buFont typeface="Wingdings" pitchFamily="2" charset="2"/>
              <a:buChar char="§"/>
              <a:defRPr/>
            </a:pPr>
            <a:r>
              <a:rPr lang="en-GB" altLang="en-US" sz="2800" b="1" dirty="0"/>
              <a:t>Work with unknown authors</a:t>
            </a:r>
          </a:p>
          <a:p>
            <a:pPr marL="0" indent="0">
              <a:spcAft>
                <a:spcPts val="300"/>
              </a:spcAft>
              <a:buClr>
                <a:schemeClr val="tx2"/>
              </a:buClr>
              <a:buSzPct val="90000"/>
              <a:buFont typeface="Wingdings" pitchFamily="2" charset="2"/>
              <a:buNone/>
              <a:defRPr/>
            </a:pPr>
            <a:r>
              <a:rPr lang="en" altLang="zh-CN" sz="2600" dirty="0"/>
              <a:t>If the author is unknown, mention the work’s title in the signal phrase or give the first word or two of the title in the parentheses. </a:t>
            </a:r>
          </a:p>
          <a:p>
            <a:pPr marL="0" indent="0">
              <a:spcAft>
                <a:spcPts val="300"/>
              </a:spcAft>
              <a:buClr>
                <a:schemeClr val="tx2"/>
              </a:buClr>
              <a:buSzPct val="90000"/>
              <a:buFont typeface="Wingdings" pitchFamily="2" charset="2"/>
              <a:buNone/>
              <a:defRPr/>
            </a:pPr>
            <a:r>
              <a:rPr lang="en" altLang="zh-CN" sz="2600" dirty="0"/>
              <a:t>Titles of short works such as articles are put in quotation marks; titles of long works such as books and reports are italicized. </a:t>
            </a:r>
          </a:p>
          <a:p>
            <a:pPr marL="0" indent="0">
              <a:spcAft>
                <a:spcPts val="300"/>
              </a:spcAft>
              <a:buClr>
                <a:schemeClr val="tx2"/>
              </a:buClr>
              <a:buSzPct val="90000"/>
              <a:buFont typeface="Wingdings" pitchFamily="2" charset="2"/>
              <a:buNone/>
              <a:defRPr/>
            </a:pPr>
            <a:r>
              <a:rPr lang="en" altLang="zh-CN" sz="2600" dirty="0"/>
              <a:t>APA style calls for </a:t>
            </a:r>
            <a:r>
              <a:rPr lang="en" altLang="zh-CN" sz="2600" dirty="0">
                <a:solidFill>
                  <a:srgbClr val="C00000"/>
                </a:solidFill>
              </a:rPr>
              <a:t>capitalizing important </a:t>
            </a:r>
            <a:r>
              <a:rPr lang="en" altLang="zh-CN" sz="2600" dirty="0"/>
              <a:t>words in titles when they are </a:t>
            </a:r>
            <a:r>
              <a:rPr lang="en" altLang="zh-CN" sz="2600" dirty="0">
                <a:solidFill>
                  <a:srgbClr val="C00000"/>
                </a:solidFill>
              </a:rPr>
              <a:t>written in the text</a:t>
            </a:r>
            <a:r>
              <a:rPr lang="en" altLang="zh-CN" sz="2600" dirty="0">
                <a:solidFill>
                  <a:schemeClr val="tx2"/>
                </a:solidFill>
              </a:rPr>
              <a:t> </a:t>
            </a:r>
            <a:r>
              <a:rPr lang="en" altLang="zh-CN" sz="2600" dirty="0"/>
              <a:t>(but not when they are written in reference lists).</a:t>
            </a:r>
          </a:p>
          <a:p>
            <a:pPr marL="324000" indent="0">
              <a:spcAft>
                <a:spcPts val="300"/>
              </a:spcAft>
              <a:buClr>
                <a:schemeClr val="tx2"/>
              </a:buClr>
              <a:buSzPct val="90000"/>
              <a:buFont typeface="Wingdings" pitchFamily="2" charset="2"/>
              <a:buNone/>
              <a:defRPr/>
            </a:pPr>
            <a:r>
              <a:rPr lang="en-US" altLang="zh-CN" sz="2600" dirty="0"/>
              <a:t>Collaboration increases significantly among students who own or have regular access to a laptop (“Tech Seeds,” 2015).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5A026D10-540C-A64D-F7EA-02F438A66081}"/>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94210" name="Slide Number Placeholder 3">
            <a:extLst>
              <a:ext uri="{FF2B5EF4-FFF2-40B4-BE49-F238E27FC236}">
                <a16:creationId xmlns:a16="http://schemas.microsoft.com/office/drawing/2014/main" id="{7EA801CD-023C-9BC9-4880-3082BA69B19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0FECC400-87CE-B540-A0EF-2B0845A00FF8}" type="slidenum">
              <a:rPr lang="en-US" altLang="zh-CN" sz="1200" smtClean="0">
                <a:solidFill>
                  <a:srgbClr val="000000"/>
                </a:solidFill>
                <a:latin typeface="Times New Roman" panose="02020603050405020304" pitchFamily="18" charset="0"/>
              </a:rPr>
              <a:pPr/>
              <a:t>32</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13E178B7-8F75-B1BE-0CA1-187672744763}"/>
              </a:ext>
            </a:extLst>
          </p:cNvPr>
          <p:cNvSpPr>
            <a:spLocks noGrp="1" noChangeArrowheads="1"/>
          </p:cNvSpPr>
          <p:nvPr>
            <p:ph idx="1"/>
          </p:nvPr>
        </p:nvSpPr>
        <p:spPr>
          <a:xfrm>
            <a:off x="812800" y="1355726"/>
            <a:ext cx="10566400" cy="4646410"/>
          </a:xfrm>
        </p:spPr>
        <p:txBody>
          <a:bodyPr/>
          <a:lstStyle/>
          <a:p>
            <a:pPr>
              <a:buSzPct val="80000"/>
              <a:buFont typeface="Wingdings" pitchFamily="2" charset="2"/>
              <a:buChar char="§"/>
              <a:defRPr/>
            </a:pPr>
            <a:r>
              <a:rPr lang="en-GB" altLang="en-US" sz="2800" b="1" dirty="0"/>
              <a:t>Organization author</a:t>
            </a:r>
          </a:p>
          <a:p>
            <a:pPr marL="0" indent="0">
              <a:spcAft>
                <a:spcPts val="300"/>
              </a:spcAft>
              <a:buClr>
                <a:schemeClr val="tx2"/>
              </a:buClr>
              <a:buSzPct val="90000"/>
              <a:buFont typeface="Wingdings" pitchFamily="2" charset="2"/>
              <a:buNone/>
              <a:defRPr/>
            </a:pPr>
            <a:r>
              <a:rPr lang="en" altLang="zh-CN" sz="2600" dirty="0"/>
              <a:t>If the author is an organization or a government agency, name the organization in the signal phrase or in the parentheses the first time you cite the source. </a:t>
            </a:r>
          </a:p>
          <a:p>
            <a:pPr marL="324000" indent="0">
              <a:spcAft>
                <a:spcPts val="300"/>
              </a:spcAft>
              <a:buClr>
                <a:schemeClr val="tx2"/>
              </a:buClr>
              <a:buSzPct val="90000"/>
              <a:buFont typeface="Wingdings" pitchFamily="2" charset="2"/>
              <a:buNone/>
              <a:defRPr/>
            </a:pPr>
            <a:r>
              <a:rPr lang="en" altLang="zh-CN" sz="2500" dirty="0"/>
              <a:t>According to the International Society for Technology in Education (2016), …</a:t>
            </a:r>
          </a:p>
          <a:p>
            <a:pPr marL="0" indent="0">
              <a:spcAft>
                <a:spcPts val="300"/>
              </a:spcAft>
              <a:buClr>
                <a:schemeClr val="tx2"/>
              </a:buClr>
              <a:buSzPct val="90000"/>
              <a:buFont typeface="Wingdings" pitchFamily="2" charset="2"/>
              <a:buNone/>
              <a:defRPr/>
            </a:pPr>
            <a:r>
              <a:rPr lang="en" altLang="zh-CN" sz="2600" dirty="0"/>
              <a:t>If the organization has a familiar abbreviation, you may include it in brackets the first time you cite the source and use the abbreviation alone in later citations. </a:t>
            </a:r>
          </a:p>
          <a:p>
            <a:pPr marL="324000" indent="0">
              <a:spcAft>
                <a:spcPts val="300"/>
              </a:spcAft>
              <a:buClr>
                <a:schemeClr val="tx2"/>
              </a:buClr>
              <a:buSzPct val="90000"/>
              <a:buFont typeface="Wingdings" pitchFamily="2" charset="2"/>
              <a:buNone/>
              <a:defRPr/>
            </a:pPr>
            <a:r>
              <a:rPr lang="en-US" altLang="zh-CN" sz="2500" b="1" dirty="0"/>
              <a:t>First citation</a:t>
            </a:r>
            <a:r>
              <a:rPr lang="en-US" altLang="zh-CN" sz="2500" dirty="0"/>
              <a:t>: (Texas Higher Education Coordinating Board [THECB], 2012)</a:t>
            </a:r>
          </a:p>
          <a:p>
            <a:pPr marL="324000" indent="0">
              <a:spcAft>
                <a:spcPts val="300"/>
              </a:spcAft>
              <a:buClr>
                <a:schemeClr val="tx2"/>
              </a:buClr>
              <a:buSzPct val="90000"/>
              <a:buFont typeface="Wingdings" pitchFamily="2" charset="2"/>
              <a:buNone/>
              <a:defRPr/>
            </a:pPr>
            <a:r>
              <a:rPr lang="en-US" altLang="zh-CN" sz="2500" b="1" dirty="0"/>
              <a:t>Later citation</a:t>
            </a:r>
            <a:r>
              <a:rPr lang="en-US" altLang="zh-CN" sz="2500" dirty="0"/>
              <a:t>: (THECB, 2012)</a:t>
            </a:r>
            <a:endParaRPr lang="en" altLang="zh-CN" sz="2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66E23FCF-6424-C352-EBF2-5CDBEA4B9AA5}"/>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96258" name="Slide Number Placeholder 3">
            <a:extLst>
              <a:ext uri="{FF2B5EF4-FFF2-40B4-BE49-F238E27FC236}">
                <a16:creationId xmlns:a16="http://schemas.microsoft.com/office/drawing/2014/main" id="{51B985E6-9E38-39E9-7BF0-C0C7CF51F65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AA40E8B8-3223-C142-ABBE-D6B75434B381}" type="slidenum">
              <a:rPr lang="en-US" altLang="zh-CN" sz="1200" smtClean="0">
                <a:solidFill>
                  <a:srgbClr val="000000"/>
                </a:solidFill>
                <a:latin typeface="Times New Roman" panose="02020603050405020304" pitchFamily="18" charset="0"/>
              </a:rPr>
              <a:pPr/>
              <a:t>33</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25740FE7-FF5B-499A-54C2-758A439146FA}"/>
              </a:ext>
            </a:extLst>
          </p:cNvPr>
          <p:cNvSpPr>
            <a:spLocks noGrp="1" noChangeArrowheads="1"/>
          </p:cNvSpPr>
          <p:nvPr>
            <p:ph idx="1"/>
          </p:nvPr>
        </p:nvSpPr>
        <p:spPr>
          <a:xfrm>
            <a:off x="812800" y="1355725"/>
            <a:ext cx="10464800" cy="4761625"/>
          </a:xfrm>
        </p:spPr>
        <p:txBody>
          <a:bodyPr/>
          <a:lstStyle/>
          <a:p>
            <a:pPr>
              <a:buSzPct val="80000"/>
              <a:buFont typeface="Wingdings" pitchFamily="2" charset="2"/>
              <a:buChar char="§"/>
              <a:defRPr/>
            </a:pPr>
            <a:r>
              <a:rPr lang="en-GB" altLang="en-US" sz="2800" b="1" dirty="0"/>
              <a:t>Authors with the same last name</a:t>
            </a:r>
          </a:p>
          <a:p>
            <a:pPr marL="0" indent="0">
              <a:spcAft>
                <a:spcPts val="300"/>
              </a:spcAft>
              <a:buClr>
                <a:schemeClr val="tx2"/>
              </a:buClr>
              <a:buSzPct val="90000"/>
              <a:buFont typeface="Wingdings" pitchFamily="2" charset="2"/>
              <a:buNone/>
              <a:defRPr/>
            </a:pPr>
            <a:r>
              <a:rPr lang="en" altLang="zh-CN" sz="2600" dirty="0"/>
              <a:t>To avoid confusion if your reference list includes two or more authors with the same last name, use initials with the last names in your in-text citations. </a:t>
            </a:r>
          </a:p>
          <a:p>
            <a:pPr marL="324000" indent="0">
              <a:spcAft>
                <a:spcPts val="300"/>
              </a:spcAft>
              <a:buClr>
                <a:schemeClr val="tx2"/>
              </a:buClr>
              <a:buSzPct val="90000"/>
              <a:buFont typeface="Wingdings" pitchFamily="2" charset="2"/>
              <a:buNone/>
              <a:defRPr/>
            </a:pPr>
            <a:r>
              <a:rPr lang="en-US" altLang="zh-CN" sz="2500" dirty="0"/>
              <a:t>Research by E. Smith (1989) revealed that …</a:t>
            </a:r>
          </a:p>
          <a:p>
            <a:pPr marL="324000" indent="0">
              <a:spcAft>
                <a:spcPts val="300"/>
              </a:spcAft>
              <a:buClr>
                <a:schemeClr val="tx2"/>
              </a:buClr>
              <a:buSzPct val="90000"/>
              <a:buFont typeface="Wingdings" pitchFamily="2" charset="2"/>
              <a:buNone/>
              <a:defRPr/>
            </a:pPr>
            <a:r>
              <a:rPr lang="en-US" altLang="zh-CN" sz="2500" dirty="0"/>
              <a:t>One 2012 study contradicted … (R. Smith, p. 234).</a:t>
            </a:r>
          </a:p>
          <a:p>
            <a:pPr>
              <a:buSzPct val="80000"/>
              <a:buFont typeface="Wingdings" pitchFamily="2" charset="2"/>
              <a:buChar char="§"/>
              <a:defRPr/>
            </a:pPr>
            <a:r>
              <a:rPr lang="en-GB" altLang="en-US" sz="2800" b="1" dirty="0"/>
              <a:t>Two or more works by the same author in the same year</a:t>
            </a:r>
          </a:p>
          <a:p>
            <a:pPr marL="0" indent="0">
              <a:spcAft>
                <a:spcPts val="300"/>
              </a:spcAft>
              <a:buClr>
                <a:schemeClr val="tx2"/>
              </a:buClr>
              <a:buSzPct val="90000"/>
              <a:buFont typeface="Wingdings" pitchFamily="2" charset="2"/>
              <a:buNone/>
              <a:defRPr/>
            </a:pPr>
            <a:r>
              <a:rPr lang="en" altLang="zh-CN" sz="2600" dirty="0"/>
              <a:t>When your list of references includes more than one work by the same author in the same year, you will use lowercase letters (“a,” “b,” and so on) with the year to order the entries in the reference list and in-text citation.</a:t>
            </a:r>
          </a:p>
          <a:p>
            <a:pPr marL="324000" indent="0">
              <a:spcAft>
                <a:spcPts val="300"/>
              </a:spcAft>
              <a:buClr>
                <a:schemeClr val="tx2"/>
              </a:buClr>
              <a:buSzPct val="90000"/>
              <a:buFont typeface="Wingdings" pitchFamily="2" charset="2"/>
              <a:buNone/>
              <a:defRPr/>
            </a:pPr>
            <a:r>
              <a:rPr lang="en-US" altLang="zh-CN" sz="2500" dirty="0"/>
              <a:t>Research by Durgin (2013b) has yielded new findings about the role of …</a:t>
            </a:r>
            <a:endParaRPr lang="en" altLang="zh-CN" sz="2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23E599A6-8FC2-0624-851D-5B3BD29864CC}"/>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98306" name="Slide Number Placeholder 3">
            <a:extLst>
              <a:ext uri="{FF2B5EF4-FFF2-40B4-BE49-F238E27FC236}">
                <a16:creationId xmlns:a16="http://schemas.microsoft.com/office/drawing/2014/main" id="{8DCADF55-6456-2435-5C21-DAB9CEC3561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00ED1F81-8A20-7F44-9048-D37E01A64B99}" type="slidenum">
              <a:rPr lang="en-US" altLang="zh-CN" sz="1200" smtClean="0">
                <a:solidFill>
                  <a:srgbClr val="000000"/>
                </a:solidFill>
                <a:latin typeface="Times New Roman" panose="02020603050405020304" pitchFamily="18" charset="0"/>
              </a:rPr>
              <a:pPr/>
              <a:t>34</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6F9DF3DA-E9A3-A4B5-FCB0-2C966AB590CA}"/>
              </a:ext>
            </a:extLst>
          </p:cNvPr>
          <p:cNvSpPr>
            <a:spLocks noGrp="1" noChangeArrowheads="1"/>
          </p:cNvSpPr>
          <p:nvPr>
            <p:ph idx="1"/>
          </p:nvPr>
        </p:nvSpPr>
        <p:spPr>
          <a:xfrm>
            <a:off x="812800" y="1316725"/>
            <a:ext cx="10464800" cy="4887913"/>
          </a:xfrm>
        </p:spPr>
        <p:txBody>
          <a:bodyPr/>
          <a:lstStyle/>
          <a:p>
            <a:pPr>
              <a:buSzPct val="85000"/>
              <a:buFont typeface="Wingdings" pitchFamily="2" charset="2"/>
              <a:buChar char="§"/>
              <a:defRPr/>
            </a:pPr>
            <a:r>
              <a:rPr lang="en" altLang="zh-CN" sz="2800" b="1" dirty="0"/>
              <a:t>Two or more works in the same parentheses </a:t>
            </a:r>
            <a:endParaRPr lang="en-GB" altLang="en-US" sz="2800" b="1" dirty="0"/>
          </a:p>
          <a:p>
            <a:pPr marL="0" indent="0">
              <a:spcAft>
                <a:spcPts val="300"/>
              </a:spcAft>
              <a:buClr>
                <a:schemeClr val="tx2"/>
              </a:buClr>
              <a:buSzPct val="90000"/>
              <a:buFont typeface="Wingdings" pitchFamily="2" charset="2"/>
              <a:buNone/>
              <a:defRPr/>
            </a:pPr>
            <a:r>
              <a:rPr lang="en" altLang="zh-CN" sz="2600" dirty="0"/>
              <a:t>Put the works in the same order that they appear in the reference list, separated with semicolons. </a:t>
            </a:r>
          </a:p>
          <a:p>
            <a:pPr marL="324000" indent="0">
              <a:spcAft>
                <a:spcPts val="300"/>
              </a:spcAft>
              <a:buClr>
                <a:schemeClr val="tx2"/>
              </a:buClr>
              <a:buSzPct val="90000"/>
              <a:buFont typeface="Wingdings" pitchFamily="2" charset="2"/>
              <a:buNone/>
              <a:defRPr/>
            </a:pPr>
            <a:r>
              <a:rPr lang="en-US" altLang="zh-CN" sz="2500" dirty="0"/>
              <a:t>Researchers have indicated that studies of educational technology initiatives reveal the high cost of change (Nazer, 2015; Serrao et al., 2014).</a:t>
            </a:r>
          </a:p>
          <a:p>
            <a:pPr>
              <a:buSzPct val="85000"/>
              <a:buFont typeface="Wingdings" pitchFamily="2" charset="2"/>
              <a:buChar char="§"/>
              <a:defRPr/>
            </a:pPr>
            <a:r>
              <a:rPr lang="en-GB" altLang="en-US" sz="2800" b="1" dirty="0"/>
              <a:t>An entire website</a:t>
            </a:r>
          </a:p>
          <a:p>
            <a:pPr marL="0" indent="0">
              <a:buClr>
                <a:schemeClr val="tx2"/>
              </a:buClr>
              <a:buSzPct val="90000"/>
              <a:buFont typeface="Wingdings" pitchFamily="2" charset="2"/>
              <a:buNone/>
              <a:defRPr/>
            </a:pPr>
            <a:r>
              <a:rPr lang="en" altLang="zh-CN" sz="2600" dirty="0"/>
              <a:t>If you are citing an entire website, not an internal page or a section, give the URL in the text of your paper but do not include it in the reference list. </a:t>
            </a:r>
          </a:p>
          <a:p>
            <a:pPr marL="324000" indent="0">
              <a:spcAft>
                <a:spcPts val="300"/>
              </a:spcAft>
              <a:buClr>
                <a:schemeClr val="tx2"/>
              </a:buClr>
              <a:buSzPct val="90000"/>
              <a:buFont typeface="Wingdings" pitchFamily="2" charset="2"/>
              <a:buNone/>
              <a:defRPr/>
            </a:pPr>
            <a:r>
              <a:rPr lang="en-US" altLang="zh-CN" sz="2500" dirty="0"/>
              <a:t>The Berkeley Center for Teaching and Learning website (https://teaching.berkeley.edu/) shares ideas for using mobile technology in the classroom.</a:t>
            </a:r>
            <a:endParaRPr lang="en" altLang="zh-CN" sz="2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5FB0388C-1FEC-8495-919C-E7C8BB00371F}"/>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100354" name="Slide Number Placeholder 3">
            <a:extLst>
              <a:ext uri="{FF2B5EF4-FFF2-40B4-BE49-F238E27FC236}">
                <a16:creationId xmlns:a16="http://schemas.microsoft.com/office/drawing/2014/main" id="{D0564009-B529-591E-1297-D46FEF519ED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89378FF2-635B-044E-96F5-2006333B622C}" type="slidenum">
              <a:rPr lang="en-US" altLang="zh-CN" sz="1200" smtClean="0">
                <a:solidFill>
                  <a:srgbClr val="000000"/>
                </a:solidFill>
                <a:latin typeface="Times New Roman" panose="02020603050405020304" pitchFamily="18" charset="0"/>
              </a:rPr>
              <a:pPr/>
              <a:t>35</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7A5BC4F2-18DD-CBDE-AFF0-111964943B6C}"/>
              </a:ext>
            </a:extLst>
          </p:cNvPr>
          <p:cNvSpPr>
            <a:spLocks noGrp="1" noChangeArrowheads="1"/>
          </p:cNvSpPr>
          <p:nvPr>
            <p:ph idx="1"/>
          </p:nvPr>
        </p:nvSpPr>
        <p:spPr>
          <a:xfrm>
            <a:off x="812800" y="1355725"/>
            <a:ext cx="10464800" cy="4887913"/>
          </a:xfrm>
        </p:spPr>
        <p:txBody>
          <a:bodyPr/>
          <a:lstStyle/>
          <a:p>
            <a:pPr>
              <a:buSzPct val="80000"/>
              <a:buFont typeface="Wingdings" pitchFamily="2" charset="2"/>
              <a:buChar char="§"/>
              <a:defRPr/>
            </a:pPr>
            <a:r>
              <a:rPr lang="en-US" altLang="en-US" sz="2800" b="1" dirty="0"/>
              <a:t>Web source</a:t>
            </a:r>
            <a:endParaRPr lang="en-GB" altLang="en-US" sz="2800" b="1" dirty="0"/>
          </a:p>
          <a:p>
            <a:pPr marL="0" indent="0">
              <a:spcAft>
                <a:spcPts val="300"/>
              </a:spcAft>
              <a:buClr>
                <a:schemeClr val="tx2"/>
              </a:buClr>
              <a:buSzPct val="90000"/>
              <a:buFont typeface="Wingdings" pitchFamily="2" charset="2"/>
              <a:buNone/>
              <a:defRPr/>
            </a:pPr>
            <a:r>
              <a:rPr lang="en" altLang="zh-CN" sz="2600" dirty="0"/>
              <a:t>Cite sources from the Web as you would cite any other source, giving the author and the year when they are available. </a:t>
            </a:r>
          </a:p>
          <a:p>
            <a:pPr marL="342000" indent="0">
              <a:spcAft>
                <a:spcPts val="300"/>
              </a:spcAft>
              <a:buClr>
                <a:schemeClr val="tx2"/>
              </a:buClr>
              <a:buSzPct val="90000"/>
              <a:buFont typeface="Wingdings" pitchFamily="2" charset="2"/>
              <a:buNone/>
              <a:defRPr/>
            </a:pPr>
            <a:r>
              <a:rPr lang="en" altLang="zh-CN" sz="2600" b="1" i="1" dirty="0"/>
              <a:t>No page number</a:t>
            </a:r>
            <a:r>
              <a:rPr lang="en" altLang="zh-CN" sz="2600" dirty="0"/>
              <a:t>: When a Web source lacks stable numbered pages, you may include paragraph numbers or headings to help readers locate the passage being cited</a:t>
            </a:r>
            <a:r>
              <a:rPr lang="en-US" altLang="zh-CN" sz="2600" dirty="0"/>
              <a:t>: e.g., </a:t>
            </a:r>
            <a:r>
              <a:rPr lang="en" altLang="zh-CN" sz="2600" dirty="0"/>
              <a:t>(Hall, 2012, para. 5). </a:t>
            </a:r>
          </a:p>
          <a:p>
            <a:pPr marL="342000" indent="0">
              <a:spcAft>
                <a:spcPts val="300"/>
              </a:spcAft>
              <a:buClr>
                <a:schemeClr val="tx2"/>
              </a:buClr>
              <a:buSzPct val="90000"/>
              <a:buFont typeface="Wingdings" pitchFamily="2" charset="2"/>
              <a:buNone/>
              <a:defRPr/>
            </a:pPr>
            <a:r>
              <a:rPr lang="en" altLang="zh-CN" sz="2600" b="1" i="1" dirty="0"/>
              <a:t>Unknown author</a:t>
            </a:r>
            <a:r>
              <a:rPr lang="en" altLang="zh-CN" sz="2600" dirty="0"/>
              <a:t>: If no author is named in the source, mention the title of the source in a signal phrase or give the first word or two of the title in parentheses: e.g., (“Considerations,” 2012).</a:t>
            </a:r>
          </a:p>
          <a:p>
            <a:pPr marL="342000" indent="0">
              <a:spcAft>
                <a:spcPts val="300"/>
              </a:spcAft>
              <a:buClr>
                <a:schemeClr val="tx2"/>
              </a:buClr>
              <a:buSzPct val="90000"/>
              <a:buFont typeface="Wingdings" pitchFamily="2" charset="2"/>
              <a:buNone/>
              <a:defRPr/>
            </a:pPr>
            <a:r>
              <a:rPr lang="en" altLang="zh-CN" sz="2600" b="1" i="1" dirty="0"/>
              <a:t>Unknown date</a:t>
            </a:r>
            <a:r>
              <a:rPr lang="en" altLang="zh-CN" sz="2600" dirty="0"/>
              <a:t>: When the source does not give a date, use the abbreviation “n.d.” (for “no date”): e.g., (Magnus, n.d.).</a:t>
            </a:r>
          </a:p>
          <a:p>
            <a:pPr marL="0" indent="0">
              <a:spcAft>
                <a:spcPts val="300"/>
              </a:spcAft>
              <a:buClr>
                <a:schemeClr val="tx2"/>
              </a:buClr>
              <a:buSzPct val="90000"/>
              <a:buFont typeface="Wingdings" pitchFamily="2" charset="2"/>
              <a:buNone/>
              <a:defRPr/>
            </a:pPr>
            <a:endParaRPr lang="en" altLang="zh-CN" sz="2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a:extLst>
              <a:ext uri="{FF2B5EF4-FFF2-40B4-BE49-F238E27FC236}">
                <a16:creationId xmlns:a16="http://schemas.microsoft.com/office/drawing/2014/main" id="{F0A5461E-71CD-08BD-CC9D-BCACB3C79734}"/>
              </a:ext>
            </a:extLst>
          </p:cNvPr>
          <p:cNvSpPr>
            <a:spLocks noGrp="1" noChangeArrowheads="1"/>
          </p:cNvSpPr>
          <p:nvPr>
            <p:ph type="title"/>
          </p:nvPr>
        </p:nvSpPr>
        <p:spPr>
          <a:xfrm>
            <a:off x="812800" y="609600"/>
            <a:ext cx="10464800" cy="890588"/>
          </a:xfrm>
        </p:spPr>
        <p:txBody>
          <a:bodyPr/>
          <a:lstStyle/>
          <a:p>
            <a:r>
              <a:rPr lang="en-US" altLang="en-US"/>
              <a:t>APA in-text citations</a:t>
            </a:r>
            <a:endParaRPr lang="en-GB" altLang="en-US"/>
          </a:p>
        </p:txBody>
      </p:sp>
      <p:sp>
        <p:nvSpPr>
          <p:cNvPr id="102402" name="Slide Number Placeholder 3">
            <a:extLst>
              <a:ext uri="{FF2B5EF4-FFF2-40B4-BE49-F238E27FC236}">
                <a16:creationId xmlns:a16="http://schemas.microsoft.com/office/drawing/2014/main" id="{F50AB288-D50C-C92D-43C7-19836B3A8B7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631C449A-3137-4A47-B648-43D9BB3C625F}" type="slidenum">
              <a:rPr lang="en-US" altLang="zh-CN" sz="1200" smtClean="0">
                <a:solidFill>
                  <a:srgbClr val="000000"/>
                </a:solidFill>
                <a:latin typeface="Times New Roman" panose="02020603050405020304" pitchFamily="18" charset="0"/>
              </a:rPr>
              <a:pPr/>
              <a:t>36</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E5A812A5-48EB-7E8A-25EB-F0DDEEBE1952}"/>
              </a:ext>
            </a:extLst>
          </p:cNvPr>
          <p:cNvSpPr>
            <a:spLocks noGrp="1" noChangeArrowheads="1"/>
          </p:cNvSpPr>
          <p:nvPr>
            <p:ph idx="1"/>
          </p:nvPr>
        </p:nvSpPr>
        <p:spPr>
          <a:xfrm>
            <a:off x="812800" y="1355725"/>
            <a:ext cx="10464800" cy="4887913"/>
          </a:xfrm>
        </p:spPr>
        <p:txBody>
          <a:bodyPr/>
          <a:lstStyle/>
          <a:p>
            <a:pPr>
              <a:buSzPct val="80000"/>
              <a:buFont typeface="Wingdings" pitchFamily="2" charset="2"/>
              <a:buChar char="§"/>
              <a:defRPr/>
            </a:pPr>
            <a:r>
              <a:rPr lang="en-US" altLang="en-US" sz="2800" b="1" dirty="0"/>
              <a:t>Indirect source (source quoted in another source)</a:t>
            </a:r>
            <a:endParaRPr lang="en-GB" altLang="en-US" sz="2800" b="1" dirty="0"/>
          </a:p>
          <a:p>
            <a:pPr marL="0" indent="0">
              <a:spcAft>
                <a:spcPts val="300"/>
              </a:spcAft>
              <a:buClr>
                <a:schemeClr val="tx2"/>
              </a:buClr>
              <a:buSzPct val="90000"/>
              <a:buFont typeface="Wingdings" pitchFamily="2" charset="2"/>
              <a:buNone/>
              <a:defRPr/>
            </a:pPr>
            <a:r>
              <a:rPr lang="en" altLang="zh-CN" sz="2600" dirty="0"/>
              <a:t>When a writer’s or a speaker’s quoted words appear in a source written by someone else, begin the parenthetical citation with the words “as cited in.” In the following example, Demski is the author of the source given in the reference list; that source contains a quotation by Cator.</a:t>
            </a:r>
          </a:p>
          <a:p>
            <a:pPr marL="324000" indent="0">
              <a:spcAft>
                <a:spcPts val="300"/>
              </a:spcAft>
              <a:buClr>
                <a:schemeClr val="tx2"/>
              </a:buClr>
              <a:buSzPct val="90000"/>
              <a:buFont typeface="Wingdings" pitchFamily="2" charset="2"/>
              <a:buNone/>
              <a:defRPr/>
            </a:pPr>
            <a:r>
              <a:rPr lang="en" altLang="zh-CN" sz="2600" dirty="0"/>
              <a:t>Karen Cator, director of the </a:t>
            </a:r>
            <a:r>
              <a:rPr lang="en-US" altLang="zh-CN" sz="2600" dirty="0"/>
              <a:t>U.S. Department of Education’s Office of Educational Technology, calls technology “the essence” of a personalized learning environment (as cited in Demski, 2012, p. 34). </a:t>
            </a:r>
            <a:endParaRPr lang="en" altLang="zh-CN"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a:extLst>
              <a:ext uri="{FF2B5EF4-FFF2-40B4-BE49-F238E27FC236}">
                <a16:creationId xmlns:a16="http://schemas.microsoft.com/office/drawing/2014/main" id="{F5AB46DB-FCFB-1D43-6695-75B7B4FC62D8}"/>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04450" name="Slide Number Placeholder 3">
            <a:extLst>
              <a:ext uri="{FF2B5EF4-FFF2-40B4-BE49-F238E27FC236}">
                <a16:creationId xmlns:a16="http://schemas.microsoft.com/office/drawing/2014/main" id="{A444B6B5-87EF-2A78-99CB-DB003C21167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10FF1031-62E2-DF4D-A352-6E244F740D23}" type="slidenum">
              <a:rPr lang="en-US" altLang="zh-CN" sz="1200" smtClean="0">
                <a:solidFill>
                  <a:srgbClr val="000000"/>
                </a:solidFill>
                <a:latin typeface="Times New Roman" panose="02020603050405020304" pitchFamily="18" charset="0"/>
              </a:rPr>
              <a:pPr/>
              <a:t>37</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D5F96088-5F4E-390F-17C2-8774CBA69F8F}"/>
              </a:ext>
            </a:extLst>
          </p:cNvPr>
          <p:cNvSpPr>
            <a:spLocks noGrp="1" noChangeArrowheads="1"/>
          </p:cNvSpPr>
          <p:nvPr>
            <p:ph idx="1"/>
          </p:nvPr>
        </p:nvSpPr>
        <p:spPr>
          <a:xfrm>
            <a:off x="812800" y="1355725"/>
            <a:ext cx="10464800" cy="5145088"/>
          </a:xfrm>
        </p:spPr>
        <p:txBody>
          <a:bodyPr/>
          <a:lstStyle/>
          <a:p>
            <a:pPr marL="0" indent="0">
              <a:spcAft>
                <a:spcPts val="900"/>
              </a:spcAft>
              <a:buClr>
                <a:schemeClr val="tx2"/>
              </a:buClr>
              <a:buSzPct val="90000"/>
              <a:buFont typeface="Wingdings" pitchFamily="2" charset="2"/>
              <a:buNone/>
              <a:defRPr/>
            </a:pPr>
            <a:r>
              <a:rPr lang="en" altLang="zh-CN" sz="2600" dirty="0"/>
              <a:t>In APA style, the alphabetical list of works cited, which appears at the end of the paper, is titled “References.” The information you will need for the reference list at the end of your paper will differ slightly for some sources, but the main principles apply to all sources: </a:t>
            </a:r>
          </a:p>
          <a:p>
            <a:pPr marL="514350" indent="-514350">
              <a:lnSpc>
                <a:spcPct val="110000"/>
              </a:lnSpc>
              <a:spcBef>
                <a:spcPts val="24"/>
              </a:spcBef>
              <a:spcAft>
                <a:spcPts val="0"/>
              </a:spcAft>
              <a:buSzPct val="80000"/>
              <a:buFont typeface="+mj-lt"/>
              <a:buAutoNum type="arabicPeriod"/>
              <a:defRPr/>
            </a:pPr>
            <a:r>
              <a:rPr lang="en" altLang="zh-CN" sz="2600" dirty="0"/>
              <a:t>Identify an author, a creator, or a producer whenever possible.</a:t>
            </a:r>
          </a:p>
          <a:p>
            <a:pPr marL="514350" indent="-514350">
              <a:lnSpc>
                <a:spcPct val="110000"/>
              </a:lnSpc>
              <a:spcBef>
                <a:spcPts val="24"/>
              </a:spcBef>
              <a:spcAft>
                <a:spcPts val="0"/>
              </a:spcAft>
              <a:buSzPct val="80000"/>
              <a:buFont typeface="+mj-lt"/>
              <a:buAutoNum type="arabicPeriod"/>
              <a:defRPr/>
            </a:pPr>
            <a:r>
              <a:rPr lang="en" altLang="zh-CN" sz="2600" dirty="0"/>
              <a:t>Give a title.</a:t>
            </a:r>
          </a:p>
          <a:p>
            <a:pPr marL="514350" indent="-514350">
              <a:lnSpc>
                <a:spcPct val="110000"/>
              </a:lnSpc>
              <a:spcBef>
                <a:spcPts val="24"/>
              </a:spcBef>
              <a:spcAft>
                <a:spcPts val="0"/>
              </a:spcAft>
              <a:buSzPct val="80000"/>
              <a:buFont typeface="+mj-lt"/>
              <a:buAutoNum type="arabicPeriod"/>
              <a:defRPr/>
            </a:pPr>
            <a:r>
              <a:rPr lang="en" altLang="zh-CN" sz="2600" dirty="0"/>
              <a:t>Provide the date on which the source was produced. </a:t>
            </a:r>
          </a:p>
          <a:p>
            <a:pPr marL="514350" indent="-514350">
              <a:lnSpc>
                <a:spcPct val="110000"/>
              </a:lnSpc>
              <a:spcBef>
                <a:spcPts val="24"/>
              </a:spcBef>
              <a:spcAft>
                <a:spcPts val="0"/>
              </a:spcAft>
              <a:buSzPct val="80000"/>
              <a:buFont typeface="+mj-lt"/>
              <a:buAutoNum type="arabicPeriod"/>
              <a:defRPr/>
            </a:pPr>
            <a:r>
              <a:rPr lang="en" altLang="zh-CN" sz="2600" dirty="0"/>
              <a:t>Some sources will require page numbers.</a:t>
            </a:r>
          </a:p>
          <a:p>
            <a:pPr marL="514350" indent="-514350">
              <a:lnSpc>
                <a:spcPct val="110000"/>
              </a:lnSpc>
              <a:spcBef>
                <a:spcPts val="24"/>
              </a:spcBef>
              <a:spcAft>
                <a:spcPts val="0"/>
              </a:spcAft>
              <a:buSzPct val="80000"/>
              <a:buFont typeface="+mj-lt"/>
              <a:buAutoNum type="arabicPeriod"/>
              <a:defRPr/>
            </a:pPr>
            <a:r>
              <a:rPr lang="en" altLang="zh-CN" sz="2600" dirty="0"/>
              <a:t>Some will require a publisher.</a:t>
            </a:r>
          </a:p>
          <a:p>
            <a:pPr marL="514350" indent="-514350">
              <a:lnSpc>
                <a:spcPct val="110000"/>
              </a:lnSpc>
              <a:spcBef>
                <a:spcPts val="24"/>
              </a:spcBef>
              <a:spcAft>
                <a:spcPts val="0"/>
              </a:spcAft>
              <a:buSzPct val="80000"/>
              <a:buFont typeface="+mj-lt"/>
              <a:buAutoNum type="arabicPeriod"/>
              <a:defRPr/>
            </a:pPr>
            <a:r>
              <a:rPr lang="en" altLang="zh-CN" sz="2600" dirty="0"/>
              <a:t>Some will require retrieval information.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a:extLst>
              <a:ext uri="{FF2B5EF4-FFF2-40B4-BE49-F238E27FC236}">
                <a16:creationId xmlns:a16="http://schemas.microsoft.com/office/drawing/2014/main" id="{52C4F345-D5D5-73BE-7B36-30CE58C8DDA6}"/>
              </a:ext>
            </a:extLst>
          </p:cNvPr>
          <p:cNvSpPr>
            <a:spLocks noGrp="1" noChangeArrowheads="1"/>
          </p:cNvSpPr>
          <p:nvPr>
            <p:ph type="title"/>
          </p:nvPr>
        </p:nvSpPr>
        <p:spPr>
          <a:xfrm>
            <a:off x="812800" y="609600"/>
            <a:ext cx="10464800" cy="890588"/>
          </a:xfrm>
        </p:spPr>
        <p:txBody>
          <a:bodyPr/>
          <a:lstStyle/>
          <a:p>
            <a:r>
              <a:rPr lang="en-US" altLang="en-US"/>
              <a:t>APA list of references </a:t>
            </a:r>
            <a:endParaRPr lang="en-GB" altLang="en-US"/>
          </a:p>
        </p:txBody>
      </p:sp>
      <p:sp>
        <p:nvSpPr>
          <p:cNvPr id="106498" name="Slide Number Placeholder 3">
            <a:extLst>
              <a:ext uri="{FF2B5EF4-FFF2-40B4-BE49-F238E27FC236}">
                <a16:creationId xmlns:a16="http://schemas.microsoft.com/office/drawing/2014/main" id="{C519C030-A786-F35B-7D9A-D3914D8754E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8C1E772-47A7-EB4C-8924-78112BEF474B}" type="slidenum">
              <a:rPr lang="en-US" altLang="zh-CN" sz="1200" smtClean="0">
                <a:solidFill>
                  <a:srgbClr val="000000"/>
                </a:solidFill>
                <a:latin typeface="Times New Roman" panose="02020603050405020304" pitchFamily="18" charset="0"/>
              </a:rPr>
              <a:pPr/>
              <a:t>38</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847DD408-EA59-977F-86AA-D83B229B139B}"/>
              </a:ext>
            </a:extLst>
          </p:cNvPr>
          <p:cNvSpPr>
            <a:spLocks noGrp="1" noChangeArrowheads="1"/>
          </p:cNvSpPr>
          <p:nvPr>
            <p:ph idx="1"/>
          </p:nvPr>
        </p:nvSpPr>
        <p:spPr>
          <a:xfrm>
            <a:off x="812800" y="1355725"/>
            <a:ext cx="10464800" cy="4454525"/>
          </a:xfrm>
        </p:spPr>
        <p:txBody>
          <a:bodyPr/>
          <a:lstStyle/>
          <a:p>
            <a:pPr marL="0" indent="0">
              <a:spcAft>
                <a:spcPts val="300"/>
              </a:spcAft>
              <a:buClr>
                <a:schemeClr val="tx2"/>
              </a:buClr>
              <a:buSzPct val="90000"/>
              <a:buFont typeface="Wingdings" pitchFamily="2" charset="2"/>
              <a:buNone/>
              <a:defRPr/>
            </a:pPr>
            <a:r>
              <a:rPr lang="en" altLang="zh-CN" sz="2600" dirty="0"/>
              <a:t>Your reference list should appear at the end of your paper. It provides the information necessary for a reader to locate and retrieve any source you cite in the body of the paper. Each source you cite in the paper must appear in your reference list; likewise, each entry in the reference list must be cited in your text.</a:t>
            </a:r>
          </a:p>
          <a:p>
            <a:pPr>
              <a:buSzPct val="80000"/>
              <a:buFont typeface="Wingdings" pitchFamily="2" charset="2"/>
              <a:buChar char="§"/>
              <a:defRPr/>
            </a:pPr>
            <a:r>
              <a:rPr lang="en-US" altLang="en-US" sz="2800" b="1" dirty="0"/>
              <a:t>Books</a:t>
            </a:r>
          </a:p>
          <a:p>
            <a:pPr marL="720000" indent="-720000">
              <a:buFont typeface="Wingdings" pitchFamily="2" charset="2"/>
              <a:buNone/>
              <a:defRPr/>
            </a:pPr>
            <a:r>
              <a:rPr lang="en" altLang="zh-CN" sz="2600" dirty="0">
                <a:solidFill>
                  <a:schemeClr val="tx1"/>
                </a:solidFill>
              </a:rPr>
              <a:t>Author, A. A. (Year of publication). </a:t>
            </a:r>
            <a:r>
              <a:rPr lang="en" altLang="zh-CN" sz="2600" i="1" dirty="0">
                <a:solidFill>
                  <a:schemeClr val="tx1"/>
                </a:solidFill>
              </a:rPr>
              <a:t>Title of work: Capital letter also for subtitle</a:t>
            </a:r>
            <a:r>
              <a:rPr lang="en" altLang="zh-CN" sz="2600" dirty="0">
                <a:solidFill>
                  <a:schemeClr val="tx1"/>
                </a:solidFill>
              </a:rPr>
              <a:t>. Publisher Name. DOI (if available)</a:t>
            </a:r>
          </a:p>
          <a:p>
            <a:pPr marL="720000" indent="-720000">
              <a:buFont typeface="Wingdings" pitchFamily="2" charset="2"/>
              <a:buNone/>
              <a:defRPr/>
            </a:pPr>
            <a:r>
              <a:rPr lang="en" altLang="zh-CN" sz="2600" dirty="0"/>
              <a:t>Stoneman, R. (2008). </a:t>
            </a:r>
            <a:r>
              <a:rPr lang="en" altLang="zh-CN" sz="2600" i="1" dirty="0"/>
              <a:t>Alexander the Great: A life in legend</a:t>
            </a:r>
            <a:r>
              <a:rPr lang="en" altLang="zh-CN" sz="2600" dirty="0"/>
              <a:t>. Yale University Press.</a:t>
            </a:r>
          </a:p>
          <a:p>
            <a:pPr marL="0" indent="0">
              <a:spcAft>
                <a:spcPts val="300"/>
              </a:spcAft>
              <a:buClr>
                <a:schemeClr val="tx2"/>
              </a:buClr>
              <a:buSzPct val="90000"/>
              <a:buFont typeface="Wingdings" pitchFamily="2" charset="2"/>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a:extLst>
              <a:ext uri="{FF2B5EF4-FFF2-40B4-BE49-F238E27FC236}">
                <a16:creationId xmlns:a16="http://schemas.microsoft.com/office/drawing/2014/main" id="{47B2CA8E-C2EB-5991-DBCD-500007BD05F5}"/>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08546" name="Slide Number Placeholder 3">
            <a:extLst>
              <a:ext uri="{FF2B5EF4-FFF2-40B4-BE49-F238E27FC236}">
                <a16:creationId xmlns:a16="http://schemas.microsoft.com/office/drawing/2014/main" id="{B6C3D8D0-332C-AD6D-BC0D-B5ADFF69C0CA}"/>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75A808C2-2A49-F843-A65E-A38967FA0F5E}" type="slidenum">
              <a:rPr lang="en-US" altLang="zh-CN" sz="1200" smtClean="0">
                <a:solidFill>
                  <a:srgbClr val="000000"/>
                </a:solidFill>
                <a:latin typeface="Times New Roman" panose="02020603050405020304" pitchFamily="18" charset="0"/>
              </a:rPr>
              <a:pPr/>
              <a:t>39</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CECDD3BC-883A-95B3-72B8-92AAE26D92E3}"/>
              </a:ext>
            </a:extLst>
          </p:cNvPr>
          <p:cNvSpPr>
            <a:spLocks noGrp="1" noChangeArrowheads="1"/>
          </p:cNvSpPr>
          <p:nvPr>
            <p:ph idx="1"/>
          </p:nvPr>
        </p:nvSpPr>
        <p:spPr>
          <a:xfrm>
            <a:off x="812800" y="1355725"/>
            <a:ext cx="10464800" cy="4454525"/>
          </a:xfrm>
        </p:spPr>
        <p:txBody>
          <a:bodyPr/>
          <a:lstStyle/>
          <a:p>
            <a:pPr>
              <a:buSzPct val="80000"/>
              <a:buFont typeface="Wingdings" pitchFamily="2" charset="2"/>
              <a:buChar char="§"/>
              <a:defRPr/>
            </a:pPr>
            <a:r>
              <a:rPr lang="en-US" altLang="en-US" sz="2600" b="1" dirty="0"/>
              <a:t>Edited books, no authors</a:t>
            </a:r>
          </a:p>
          <a:p>
            <a:pPr marL="720000" indent="-720000">
              <a:buFont typeface="Wingdings" pitchFamily="2" charset="2"/>
              <a:buNone/>
              <a:defRPr/>
            </a:pPr>
            <a:r>
              <a:rPr lang="en" altLang="zh-CN" sz="2600" dirty="0">
                <a:solidFill>
                  <a:schemeClr val="tx1"/>
                </a:solidFill>
              </a:rPr>
              <a:t>Editor, E. E. (Ed.). (Year of publication). </a:t>
            </a:r>
            <a:r>
              <a:rPr lang="en" altLang="zh-CN" sz="2600" i="1" dirty="0">
                <a:solidFill>
                  <a:schemeClr val="tx1"/>
                </a:solidFill>
              </a:rPr>
              <a:t>Title of work: Capital letter also for subtitle.</a:t>
            </a:r>
            <a:r>
              <a:rPr lang="en" altLang="zh-CN" sz="2600" dirty="0">
                <a:solidFill>
                  <a:schemeClr val="tx1"/>
                </a:solidFill>
              </a:rPr>
              <a:t> Publisher. DOI (if available)</a:t>
            </a:r>
          </a:p>
          <a:p>
            <a:pPr marL="720000" indent="-720000">
              <a:buFont typeface="Wingdings" pitchFamily="2" charset="2"/>
              <a:buNone/>
              <a:defRPr/>
            </a:pPr>
            <a:r>
              <a:rPr lang="en" altLang="zh-CN" sz="2600" dirty="0"/>
              <a:t>Leitch, M. G., &amp; Rushton, C. J. (Eds.). (2019). </a:t>
            </a:r>
            <a:r>
              <a:rPr lang="en" altLang="zh-CN" sz="2600" i="1" dirty="0"/>
              <a:t>A new companion to Malory.</a:t>
            </a:r>
            <a:r>
              <a:rPr lang="en" altLang="zh-CN" sz="2600" dirty="0"/>
              <a:t> D. S. Brewer.</a:t>
            </a:r>
          </a:p>
          <a:p>
            <a:pPr>
              <a:buSzPct val="80000"/>
              <a:buFont typeface="Wingdings" pitchFamily="2" charset="2"/>
              <a:buChar char="§"/>
              <a:defRPr/>
            </a:pPr>
            <a:r>
              <a:rPr lang="en-US" altLang="en-US" sz="2600" b="1" dirty="0"/>
              <a:t>Edited books with an author or authors</a:t>
            </a:r>
          </a:p>
          <a:p>
            <a:pPr marL="720000" indent="-720000">
              <a:buFont typeface="Wingdings" pitchFamily="2" charset="2"/>
              <a:buNone/>
              <a:defRPr/>
            </a:pPr>
            <a:r>
              <a:rPr lang="en" altLang="zh-CN" sz="2600" dirty="0">
                <a:solidFill>
                  <a:schemeClr val="tx1"/>
                </a:solidFill>
              </a:rPr>
              <a:t>Author, A. A. (Year of publication).</a:t>
            </a:r>
            <a:r>
              <a:rPr lang="en" altLang="zh-CN" sz="2600" i="1" dirty="0">
                <a:solidFill>
                  <a:schemeClr val="tx1"/>
                </a:solidFill>
              </a:rPr>
              <a:t> Title of work: Capital letter also for subtitle </a:t>
            </a:r>
            <a:r>
              <a:rPr lang="en" altLang="zh-CN" sz="2600" dirty="0">
                <a:solidFill>
                  <a:schemeClr val="tx1"/>
                </a:solidFill>
              </a:rPr>
              <a:t>(E. Editor, Ed.). Publisher. DOI (if available)</a:t>
            </a:r>
          </a:p>
          <a:p>
            <a:pPr marL="720000" indent="-720000">
              <a:buFont typeface="Wingdings" pitchFamily="2" charset="2"/>
              <a:buNone/>
              <a:defRPr/>
            </a:pPr>
            <a:r>
              <a:rPr lang="en" altLang="zh-CN" sz="2600" dirty="0"/>
              <a:t>Malory, T. (2017). </a:t>
            </a:r>
            <a:r>
              <a:rPr lang="en" altLang="zh-CN" sz="2600" i="1" dirty="0"/>
              <a:t>Le </a:t>
            </a:r>
            <a:r>
              <a:rPr lang="en" altLang="zh-CN" sz="2600" i="1" dirty="0" err="1"/>
              <a:t>morte</a:t>
            </a:r>
            <a:r>
              <a:rPr lang="en" altLang="zh-CN" sz="2600" i="1" dirty="0"/>
              <a:t> </a:t>
            </a:r>
            <a:r>
              <a:rPr lang="en" altLang="zh-CN" sz="2600" i="1" dirty="0" err="1"/>
              <a:t>darthur</a:t>
            </a:r>
            <a:r>
              <a:rPr lang="en" altLang="zh-CN" sz="2600" dirty="0"/>
              <a:t> (P. J. C. Field, Ed.). D. S. Brewer. (Original work published 1469-70)</a:t>
            </a:r>
          </a:p>
          <a:p>
            <a:pPr marL="324000" indent="0">
              <a:buFont typeface="Wingdings" pitchFamily="2" charset="2"/>
              <a:buNone/>
              <a:defRPr/>
            </a:pPr>
            <a:endParaRPr lang="en" altLang="zh-CN" sz="2600" dirty="0">
              <a:solidFill>
                <a:schemeClr val="tx2"/>
              </a:solidFill>
            </a:endParaRPr>
          </a:p>
          <a:p>
            <a:pPr marL="324000" indent="0">
              <a:buFont typeface="Wingdings" pitchFamily="2" charset="2"/>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a:extLst>
              <a:ext uri="{FF2B5EF4-FFF2-40B4-BE49-F238E27FC236}">
                <a16:creationId xmlns:a16="http://schemas.microsoft.com/office/drawing/2014/main" id="{87803251-4101-43A5-2CC8-08FE010E9C26}"/>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10594" name="Slide Number Placeholder 3">
            <a:extLst>
              <a:ext uri="{FF2B5EF4-FFF2-40B4-BE49-F238E27FC236}">
                <a16:creationId xmlns:a16="http://schemas.microsoft.com/office/drawing/2014/main" id="{25240B36-F086-8112-E9CC-CBA92A7EEF1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B906D674-4EF4-3D4F-B257-B71D80F1B965}" type="slidenum">
              <a:rPr lang="en-US" altLang="zh-CN" sz="1200" smtClean="0">
                <a:solidFill>
                  <a:srgbClr val="000000"/>
                </a:solidFill>
                <a:latin typeface="Times New Roman" panose="02020603050405020304" pitchFamily="18" charset="0"/>
              </a:rPr>
              <a:pPr/>
              <a:t>40</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4B6A48D8-C019-3613-4E76-FE8D9683434A}"/>
              </a:ext>
            </a:extLst>
          </p:cNvPr>
          <p:cNvSpPr>
            <a:spLocks noGrp="1" noChangeArrowheads="1"/>
          </p:cNvSpPr>
          <p:nvPr>
            <p:ph idx="1"/>
          </p:nvPr>
        </p:nvSpPr>
        <p:spPr>
          <a:xfrm>
            <a:off x="812800" y="1355725"/>
            <a:ext cx="10464800" cy="4761625"/>
          </a:xfrm>
        </p:spPr>
        <p:txBody>
          <a:bodyPr/>
          <a:lstStyle/>
          <a:p>
            <a:pPr>
              <a:buSzPct val="80000"/>
              <a:buFont typeface="Wingdings" pitchFamily="2" charset="2"/>
              <a:buChar char="§"/>
              <a:defRPr/>
            </a:pPr>
            <a:r>
              <a:rPr lang="en-US" altLang="en-US" sz="2600" b="1" dirty="0"/>
              <a:t>Edition of a book other than the first</a:t>
            </a:r>
          </a:p>
          <a:p>
            <a:pPr marL="720000" indent="-720000">
              <a:buFont typeface="Wingdings" pitchFamily="2" charset="2"/>
              <a:buNone/>
              <a:defRPr/>
            </a:pPr>
            <a:r>
              <a:rPr lang="en" altLang="zh-CN" sz="2500" dirty="0">
                <a:solidFill>
                  <a:schemeClr val="tx1"/>
                </a:solidFill>
              </a:rPr>
              <a:t>Author, A. A. (Year of publication). </a:t>
            </a:r>
            <a:r>
              <a:rPr lang="en" altLang="zh-CN" sz="2500" i="1" dirty="0">
                <a:solidFill>
                  <a:schemeClr val="tx1"/>
                </a:solidFill>
              </a:rPr>
              <a:t>Title of work: Capital letter also for subtitle</a:t>
            </a:r>
            <a:r>
              <a:rPr lang="en" altLang="zh-CN" sz="2500" dirty="0">
                <a:solidFill>
                  <a:schemeClr val="tx1"/>
                </a:solidFill>
              </a:rPr>
              <a:t> (# edition). Publisher. DOI (if available)</a:t>
            </a:r>
          </a:p>
          <a:p>
            <a:pPr marL="720000" indent="-720000">
              <a:buFont typeface="Wingdings" pitchFamily="2" charset="2"/>
              <a:buNone/>
              <a:defRPr/>
            </a:pPr>
            <a:r>
              <a:rPr lang="en" altLang="zh-CN" sz="2500" dirty="0"/>
              <a:t>Belcher, W. (2019). </a:t>
            </a:r>
            <a:r>
              <a:rPr lang="en" altLang="zh-CN" sz="2500" i="1" dirty="0"/>
              <a:t>Writing your journal article in twelve weeks: A guide to academic publishing success </a:t>
            </a:r>
            <a:r>
              <a:rPr lang="en" altLang="zh-CN" sz="2500" dirty="0"/>
              <a:t>(2nd ed.). University of Chicago Press.</a:t>
            </a:r>
          </a:p>
          <a:p>
            <a:pPr>
              <a:buSzPct val="80000"/>
              <a:buFont typeface="Wingdings" pitchFamily="2" charset="2"/>
              <a:buChar char="§"/>
              <a:defRPr/>
            </a:pPr>
            <a:r>
              <a:rPr lang="en-US" altLang="en-US" sz="2600" b="1" dirty="0"/>
              <a:t>Chapter in an edited book</a:t>
            </a:r>
          </a:p>
          <a:p>
            <a:pPr marL="720000" indent="-720000">
              <a:buFont typeface="Wingdings" pitchFamily="2" charset="2"/>
              <a:buNone/>
              <a:defRPr/>
            </a:pPr>
            <a:r>
              <a:rPr lang="en" altLang="zh-CN" sz="2500" dirty="0">
                <a:solidFill>
                  <a:schemeClr val="tx1"/>
                </a:solidFill>
              </a:rPr>
              <a:t>Author, A. A., &amp; Author, B. B. (Year of publication). Title of chapter. In E. E. Editor &amp; F. F. Editor (Eds.), </a:t>
            </a:r>
            <a:r>
              <a:rPr lang="en" altLang="zh-CN" sz="2500" i="1" dirty="0">
                <a:solidFill>
                  <a:schemeClr val="tx1"/>
                </a:solidFill>
              </a:rPr>
              <a:t>Title of work: Capital letter also for subtitle </a:t>
            </a:r>
            <a:r>
              <a:rPr lang="en" altLang="zh-CN" sz="2500" dirty="0">
                <a:solidFill>
                  <a:schemeClr val="tx1"/>
                </a:solidFill>
              </a:rPr>
              <a:t>(pp. pages of chapter). Publisher. DOI (if available)</a:t>
            </a:r>
          </a:p>
          <a:p>
            <a:pPr marL="720000" indent="-720000">
              <a:buFont typeface="Wingdings" pitchFamily="2" charset="2"/>
              <a:buNone/>
              <a:defRPr/>
            </a:pPr>
            <a:r>
              <a:rPr lang="en" altLang="zh-CN" sz="2500" dirty="0"/>
              <a:t>Armstrong, D. (2019). Malory and character. In M. G. Leitch &amp; C. J. Rushton (Eds.), </a:t>
            </a:r>
            <a:r>
              <a:rPr lang="en" altLang="zh-CN" sz="2500" i="1" dirty="0"/>
              <a:t>A new companion to Malory </a:t>
            </a:r>
            <a:r>
              <a:rPr lang="en" altLang="zh-CN" sz="2500" dirty="0"/>
              <a:t>(pp. 144-163). D. S. Brewer.</a:t>
            </a:r>
          </a:p>
          <a:p>
            <a:pPr marL="324000" indent="0">
              <a:buFont typeface="Wingdings" pitchFamily="2" charset="2"/>
              <a:buNone/>
              <a:defRPr/>
            </a:pPr>
            <a:endParaRPr lang="en" altLang="zh-CN" sz="2600" dirty="0">
              <a:solidFill>
                <a:schemeClr val="tx2"/>
              </a:solidFill>
            </a:endParaRPr>
          </a:p>
          <a:p>
            <a:pPr marL="324000" indent="0">
              <a:buFont typeface="Wingdings" pitchFamily="2" charset="2"/>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a:extLst>
              <a:ext uri="{FF2B5EF4-FFF2-40B4-BE49-F238E27FC236}">
                <a16:creationId xmlns:a16="http://schemas.microsoft.com/office/drawing/2014/main" id="{C8A320ED-D667-B92E-0E07-E13F1FACBA82}"/>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12642" name="Slide Number Placeholder 3">
            <a:extLst>
              <a:ext uri="{FF2B5EF4-FFF2-40B4-BE49-F238E27FC236}">
                <a16:creationId xmlns:a16="http://schemas.microsoft.com/office/drawing/2014/main" id="{DAB8F242-7BC9-6D5C-3C22-55C109596144}"/>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CD4438B6-EBB7-6841-830A-2F5FE94EBEBB}" type="slidenum">
              <a:rPr lang="en-US" altLang="zh-CN" sz="1200" smtClean="0">
                <a:solidFill>
                  <a:srgbClr val="000000"/>
                </a:solidFill>
                <a:latin typeface="Times New Roman" panose="02020603050405020304" pitchFamily="18" charset="0"/>
              </a:rPr>
              <a:pPr/>
              <a:t>41</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55454646-E9F1-02B4-267D-96737479D41B}"/>
              </a:ext>
            </a:extLst>
          </p:cNvPr>
          <p:cNvSpPr>
            <a:spLocks noGrp="1" noChangeArrowheads="1"/>
          </p:cNvSpPr>
          <p:nvPr>
            <p:ph idx="1"/>
          </p:nvPr>
        </p:nvSpPr>
        <p:spPr>
          <a:xfrm>
            <a:off x="812800" y="1278320"/>
            <a:ext cx="10464800" cy="4887913"/>
          </a:xfrm>
        </p:spPr>
        <p:txBody>
          <a:bodyPr/>
          <a:lstStyle/>
          <a:p>
            <a:pPr>
              <a:buSzPct val="80000"/>
              <a:buFont typeface="Wingdings" pitchFamily="2" charset="2"/>
              <a:buChar char="§"/>
              <a:defRPr/>
            </a:pPr>
            <a:r>
              <a:rPr lang="en-US" altLang="zh-CN" sz="2600" b="1" dirty="0"/>
              <a:t>Journal articles</a:t>
            </a:r>
            <a:endParaRPr lang="en" altLang="zh-CN" sz="2600" dirty="0"/>
          </a:p>
          <a:p>
            <a:pPr marL="0" indent="0">
              <a:spcAft>
                <a:spcPts val="300"/>
              </a:spcAft>
              <a:buClr>
                <a:schemeClr val="tx2"/>
              </a:buClr>
              <a:buSzPct val="90000"/>
              <a:buNone/>
              <a:defRPr/>
            </a:pPr>
            <a:r>
              <a:rPr lang="en-US" altLang="en-US" sz="2600" dirty="0"/>
              <a:t>In APA style, list authors with last name first, followed by initials. Enclose the publication year in parentheses and end with a period. Article titles should be in sentence case, capitalizing only the first word and proper nouns. The journal title should be in title case and italicized, along with the volume number in italics.</a:t>
            </a:r>
            <a:endParaRPr lang="en-US" altLang="en-US" sz="2600" b="1" dirty="0"/>
          </a:p>
          <a:p>
            <a:pPr marL="720000" indent="-720000">
              <a:buFont typeface="Wingdings" pitchFamily="2" charset="2"/>
              <a:buNone/>
              <a:defRPr/>
            </a:pPr>
            <a:r>
              <a:rPr lang="en" altLang="zh-CN" sz="2450" dirty="0">
                <a:solidFill>
                  <a:schemeClr val="tx1"/>
                </a:solidFill>
              </a:rPr>
              <a:t>Author, A. A., Author, B. B., &amp; Author, C. C. (Year). Title of article. </a:t>
            </a:r>
            <a:r>
              <a:rPr lang="en" altLang="zh-CN" sz="2450" i="1" dirty="0">
                <a:solidFill>
                  <a:schemeClr val="tx1"/>
                </a:solidFill>
              </a:rPr>
              <a:t>Title of Periodical, volume number</a:t>
            </a:r>
            <a:r>
              <a:rPr lang="en" altLang="zh-CN" sz="2450" dirty="0">
                <a:solidFill>
                  <a:schemeClr val="tx1"/>
                </a:solidFill>
              </a:rPr>
              <a:t>(issue number), pages. https://doi.org/xx.xxx/yyyy</a:t>
            </a:r>
          </a:p>
          <a:p>
            <a:pPr marL="720000" indent="-720000">
              <a:buNone/>
              <a:defRPr/>
            </a:pPr>
            <a:r>
              <a:rPr lang="en-HK" altLang="zh-CN" sz="2450" dirty="0"/>
              <a:t>Chen, D. Y. (2004). China’s mass higher education: Problem, analysis, and solutions. </a:t>
            </a:r>
            <a:r>
              <a:rPr lang="en-HK" altLang="zh-CN" sz="2450" i="1" dirty="0"/>
              <a:t>Asia Pacific Education Review, 5</a:t>
            </a:r>
            <a:r>
              <a:rPr lang="en-HK" altLang="zh-CN" sz="2450" dirty="0"/>
              <a:t>(1), 23–33. https://doi.org/10.1007/bf03026276</a:t>
            </a:r>
          </a:p>
          <a:p>
            <a:pPr marL="720000" indent="-720000">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a:extLst>
              <a:ext uri="{FF2B5EF4-FFF2-40B4-BE49-F238E27FC236}">
                <a16:creationId xmlns:a16="http://schemas.microsoft.com/office/drawing/2014/main" id="{F95B116B-2A5F-CDD2-FADD-BEB261DAFB9B}"/>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14690" name="Slide Number Placeholder 3">
            <a:extLst>
              <a:ext uri="{FF2B5EF4-FFF2-40B4-BE49-F238E27FC236}">
                <a16:creationId xmlns:a16="http://schemas.microsoft.com/office/drawing/2014/main" id="{D47414A7-13FD-E949-F504-6E5DA93B2E3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79CBD63A-6768-0F47-9CE4-937620DFA8E3}" type="slidenum">
              <a:rPr lang="en-US" altLang="zh-CN" sz="1200" smtClean="0">
                <a:solidFill>
                  <a:srgbClr val="000000"/>
                </a:solidFill>
                <a:latin typeface="Times New Roman" panose="02020603050405020304" pitchFamily="18" charset="0"/>
              </a:rPr>
              <a:pPr/>
              <a:t>42</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A1D03467-0741-27DA-C2FB-BEBB410CFF34}"/>
              </a:ext>
            </a:extLst>
          </p:cNvPr>
          <p:cNvSpPr>
            <a:spLocks noGrp="1" noChangeArrowheads="1"/>
          </p:cNvSpPr>
          <p:nvPr>
            <p:ph idx="1"/>
          </p:nvPr>
        </p:nvSpPr>
        <p:spPr>
          <a:xfrm>
            <a:off x="812800" y="1355725"/>
            <a:ext cx="10464800" cy="4684815"/>
          </a:xfrm>
        </p:spPr>
        <p:txBody>
          <a:bodyPr/>
          <a:lstStyle/>
          <a:p>
            <a:pPr>
              <a:buSzPct val="80000"/>
              <a:buFont typeface="Wingdings" pitchFamily="2" charset="2"/>
              <a:buChar char="§"/>
              <a:defRPr/>
            </a:pPr>
            <a:r>
              <a:rPr lang="en-US" altLang="zh-CN" sz="2600" b="1" dirty="0"/>
              <a:t>Webpage or piece of online content</a:t>
            </a:r>
            <a:endParaRPr lang="en" altLang="zh-CN" sz="2600" dirty="0"/>
          </a:p>
          <a:p>
            <a:pPr marL="0" indent="0">
              <a:spcAft>
                <a:spcPts val="300"/>
              </a:spcAft>
              <a:buClr>
                <a:schemeClr val="tx2"/>
              </a:buClr>
              <a:buSzPct val="90000"/>
              <a:buFont typeface="Wingdings" pitchFamily="2" charset="2"/>
              <a:buNone/>
              <a:defRPr/>
            </a:pPr>
            <a:r>
              <a:rPr lang="en" altLang="zh-CN" sz="2500" dirty="0"/>
              <a:t>If the page names an individual author, cite their name first:</a:t>
            </a:r>
          </a:p>
          <a:p>
            <a:pPr marL="720000" indent="-720000">
              <a:buFont typeface="Wingdings" pitchFamily="2" charset="2"/>
              <a:buNone/>
              <a:defRPr/>
            </a:pPr>
            <a:r>
              <a:rPr lang="en" altLang="zh-CN" sz="2500" dirty="0">
                <a:solidFill>
                  <a:schemeClr val="tx1"/>
                </a:solidFill>
              </a:rPr>
              <a:t>Lastname, F. M. (Year, Month Date). </a:t>
            </a:r>
            <a:r>
              <a:rPr lang="en" altLang="zh-CN" sz="2500" i="1" dirty="0">
                <a:solidFill>
                  <a:schemeClr val="tx1"/>
                </a:solidFill>
              </a:rPr>
              <a:t>Title of page</a:t>
            </a:r>
            <a:r>
              <a:rPr lang="en" altLang="zh-CN" sz="2500" dirty="0">
                <a:solidFill>
                  <a:schemeClr val="tx1"/>
                </a:solidFill>
              </a:rPr>
              <a:t>. Site name. URL</a:t>
            </a:r>
          </a:p>
          <a:p>
            <a:pPr marL="720000" indent="-720000">
              <a:buFont typeface="Wingdings" pitchFamily="2" charset="2"/>
              <a:buNone/>
              <a:defRPr/>
            </a:pPr>
            <a:r>
              <a:rPr lang="en" altLang="zh-CN" sz="2500" dirty="0"/>
              <a:t>Price, D. (2018, March 23). </a:t>
            </a:r>
            <a:r>
              <a:rPr lang="en" altLang="zh-CN" sz="2500" i="1" dirty="0"/>
              <a:t>Laziness does not exist. </a:t>
            </a:r>
            <a:r>
              <a:rPr lang="en" altLang="zh-CN" sz="2500" dirty="0"/>
              <a:t>Medium. https://</a:t>
            </a:r>
            <a:r>
              <a:rPr lang="en" altLang="zh-CN" sz="2500" dirty="0" err="1"/>
              <a:t>humanparts.medium.com</a:t>
            </a:r>
            <a:r>
              <a:rPr lang="en" altLang="zh-CN" sz="2500" dirty="0"/>
              <a:t>/laziness-does-not-exist-3af27e312d01</a:t>
            </a:r>
          </a:p>
          <a:p>
            <a:pPr marL="0" indent="0">
              <a:spcAft>
                <a:spcPts val="300"/>
              </a:spcAft>
              <a:buClr>
                <a:schemeClr val="tx2"/>
              </a:buClr>
              <a:buSzPct val="90000"/>
              <a:buFont typeface="Wingdings" pitchFamily="2" charset="2"/>
              <a:buNone/>
              <a:defRPr/>
            </a:pPr>
            <a:r>
              <a:rPr lang="en" altLang="zh-CN" sz="2500" dirty="0"/>
              <a:t>If the date of publication is not listed, use the abbreviation (n.d.). </a:t>
            </a:r>
          </a:p>
          <a:p>
            <a:pPr marL="720000" indent="-720000">
              <a:buFont typeface="Wingdings" pitchFamily="2" charset="2"/>
              <a:buNone/>
              <a:defRPr/>
            </a:pPr>
            <a:r>
              <a:rPr lang="en" altLang="zh-CN" sz="2500" dirty="0">
                <a:solidFill>
                  <a:schemeClr val="tx1"/>
                </a:solidFill>
              </a:rPr>
              <a:t>Author or Group name. (n.d.). </a:t>
            </a:r>
            <a:r>
              <a:rPr lang="en" altLang="zh-CN" sz="2500" i="1" dirty="0">
                <a:solidFill>
                  <a:schemeClr val="tx1"/>
                </a:solidFill>
              </a:rPr>
              <a:t>Title of page</a:t>
            </a:r>
            <a:r>
              <a:rPr lang="en" altLang="zh-CN" sz="2500" dirty="0">
                <a:solidFill>
                  <a:schemeClr val="tx1"/>
                </a:solidFill>
              </a:rPr>
              <a:t>. Site name (if applicable). URL</a:t>
            </a:r>
          </a:p>
          <a:p>
            <a:pPr marL="720000" indent="-720000">
              <a:buFont typeface="Wingdings" pitchFamily="2" charset="2"/>
              <a:buNone/>
              <a:defRPr/>
            </a:pPr>
            <a:r>
              <a:rPr lang="en" altLang="zh-CN" sz="2500" dirty="0"/>
              <a:t>National Alliance on Mental Illness. (n.d.). </a:t>
            </a:r>
            <a:r>
              <a:rPr lang="en" altLang="zh-CN" sz="2500" i="1" dirty="0"/>
              <a:t>Mental health conditions</a:t>
            </a:r>
            <a:r>
              <a:rPr lang="en" altLang="zh-CN" sz="2500" dirty="0"/>
              <a:t>. https://www.nami.org/Learn-More/Mental-Health-Conditions</a:t>
            </a:r>
          </a:p>
          <a:p>
            <a:pPr marL="324000" indent="0">
              <a:buFont typeface="Wingdings" pitchFamily="2" charset="2"/>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a:p>
            <a:pPr marL="0" indent="0">
              <a:spcAft>
                <a:spcPts val="300"/>
              </a:spcAft>
              <a:buClr>
                <a:schemeClr val="tx2"/>
              </a:buClr>
              <a:buSzPct val="90000"/>
              <a:buFont typeface="Wingdings" pitchFamily="2" charset="2"/>
              <a:buNone/>
              <a:defRPr/>
            </a:pPr>
            <a:endParaRPr lang="en" altLang="zh-CN" sz="2600" dirty="0">
              <a:solidFill>
                <a:schemeClr val="tx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C3B8A413-33DC-FFB5-1D68-B7FBB4F927D6}"/>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16738" name="Slide Number Placeholder 3">
            <a:extLst>
              <a:ext uri="{FF2B5EF4-FFF2-40B4-BE49-F238E27FC236}">
                <a16:creationId xmlns:a16="http://schemas.microsoft.com/office/drawing/2014/main" id="{34D3FC8E-9F9D-A481-78D2-B2434C9CE1B8}"/>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0EBCF65E-C32A-F644-B41E-6D0996D3FB55}" type="slidenum">
              <a:rPr lang="en-US" altLang="zh-CN" sz="1200" smtClean="0">
                <a:solidFill>
                  <a:srgbClr val="000000"/>
                </a:solidFill>
                <a:latin typeface="Times New Roman" panose="02020603050405020304" pitchFamily="18" charset="0"/>
              </a:rPr>
              <a:pPr/>
              <a:t>43</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D65FC2B3-6B58-8F7B-509A-E2D4093811EE}"/>
              </a:ext>
            </a:extLst>
          </p:cNvPr>
          <p:cNvSpPr>
            <a:spLocks noGrp="1" noChangeArrowheads="1"/>
          </p:cNvSpPr>
          <p:nvPr>
            <p:ph idx="1"/>
          </p:nvPr>
        </p:nvSpPr>
        <p:spPr>
          <a:xfrm>
            <a:off x="812800" y="1355725"/>
            <a:ext cx="10464800" cy="4454525"/>
          </a:xfrm>
        </p:spPr>
        <p:txBody>
          <a:bodyPr/>
          <a:lstStyle/>
          <a:p>
            <a:pPr>
              <a:buSzPct val="80000"/>
              <a:buFont typeface="Wingdings" pitchFamily="2" charset="2"/>
              <a:buChar char="§"/>
              <a:defRPr/>
            </a:pPr>
            <a:r>
              <a:rPr lang="en-US" altLang="zh-CN" sz="2600" b="1" dirty="0"/>
              <a:t>Webpage or piece of online content</a:t>
            </a:r>
            <a:endParaRPr lang="en" altLang="zh-CN" sz="2600" dirty="0"/>
          </a:p>
          <a:p>
            <a:pPr marL="0" indent="0">
              <a:spcAft>
                <a:spcPts val="300"/>
              </a:spcAft>
              <a:buClr>
                <a:schemeClr val="tx2"/>
              </a:buClr>
              <a:buSzPct val="90000"/>
              <a:buFont typeface="Wingdings" pitchFamily="2" charset="2"/>
              <a:buNone/>
              <a:defRPr/>
            </a:pPr>
            <a:r>
              <a:rPr lang="en" altLang="zh-CN" sz="2600" dirty="0"/>
              <a:t>If the resource was written by a group or organization, use the name of the group/organization as the author. Additionally, if the author and site name are the same, omit the site name from the citation.</a:t>
            </a:r>
            <a:endParaRPr lang="en-US" altLang="zh-CN" sz="2600" dirty="0"/>
          </a:p>
          <a:p>
            <a:pPr marL="720000" indent="-720000">
              <a:spcAft>
                <a:spcPts val="600"/>
              </a:spcAft>
              <a:buFont typeface="Wingdings" pitchFamily="2" charset="2"/>
              <a:buNone/>
              <a:defRPr/>
            </a:pPr>
            <a:r>
              <a:rPr lang="en" altLang="zh-CN" sz="2600" dirty="0">
                <a:solidFill>
                  <a:schemeClr val="tx1"/>
                </a:solidFill>
              </a:rPr>
              <a:t>Group name. (Year, Month Date). </a:t>
            </a:r>
            <a:r>
              <a:rPr lang="en" altLang="zh-CN" sz="2600" i="1" dirty="0">
                <a:solidFill>
                  <a:schemeClr val="tx1"/>
                </a:solidFill>
              </a:rPr>
              <a:t>Title of page</a:t>
            </a:r>
            <a:r>
              <a:rPr lang="en" altLang="zh-CN" sz="2600" dirty="0">
                <a:solidFill>
                  <a:schemeClr val="tx1"/>
                </a:solidFill>
              </a:rPr>
              <a:t>. Site name. URL</a:t>
            </a:r>
          </a:p>
          <a:p>
            <a:pPr marL="720000" indent="-720000">
              <a:spcAft>
                <a:spcPts val="600"/>
              </a:spcAft>
              <a:buFont typeface="Wingdings" pitchFamily="2" charset="2"/>
              <a:buNone/>
              <a:defRPr/>
            </a:pPr>
            <a:r>
              <a:rPr lang="en" altLang="zh-CN" sz="2600" dirty="0"/>
              <a:t>American Society for the Prevention of Cruelty to Animals. (2019, November 21). </a:t>
            </a:r>
            <a:r>
              <a:rPr lang="en" altLang="zh-CN" sz="2600" i="1" dirty="0"/>
              <a:t>Justice served: Case closed for over 40 dogfighting victims.</a:t>
            </a:r>
            <a:r>
              <a:rPr lang="en" altLang="zh-CN" sz="2600" dirty="0"/>
              <a:t> https://www.aspca.org/news/justice-served-case-closed-over-40-dogfighting-victims</a:t>
            </a:r>
          </a:p>
          <a:p>
            <a:pPr marL="324000" indent="0">
              <a:buFont typeface="Wingdings" pitchFamily="2" charset="2"/>
              <a:buNone/>
              <a:defRPr/>
            </a:pPr>
            <a:endParaRPr lang="en" altLang="zh-CN" sz="2600" dirty="0"/>
          </a:p>
          <a:p>
            <a:pPr marL="0" indent="0">
              <a:spcAft>
                <a:spcPts val="300"/>
              </a:spcAft>
              <a:buClr>
                <a:schemeClr val="tx2"/>
              </a:buClr>
              <a:buSzPct val="90000"/>
              <a:buFont typeface="Wingdings" pitchFamily="2" charset="2"/>
              <a:buNone/>
              <a:defRPr/>
            </a:pPr>
            <a:endParaRPr lang="en" altLang="zh-CN" sz="2600" dirty="0"/>
          </a:p>
          <a:p>
            <a:pPr marL="0" indent="0">
              <a:spcAft>
                <a:spcPts val="300"/>
              </a:spcAft>
              <a:buClr>
                <a:schemeClr val="tx2"/>
              </a:buClr>
              <a:buSzPct val="90000"/>
              <a:buFont typeface="Wingdings" pitchFamily="2" charset="2"/>
              <a:buNone/>
              <a:defRPr/>
            </a:pPr>
            <a:endParaRPr lang="en" altLang="zh-CN" sz="2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75C0818F-A18F-D9B6-13EA-014F442DEED7}"/>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18786" name="Slide Number Placeholder 3">
            <a:extLst>
              <a:ext uri="{FF2B5EF4-FFF2-40B4-BE49-F238E27FC236}">
                <a16:creationId xmlns:a16="http://schemas.microsoft.com/office/drawing/2014/main" id="{DAB64461-39F5-559F-62B8-CE1880B71A0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544C6EBC-CF30-A243-A7F2-9D9B66C23970}" type="slidenum">
              <a:rPr lang="en-US" altLang="zh-CN" sz="1200" smtClean="0">
                <a:solidFill>
                  <a:srgbClr val="000000"/>
                </a:solidFill>
                <a:latin typeface="Times New Roman" panose="02020603050405020304" pitchFamily="18" charset="0"/>
              </a:rPr>
              <a:pPr/>
              <a:t>44</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78547A2E-26AB-F6E7-7413-5507B0CCDA53}"/>
              </a:ext>
            </a:extLst>
          </p:cNvPr>
          <p:cNvSpPr>
            <a:spLocks noGrp="1" noChangeArrowheads="1"/>
          </p:cNvSpPr>
          <p:nvPr>
            <p:ph idx="1"/>
          </p:nvPr>
        </p:nvSpPr>
        <p:spPr>
          <a:xfrm>
            <a:off x="812800" y="1355725"/>
            <a:ext cx="10464800" cy="4887913"/>
          </a:xfrm>
        </p:spPr>
        <p:txBody>
          <a:bodyPr/>
          <a:lstStyle/>
          <a:p>
            <a:pPr>
              <a:buSzPct val="80000"/>
              <a:buFont typeface="Wingdings" pitchFamily="2" charset="2"/>
              <a:buChar char="§"/>
              <a:defRPr/>
            </a:pPr>
            <a:r>
              <a:rPr lang="en-US" altLang="zh-CN" sz="2600" b="1" dirty="0"/>
              <a:t>Online news article</a:t>
            </a:r>
            <a:endParaRPr lang="en" altLang="zh-CN" sz="2600" dirty="0"/>
          </a:p>
          <a:p>
            <a:pPr marL="0" indent="0">
              <a:spcAft>
                <a:spcPts val="300"/>
              </a:spcAft>
              <a:buClr>
                <a:schemeClr val="tx2"/>
              </a:buClr>
              <a:buSzPct val="90000"/>
              <a:buFont typeface="Wingdings" pitchFamily="2" charset="2"/>
              <a:buNone/>
              <a:defRPr/>
            </a:pPr>
            <a:r>
              <a:rPr lang="en" altLang="zh-CN" sz="2600" dirty="0"/>
              <a:t>If the source does come from a site with an associated newspaper, leave the title of the article unformatted, but italicize the title of the newspaper.</a:t>
            </a:r>
            <a:endParaRPr lang="en-US" altLang="zh-CN" sz="2600" dirty="0"/>
          </a:p>
          <a:p>
            <a:pPr marL="720000" indent="-720000">
              <a:spcAft>
                <a:spcPts val="600"/>
              </a:spcAft>
              <a:buFont typeface="Wingdings" pitchFamily="2" charset="2"/>
              <a:buNone/>
              <a:defRPr/>
            </a:pPr>
            <a:r>
              <a:rPr lang="en" altLang="zh-CN" sz="2600" dirty="0">
                <a:solidFill>
                  <a:schemeClr val="tx1"/>
                </a:solidFill>
              </a:rPr>
              <a:t>Lastname, F. M. (Year, Month Date). Title of article. </a:t>
            </a:r>
            <a:r>
              <a:rPr lang="en" altLang="zh-CN" sz="2600" i="1" dirty="0">
                <a:solidFill>
                  <a:schemeClr val="tx1"/>
                </a:solidFill>
              </a:rPr>
              <a:t>Title of Publication</a:t>
            </a:r>
            <a:r>
              <a:rPr lang="en" altLang="zh-CN" sz="2600" dirty="0">
                <a:solidFill>
                  <a:schemeClr val="tx1"/>
                </a:solidFill>
              </a:rPr>
              <a:t>. URL</a:t>
            </a:r>
          </a:p>
          <a:p>
            <a:pPr marL="720000" indent="-720000">
              <a:spcAft>
                <a:spcPts val="600"/>
              </a:spcAft>
              <a:buFont typeface="Wingdings" pitchFamily="2" charset="2"/>
              <a:buNone/>
              <a:defRPr/>
            </a:pPr>
            <a:r>
              <a:rPr lang="en" altLang="zh-CN" sz="2600" dirty="0"/>
              <a:t>Richards, C. (2019, December 9). Best music of 2019: Lana Del Rey sings lullabies about the end of America. </a:t>
            </a:r>
            <a:r>
              <a:rPr lang="en" altLang="zh-CN" sz="2600" i="1" dirty="0"/>
              <a:t>Washington Post</a:t>
            </a:r>
            <a:r>
              <a:rPr lang="en" altLang="zh-CN" sz="2600" dirty="0"/>
              <a:t>. https://www.washingtonpost.com/entertainment/music/best-music-of-2019-lana-del-rey-sings-lullabies-about-the-end-of-america/2019/12/06/6e82c5ec-15d8-11ea-a659-7d69641c6ff7_story.html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02F07D68-6C6C-3EDF-591C-4C71E2BADC3D}"/>
              </a:ext>
            </a:extLst>
          </p:cNvPr>
          <p:cNvSpPr>
            <a:spLocks noGrp="1" noChangeArrowheads="1"/>
          </p:cNvSpPr>
          <p:nvPr>
            <p:ph type="title"/>
          </p:nvPr>
        </p:nvSpPr>
        <p:spPr>
          <a:xfrm>
            <a:off x="812800" y="609600"/>
            <a:ext cx="10464800" cy="890588"/>
          </a:xfrm>
        </p:spPr>
        <p:txBody>
          <a:bodyPr/>
          <a:lstStyle/>
          <a:p>
            <a:r>
              <a:rPr lang="en-US" altLang="en-US"/>
              <a:t>APA list of references</a:t>
            </a:r>
            <a:endParaRPr lang="en-GB" altLang="en-US"/>
          </a:p>
        </p:txBody>
      </p:sp>
      <p:sp>
        <p:nvSpPr>
          <p:cNvPr id="120834" name="Slide Number Placeholder 3">
            <a:extLst>
              <a:ext uri="{FF2B5EF4-FFF2-40B4-BE49-F238E27FC236}">
                <a16:creationId xmlns:a16="http://schemas.microsoft.com/office/drawing/2014/main" id="{12D28DB4-FC87-B312-5BAD-B219E6438CD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BA158C54-F2AA-4E48-BD5A-A52BB4BADE1C}" type="slidenum">
              <a:rPr lang="en-US" altLang="zh-CN" sz="1200" smtClean="0">
                <a:solidFill>
                  <a:srgbClr val="000000"/>
                </a:solidFill>
                <a:latin typeface="Times New Roman" panose="02020603050405020304" pitchFamily="18" charset="0"/>
              </a:rPr>
              <a:pPr/>
              <a:t>45</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6255C3B4-CF99-87F2-694B-CBDD62C0B5E5}"/>
              </a:ext>
            </a:extLst>
          </p:cNvPr>
          <p:cNvSpPr>
            <a:spLocks noGrp="1" noChangeArrowheads="1"/>
          </p:cNvSpPr>
          <p:nvPr>
            <p:ph idx="1"/>
          </p:nvPr>
        </p:nvSpPr>
        <p:spPr>
          <a:xfrm>
            <a:off x="812800" y="1355725"/>
            <a:ext cx="10464800" cy="4454525"/>
          </a:xfrm>
        </p:spPr>
        <p:txBody>
          <a:bodyPr/>
          <a:lstStyle/>
          <a:p>
            <a:pPr>
              <a:buSzPct val="85000"/>
              <a:buFont typeface="Wingdings" pitchFamily="2" charset="2"/>
              <a:buChar char="§"/>
              <a:defRPr/>
            </a:pPr>
            <a:r>
              <a:rPr lang="en-US" altLang="zh-CN" sz="2800" b="1" dirty="0"/>
              <a:t>Online news article</a:t>
            </a:r>
            <a:endParaRPr lang="en" altLang="zh-CN" sz="2800" b="1" dirty="0"/>
          </a:p>
          <a:p>
            <a:pPr marL="0" indent="0">
              <a:spcAft>
                <a:spcPts val="600"/>
              </a:spcAft>
              <a:buFont typeface="Wingdings" pitchFamily="2" charset="2"/>
              <a:buNone/>
              <a:defRPr/>
            </a:pPr>
            <a:r>
              <a:rPr lang="en" altLang="zh-CN" sz="2600" dirty="0"/>
              <a:t>On the other hand, if the source doesn’t come from a site with an associated newspaper, italicize the title of the article, but leave the name of the site unformatted.</a:t>
            </a:r>
          </a:p>
          <a:p>
            <a:pPr marL="720000" indent="-720000">
              <a:spcAft>
                <a:spcPts val="600"/>
              </a:spcAft>
              <a:buFont typeface="Wingdings" pitchFamily="2" charset="2"/>
              <a:buNone/>
              <a:defRPr/>
            </a:pPr>
            <a:r>
              <a:rPr lang="en" altLang="zh-CN" sz="2600" dirty="0">
                <a:solidFill>
                  <a:schemeClr val="tx1"/>
                </a:solidFill>
              </a:rPr>
              <a:t>Lastname, F. M. (Year, Month Date). </a:t>
            </a:r>
            <a:r>
              <a:rPr lang="en" altLang="zh-CN" sz="2600" i="1" dirty="0">
                <a:solidFill>
                  <a:schemeClr val="tx1"/>
                </a:solidFill>
              </a:rPr>
              <a:t>Title of article</a:t>
            </a:r>
            <a:r>
              <a:rPr lang="en" altLang="zh-CN" sz="2600" dirty="0">
                <a:solidFill>
                  <a:schemeClr val="tx1"/>
                </a:solidFill>
              </a:rPr>
              <a:t>. Name of publishing website. URL</a:t>
            </a:r>
          </a:p>
          <a:p>
            <a:pPr marL="720000" indent="-720000">
              <a:spcAft>
                <a:spcPts val="600"/>
              </a:spcAft>
              <a:buFont typeface="Wingdings" pitchFamily="2" charset="2"/>
              <a:buNone/>
              <a:defRPr/>
            </a:pPr>
            <a:r>
              <a:rPr lang="en" altLang="zh-CN" sz="2600" dirty="0"/>
              <a:t>Jones, J. (2020, May 10). </a:t>
            </a:r>
            <a:r>
              <a:rPr lang="en" altLang="zh-CN" sz="2600" i="1" dirty="0"/>
              <a:t>Why flats dominate Spain</a:t>
            </a:r>
            <a:r>
              <a:rPr lang="en-US" altLang="zh-CN" sz="2600" i="1" dirty="0"/>
              <a:t>’</a:t>
            </a:r>
            <a:r>
              <a:rPr lang="en" altLang="zh-CN" sz="2600" i="1" dirty="0"/>
              <a:t>s housing market</a:t>
            </a:r>
            <a:r>
              <a:rPr lang="en" altLang="zh-CN" sz="2600" dirty="0"/>
              <a:t>. BBC. https://www.bbc.com/worklife/article/20200506-why-do-flats-dominate-spains-housing-market</a:t>
            </a:r>
          </a:p>
          <a:p>
            <a:pPr marL="0" indent="0">
              <a:spcAft>
                <a:spcPts val="600"/>
              </a:spcAft>
              <a:buFont typeface="Wingdings" pitchFamily="2" charset="2"/>
              <a:buNone/>
              <a:defRPr/>
            </a:pPr>
            <a:endParaRPr lang="en" altLang="zh-CN" sz="2600" dirty="0"/>
          </a:p>
          <a:p>
            <a:pPr marL="324000" indent="0">
              <a:buFont typeface="Wingdings" pitchFamily="2" charset="2"/>
              <a:buNone/>
              <a:defRPr/>
            </a:pPr>
            <a:endParaRPr lang="en" altLang="zh-CN" sz="2600" dirty="0"/>
          </a:p>
          <a:p>
            <a:pPr marL="324000" indent="0">
              <a:buFont typeface="Wingdings" pitchFamily="2" charset="2"/>
              <a:buNone/>
              <a:defRPr/>
            </a:pPr>
            <a:endParaRPr lang="en" altLang="zh-CN" sz="2600" dirty="0"/>
          </a:p>
          <a:p>
            <a:pPr marL="0" indent="0">
              <a:spcAft>
                <a:spcPts val="300"/>
              </a:spcAft>
              <a:buClr>
                <a:schemeClr val="tx2"/>
              </a:buClr>
              <a:buSzPct val="90000"/>
              <a:buFont typeface="Wingdings" pitchFamily="2" charset="2"/>
              <a:buNone/>
              <a:defRPr/>
            </a:pPr>
            <a:endParaRPr lang="en" altLang="zh-CN" sz="2600" dirty="0"/>
          </a:p>
          <a:p>
            <a:pPr marL="0" indent="0">
              <a:spcAft>
                <a:spcPts val="300"/>
              </a:spcAft>
              <a:buClr>
                <a:schemeClr val="tx2"/>
              </a:buClr>
              <a:buSzPct val="90000"/>
              <a:buFont typeface="Wingdings" pitchFamily="2" charset="2"/>
              <a:buNone/>
              <a:defRPr/>
            </a:pPr>
            <a:endParaRPr lang="en" altLang="zh-CN" sz="2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a:extLst>
              <a:ext uri="{FF2B5EF4-FFF2-40B4-BE49-F238E27FC236}">
                <a16:creationId xmlns:a16="http://schemas.microsoft.com/office/drawing/2014/main" id="{E4CEE8E8-9713-324E-7B20-280992929B8C}"/>
              </a:ext>
            </a:extLst>
          </p:cNvPr>
          <p:cNvSpPr>
            <a:spLocks noGrp="1" noChangeArrowheads="1"/>
          </p:cNvSpPr>
          <p:nvPr>
            <p:ph type="title"/>
          </p:nvPr>
        </p:nvSpPr>
        <p:spPr>
          <a:xfrm>
            <a:off x="812800" y="609600"/>
            <a:ext cx="10464800" cy="890588"/>
          </a:xfrm>
        </p:spPr>
        <p:txBody>
          <a:bodyPr/>
          <a:lstStyle/>
          <a:p>
            <a:r>
              <a:rPr lang="en-US" altLang="en-US"/>
              <a:t>APA list of references – general guidelines</a:t>
            </a:r>
            <a:endParaRPr lang="en-GB" altLang="en-US"/>
          </a:p>
        </p:txBody>
      </p:sp>
      <p:sp>
        <p:nvSpPr>
          <p:cNvPr id="122882" name="Slide Number Placeholder 3">
            <a:extLst>
              <a:ext uri="{FF2B5EF4-FFF2-40B4-BE49-F238E27FC236}">
                <a16:creationId xmlns:a16="http://schemas.microsoft.com/office/drawing/2014/main" id="{14834F15-B767-C8DC-DD1C-269DC57BBF93}"/>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86FE80E3-3417-0F44-96A3-2C62A16ACFDD}" type="slidenum">
              <a:rPr lang="en-US" altLang="zh-CN" sz="1200" smtClean="0">
                <a:solidFill>
                  <a:srgbClr val="000000"/>
                </a:solidFill>
                <a:latin typeface="Times New Roman" panose="02020603050405020304" pitchFamily="18" charset="0"/>
              </a:rPr>
              <a:pPr/>
              <a:t>46</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2920DE0F-30A1-78FF-ECB0-6A298F324F77}"/>
              </a:ext>
            </a:extLst>
          </p:cNvPr>
          <p:cNvSpPr>
            <a:spLocks noGrp="1" noChangeArrowheads="1"/>
          </p:cNvSpPr>
          <p:nvPr>
            <p:ph idx="1"/>
          </p:nvPr>
        </p:nvSpPr>
        <p:spPr>
          <a:xfrm>
            <a:off x="384176" y="1223203"/>
            <a:ext cx="10893424" cy="4887913"/>
          </a:xfrm>
        </p:spPr>
        <p:txBody>
          <a:bodyPr/>
          <a:lstStyle/>
          <a:p>
            <a:pPr>
              <a:buSzPct val="85000"/>
              <a:buFont typeface="Wingdings" pitchFamily="2" charset="2"/>
              <a:buChar char="§"/>
              <a:defRPr/>
            </a:pPr>
            <a:r>
              <a:rPr lang="en-US" altLang="en-US" sz="2800" b="1" dirty="0"/>
              <a:t>Authors and dates</a:t>
            </a:r>
          </a:p>
          <a:p>
            <a:pPr>
              <a:buSzPct val="50000"/>
              <a:defRPr/>
            </a:pPr>
            <a:r>
              <a:rPr lang="en" altLang="zh-CN" sz="2600" dirty="0"/>
              <a:t>Alphabetize entries in the list of references by authors’ last names; if a work has no author, alphabetize it by its title. For all authors’ names, put the last name first, followed by a comma; use initials for the first and middle names. </a:t>
            </a:r>
          </a:p>
          <a:p>
            <a:pPr>
              <a:buSzPct val="50000"/>
              <a:defRPr/>
            </a:pPr>
            <a:r>
              <a:rPr lang="en" sz="2600" dirty="0">
                <a:latin typeface="Times New Roman"/>
                <a:ea typeface="楷体"/>
                <a:cs typeface="Times New Roman"/>
              </a:rPr>
              <a:t>For three to twenty authors, list by last names and initials; commas separate author names, while the last author name is preceded by ampersand. For more than twenty authors, list by last names and initials; commas separate author names. After the first 19 authors’ names, use an ellipsis in place of the remaining author names. Then, end with the final author's name (do not place an ampersand before it). </a:t>
            </a:r>
          </a:p>
          <a:p>
            <a:pPr>
              <a:buSzPct val="50000"/>
              <a:defRPr/>
            </a:pPr>
            <a:r>
              <a:rPr lang="en" altLang="zh-CN" sz="2600" dirty="0">
                <a:latin typeface="Times New Roman"/>
                <a:ea typeface="楷体"/>
                <a:cs typeface="Times New Roman"/>
              </a:rPr>
              <a:t>If the author is a company or an organization, give the name in normal order.</a:t>
            </a:r>
            <a:endParaRPr lang="en"/>
          </a:p>
          <a:p>
            <a:pPr marL="0" indent="0">
              <a:buClr>
                <a:schemeClr val="tx2"/>
              </a:buClr>
              <a:buSzPct val="90000"/>
              <a:buFont typeface="Wingdings" pitchFamily="2" charset="2"/>
              <a:buNone/>
              <a:defRPr/>
            </a:pPr>
            <a:endParaRPr lang="en-US" altLang="zh-CN" sz="2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a:extLst>
              <a:ext uri="{FF2B5EF4-FFF2-40B4-BE49-F238E27FC236}">
                <a16:creationId xmlns:a16="http://schemas.microsoft.com/office/drawing/2014/main" id="{8EE099E8-9E3E-0A07-E581-A57DA9BE3BA7}"/>
              </a:ext>
            </a:extLst>
          </p:cNvPr>
          <p:cNvSpPr>
            <a:spLocks noGrp="1" noChangeArrowheads="1"/>
          </p:cNvSpPr>
          <p:nvPr>
            <p:ph type="title"/>
          </p:nvPr>
        </p:nvSpPr>
        <p:spPr>
          <a:xfrm>
            <a:off x="812800" y="609600"/>
            <a:ext cx="10464800" cy="890588"/>
          </a:xfrm>
        </p:spPr>
        <p:txBody>
          <a:bodyPr/>
          <a:lstStyle/>
          <a:p>
            <a:r>
              <a:rPr lang="en-US" altLang="en-US"/>
              <a:t>APA list of references – general guidelines</a:t>
            </a:r>
            <a:endParaRPr lang="en-GB" altLang="en-US"/>
          </a:p>
        </p:txBody>
      </p:sp>
      <p:sp>
        <p:nvSpPr>
          <p:cNvPr id="124930" name="Slide Number Placeholder 3">
            <a:extLst>
              <a:ext uri="{FF2B5EF4-FFF2-40B4-BE49-F238E27FC236}">
                <a16:creationId xmlns:a16="http://schemas.microsoft.com/office/drawing/2014/main" id="{F8536D56-AF42-A234-BABB-DA641FCB9CA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2B10D67F-B0F7-D24A-9949-AE5C95E8A226}" type="slidenum">
              <a:rPr lang="en-US" altLang="zh-CN" sz="1200" smtClean="0">
                <a:solidFill>
                  <a:srgbClr val="000000"/>
                </a:solidFill>
                <a:latin typeface="Times New Roman" panose="02020603050405020304" pitchFamily="18" charset="0"/>
              </a:rPr>
              <a:pPr/>
              <a:t>47</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84CBAD93-D375-30A5-1A75-0691320E6A0C}"/>
              </a:ext>
            </a:extLst>
          </p:cNvPr>
          <p:cNvSpPr>
            <a:spLocks noGrp="1" noChangeArrowheads="1"/>
          </p:cNvSpPr>
          <p:nvPr>
            <p:ph idx="1"/>
          </p:nvPr>
        </p:nvSpPr>
        <p:spPr>
          <a:xfrm>
            <a:off x="812800" y="1355725"/>
            <a:ext cx="10464800" cy="4761625"/>
          </a:xfrm>
        </p:spPr>
        <p:txBody>
          <a:bodyPr/>
          <a:lstStyle/>
          <a:p>
            <a:pPr>
              <a:buSzPct val="85000"/>
              <a:buFont typeface="Wingdings" pitchFamily="2" charset="2"/>
              <a:buChar char="§"/>
              <a:defRPr/>
            </a:pPr>
            <a:r>
              <a:rPr lang="en-US" altLang="en-US" sz="2800" b="1" dirty="0"/>
              <a:t>Authors and dates</a:t>
            </a:r>
            <a:endParaRPr lang="en-US" altLang="zh-CN" sz="2800" b="1" dirty="0"/>
          </a:p>
          <a:p>
            <a:pPr>
              <a:buSzPct val="50000"/>
              <a:defRPr/>
            </a:pPr>
            <a:r>
              <a:rPr lang="en" altLang="zh-CN" sz="2600" dirty="0"/>
              <a:t>Put the date of publication immediately after the first element of the citation. Enclose the date in parentheses, followed by a period (outside the parentheses). </a:t>
            </a:r>
          </a:p>
          <a:p>
            <a:pPr>
              <a:buSzPct val="50000"/>
              <a:defRPr/>
            </a:pPr>
            <a:r>
              <a:rPr lang="en" altLang="zh-CN" sz="2600" dirty="0"/>
              <a:t>For books, give the year of publication. For magazines, newspapers, and newsletters, give the exact date as in the publication (the year plus the month or the year plus the month and the day). For sources on the Web, give the date of posting, if it is available. Use the season if the publication gives only a season and not a month. </a:t>
            </a:r>
          </a:p>
          <a:p>
            <a:pPr marL="0" indent="0">
              <a:buClr>
                <a:schemeClr val="tx2"/>
              </a:buClr>
              <a:buSzPct val="90000"/>
              <a:buFont typeface="Wingdings" pitchFamily="2" charset="2"/>
              <a:buNone/>
              <a:defRPr/>
            </a:pPr>
            <a:endParaRPr lang="en-US" altLang="zh-CN" sz="2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5DBBD1FA-90C2-E858-BF7E-D094D090DAB6}"/>
              </a:ext>
            </a:extLst>
          </p:cNvPr>
          <p:cNvSpPr>
            <a:spLocks noGrp="1" noChangeArrowheads="1"/>
          </p:cNvSpPr>
          <p:nvPr>
            <p:ph type="title"/>
          </p:nvPr>
        </p:nvSpPr>
        <p:spPr>
          <a:xfrm>
            <a:off x="812800" y="609600"/>
            <a:ext cx="10464800" cy="890588"/>
          </a:xfrm>
        </p:spPr>
        <p:txBody>
          <a:bodyPr/>
          <a:lstStyle/>
          <a:p>
            <a:r>
              <a:rPr lang="en-US" altLang="en-US"/>
              <a:t>APA list of references – general guidelines</a:t>
            </a:r>
            <a:endParaRPr lang="en-GB" altLang="en-US"/>
          </a:p>
        </p:txBody>
      </p:sp>
      <p:sp>
        <p:nvSpPr>
          <p:cNvPr id="126978" name="Slide Number Placeholder 3">
            <a:extLst>
              <a:ext uri="{FF2B5EF4-FFF2-40B4-BE49-F238E27FC236}">
                <a16:creationId xmlns:a16="http://schemas.microsoft.com/office/drawing/2014/main" id="{159D2F8B-D866-A7CC-AAED-853A0759EFD2}"/>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0226D8F0-B726-4E41-9F0B-39BCC1F0EDB4}" type="slidenum">
              <a:rPr lang="en-US" altLang="zh-CN" sz="1200" smtClean="0">
                <a:solidFill>
                  <a:srgbClr val="000000"/>
                </a:solidFill>
                <a:latin typeface="Times New Roman" panose="02020603050405020304" pitchFamily="18" charset="0"/>
              </a:rPr>
              <a:pPr/>
              <a:t>48</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C2142B62-C4A9-E2D6-47E4-78C1B0B017E2}"/>
              </a:ext>
            </a:extLst>
          </p:cNvPr>
          <p:cNvSpPr>
            <a:spLocks noGrp="1" noChangeArrowheads="1"/>
          </p:cNvSpPr>
          <p:nvPr>
            <p:ph idx="1"/>
          </p:nvPr>
        </p:nvSpPr>
        <p:spPr>
          <a:xfrm>
            <a:off x="812800" y="1355725"/>
            <a:ext cx="10464800" cy="4887913"/>
          </a:xfrm>
        </p:spPr>
        <p:txBody>
          <a:bodyPr/>
          <a:lstStyle/>
          <a:p>
            <a:pPr>
              <a:buSzPct val="85000"/>
              <a:buFont typeface="Wingdings" pitchFamily="2" charset="2"/>
              <a:buChar char="§"/>
              <a:defRPr/>
            </a:pPr>
            <a:r>
              <a:rPr lang="en-US" altLang="zh-CN" sz="2800" b="1" dirty="0"/>
              <a:t>Titles</a:t>
            </a:r>
            <a:endParaRPr lang="en-US" altLang="zh-CN" sz="2600" dirty="0"/>
          </a:p>
          <a:p>
            <a:pPr>
              <a:buSzPct val="50000"/>
              <a:defRPr/>
            </a:pPr>
            <a:r>
              <a:rPr lang="en" altLang="zh-CN" sz="2600" dirty="0"/>
              <a:t>Italicize the titles and subtitles of books, journals, and other long works.</a:t>
            </a:r>
          </a:p>
          <a:p>
            <a:pPr>
              <a:buSzPct val="50000"/>
              <a:defRPr/>
            </a:pPr>
            <a:r>
              <a:rPr lang="en" altLang="zh-CN" sz="2600" dirty="0"/>
              <a:t>Use no italics or quotation marks for the titles of articles.</a:t>
            </a:r>
          </a:p>
          <a:p>
            <a:pPr>
              <a:buSzPct val="50000"/>
              <a:defRPr/>
            </a:pPr>
            <a:r>
              <a:rPr lang="en" altLang="zh-CN" sz="2600" dirty="0"/>
              <a:t>For books and articles, capitalize only the first word of the title and subtitle and all proper nouns. </a:t>
            </a:r>
          </a:p>
          <a:p>
            <a:pPr>
              <a:buSzPct val="50000"/>
              <a:defRPr/>
            </a:pPr>
            <a:r>
              <a:rPr lang="en" altLang="zh-CN" sz="2600" dirty="0"/>
              <a:t>For the titles of journals, magazines, and newspapers, capitalize all words of four letters or more (and all nouns, pronouns, verbs, adjectives, and adverbs of any length). </a:t>
            </a:r>
          </a:p>
          <a:p>
            <a:pPr>
              <a:defRPr/>
            </a:pPr>
            <a:endParaRPr lang="en" altLang="zh-CN" sz="2600" dirty="0"/>
          </a:p>
          <a:p>
            <a:pPr marL="0" indent="0">
              <a:buClr>
                <a:schemeClr val="tx2"/>
              </a:buClr>
              <a:buSzPct val="90000"/>
              <a:buFont typeface="Wingdings" pitchFamily="2" charset="2"/>
              <a:buNone/>
              <a:defRPr/>
            </a:pPr>
            <a:endParaRPr lang="en-US" altLang="zh-CN" sz="2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5AF77553-3D3D-3ADE-8BFF-C5DD35DD37BF}"/>
              </a:ext>
            </a:extLst>
          </p:cNvPr>
          <p:cNvSpPr>
            <a:spLocks noGrp="1" noChangeArrowheads="1"/>
          </p:cNvSpPr>
          <p:nvPr>
            <p:ph type="title"/>
          </p:nvPr>
        </p:nvSpPr>
        <p:spPr>
          <a:xfrm>
            <a:off x="812800" y="609600"/>
            <a:ext cx="10464800" cy="890588"/>
          </a:xfrm>
        </p:spPr>
        <p:txBody>
          <a:bodyPr/>
          <a:lstStyle/>
          <a:p>
            <a:r>
              <a:rPr lang="en-US" altLang="en-US"/>
              <a:t>APA list of references – general guidelines</a:t>
            </a:r>
            <a:endParaRPr lang="en-GB" altLang="en-US"/>
          </a:p>
        </p:txBody>
      </p:sp>
      <p:sp>
        <p:nvSpPr>
          <p:cNvPr id="129026" name="Slide Number Placeholder 3">
            <a:extLst>
              <a:ext uri="{FF2B5EF4-FFF2-40B4-BE49-F238E27FC236}">
                <a16:creationId xmlns:a16="http://schemas.microsoft.com/office/drawing/2014/main" id="{0D30A0F5-8F66-C2C9-8C2C-5C0AC3A443A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3023605-40BF-EE41-9C06-8D2F0E8075EC}" type="slidenum">
              <a:rPr lang="en-US" altLang="zh-CN" sz="1200" smtClean="0">
                <a:solidFill>
                  <a:srgbClr val="000000"/>
                </a:solidFill>
                <a:latin typeface="Times New Roman" panose="02020603050405020304" pitchFamily="18" charset="0"/>
              </a:rPr>
              <a:pPr/>
              <a:t>49</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D4114881-ADB5-789E-A816-17201768C3B3}"/>
              </a:ext>
            </a:extLst>
          </p:cNvPr>
          <p:cNvSpPr>
            <a:spLocks noGrp="1" noChangeArrowheads="1"/>
          </p:cNvSpPr>
          <p:nvPr>
            <p:ph idx="1"/>
          </p:nvPr>
        </p:nvSpPr>
        <p:spPr>
          <a:xfrm>
            <a:off x="812800" y="1355725"/>
            <a:ext cx="10464800" cy="4887913"/>
          </a:xfrm>
        </p:spPr>
        <p:txBody>
          <a:bodyPr/>
          <a:lstStyle/>
          <a:p>
            <a:pPr>
              <a:buSzPct val="85000"/>
              <a:buFont typeface="Wingdings" pitchFamily="2" charset="2"/>
              <a:buChar char="§"/>
              <a:defRPr/>
            </a:pPr>
            <a:r>
              <a:rPr lang="en-US" altLang="zh-CN" sz="2800" b="1" dirty="0"/>
              <a:t>Place of publication and publisher (books)</a:t>
            </a:r>
            <a:endParaRPr lang="en-US" altLang="zh-CN" sz="2600" dirty="0"/>
          </a:p>
          <a:p>
            <a:pPr>
              <a:buSzPct val="50000"/>
              <a:defRPr/>
            </a:pPr>
            <a:r>
              <a:rPr lang="en-US" sz="2600" dirty="0"/>
              <a:t>In the 7th edition of the APA manual, no location information is required for publishers. </a:t>
            </a:r>
          </a:p>
          <a:p>
            <a:pPr>
              <a:buSzPct val="50000"/>
              <a:defRPr/>
            </a:pPr>
            <a:r>
              <a:rPr lang="en" altLang="zh-CN" sz="2600" dirty="0"/>
              <a:t>In publishers’ names, omit terms such as “Company” (or “Co.”) and “Inc.” but keep “Books” and “Press.” Omit first names or initials (Norton, not W. W. Norton, for example). </a:t>
            </a:r>
          </a:p>
          <a:p>
            <a:pPr>
              <a:buSzPct val="50000"/>
              <a:defRPr/>
            </a:pPr>
            <a:r>
              <a:rPr lang="en" altLang="zh-CN" sz="2600" dirty="0"/>
              <a:t>If the publisher is the same as the author, use the word “Author” in the publisher position. </a:t>
            </a:r>
          </a:p>
          <a:p>
            <a:pPr marL="0" indent="0">
              <a:buFont typeface="Wingdings" pitchFamily="2" charset="2"/>
              <a:buNone/>
              <a:defRPr/>
            </a:pPr>
            <a:endParaRPr lang="en" altLang="zh-CN" sz="2600" dirty="0"/>
          </a:p>
          <a:p>
            <a:pPr marL="0" indent="0">
              <a:buClr>
                <a:schemeClr val="tx2"/>
              </a:buClr>
              <a:buSzPct val="90000"/>
              <a:buFont typeface="Wingdings" pitchFamily="2" charset="2"/>
              <a:buNone/>
              <a:defRPr/>
            </a:pPr>
            <a:endParaRPr lang="en-US" altLang="zh-CN" sz="2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a:extLst>
              <a:ext uri="{FF2B5EF4-FFF2-40B4-BE49-F238E27FC236}">
                <a16:creationId xmlns:a16="http://schemas.microsoft.com/office/drawing/2014/main" id="{D57DC9D0-EFB5-955E-8211-DA5C3573AD98}"/>
              </a:ext>
            </a:extLst>
          </p:cNvPr>
          <p:cNvSpPr>
            <a:spLocks noGrp="1" noChangeArrowheads="1"/>
          </p:cNvSpPr>
          <p:nvPr>
            <p:ph type="title"/>
          </p:nvPr>
        </p:nvSpPr>
        <p:spPr>
          <a:xfrm>
            <a:off x="812800" y="609600"/>
            <a:ext cx="10464800" cy="890588"/>
          </a:xfrm>
        </p:spPr>
        <p:txBody>
          <a:bodyPr/>
          <a:lstStyle/>
          <a:p>
            <a:r>
              <a:rPr lang="en-US" altLang="en-US"/>
              <a:t>APA list of references – general guidelines</a:t>
            </a:r>
            <a:endParaRPr lang="en-GB" altLang="en-US"/>
          </a:p>
        </p:txBody>
      </p:sp>
      <p:sp>
        <p:nvSpPr>
          <p:cNvPr id="131074" name="Slide Number Placeholder 3">
            <a:extLst>
              <a:ext uri="{FF2B5EF4-FFF2-40B4-BE49-F238E27FC236}">
                <a16:creationId xmlns:a16="http://schemas.microsoft.com/office/drawing/2014/main" id="{4B7DBE1C-B9F6-96C9-F5C6-E1F7BB43B64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9DD9C66B-98AB-E54F-A368-53BEB752EACA}" type="slidenum">
              <a:rPr lang="en-US" altLang="zh-CN" sz="1200" smtClean="0">
                <a:solidFill>
                  <a:srgbClr val="000000"/>
                </a:solidFill>
                <a:latin typeface="Times New Roman" panose="02020603050405020304" pitchFamily="18" charset="0"/>
              </a:rPr>
              <a:pPr/>
              <a:t>50</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F5D39333-64B8-2565-BDF9-AA66E3C932D2}"/>
              </a:ext>
            </a:extLst>
          </p:cNvPr>
          <p:cNvSpPr>
            <a:spLocks noGrp="1" noChangeArrowheads="1"/>
          </p:cNvSpPr>
          <p:nvPr>
            <p:ph idx="1"/>
          </p:nvPr>
        </p:nvSpPr>
        <p:spPr>
          <a:xfrm>
            <a:off x="812800" y="1355725"/>
            <a:ext cx="10464800" cy="4887913"/>
          </a:xfrm>
        </p:spPr>
        <p:txBody>
          <a:bodyPr/>
          <a:lstStyle/>
          <a:p>
            <a:pPr>
              <a:buSzPct val="85000"/>
              <a:buFont typeface="Wingdings" pitchFamily="2" charset="2"/>
              <a:buChar char="§"/>
              <a:defRPr/>
            </a:pPr>
            <a:r>
              <a:rPr lang="en" altLang="zh-CN" sz="2800" b="1" dirty="0"/>
              <a:t>Volume, issue, and page numbers (articles) </a:t>
            </a:r>
            <a:endParaRPr lang="en-US" altLang="zh-CN" sz="2600" dirty="0"/>
          </a:p>
          <a:p>
            <a:pPr>
              <a:buSzPct val="50000"/>
              <a:defRPr/>
            </a:pPr>
            <a:r>
              <a:rPr lang="en" altLang="zh-CN" sz="2600" dirty="0"/>
              <a:t>For a journal or a magazine, give only the volume number if the publication is paginated continuously through each volume; give the volume and issue numbers if each issue begins on page 1. </a:t>
            </a:r>
          </a:p>
          <a:p>
            <a:pPr>
              <a:buSzPct val="50000"/>
              <a:defRPr/>
            </a:pPr>
            <a:r>
              <a:rPr lang="en" altLang="zh-CN" sz="2600" dirty="0"/>
              <a:t>Italicize the volume number and put the issue number, not italicized, in parentheses.</a:t>
            </a:r>
          </a:p>
          <a:p>
            <a:pPr>
              <a:buSzPct val="50000"/>
              <a:defRPr/>
            </a:pPr>
            <a:r>
              <a:rPr lang="en" altLang="zh-CN" sz="2600" dirty="0"/>
              <a:t>For monthly magazines, give the year and the month; for weekly magazines, add the day. </a:t>
            </a:r>
          </a:p>
          <a:p>
            <a:pPr>
              <a:buSzPct val="50000"/>
              <a:defRPr/>
            </a:pPr>
            <a:r>
              <a:rPr lang="en" altLang="zh-CN" sz="2600" dirty="0"/>
              <a:t>For daily and weekly newspapers, give the month, day, and year; use “p.” or “pp.” before page numbers (if any). For journals and magazines, do not add “p.” or “pp.” </a:t>
            </a:r>
          </a:p>
          <a:p>
            <a:pPr marL="0" indent="0">
              <a:buClr>
                <a:schemeClr val="tx2"/>
              </a:buClr>
              <a:buSzPct val="90000"/>
              <a:buFont typeface="Wingdings" pitchFamily="2" charset="2"/>
              <a:buNone/>
              <a:defRPr/>
            </a:pPr>
            <a:endParaRPr lang="en-US" altLang="zh-CN" sz="2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Title 1">
            <a:extLst>
              <a:ext uri="{FF2B5EF4-FFF2-40B4-BE49-F238E27FC236}">
                <a16:creationId xmlns:a16="http://schemas.microsoft.com/office/drawing/2014/main" id="{A6AD51FB-CD11-D4E5-8CE8-2BE80F5C5182}"/>
              </a:ext>
            </a:extLst>
          </p:cNvPr>
          <p:cNvSpPr>
            <a:spLocks noGrp="1" noChangeArrowheads="1"/>
          </p:cNvSpPr>
          <p:nvPr>
            <p:ph type="title"/>
          </p:nvPr>
        </p:nvSpPr>
        <p:spPr>
          <a:xfrm>
            <a:off x="812800" y="609600"/>
            <a:ext cx="10464800" cy="890588"/>
          </a:xfrm>
        </p:spPr>
        <p:txBody>
          <a:bodyPr/>
          <a:lstStyle/>
          <a:p>
            <a:r>
              <a:rPr lang="en-US" altLang="en-US" dirty="0"/>
              <a:t>APA list of references – general guidelines</a:t>
            </a:r>
            <a:endParaRPr lang="en-GB" altLang="en-US" dirty="0"/>
          </a:p>
        </p:txBody>
      </p:sp>
      <p:sp>
        <p:nvSpPr>
          <p:cNvPr id="133122" name="Slide Number Placeholder 3">
            <a:extLst>
              <a:ext uri="{FF2B5EF4-FFF2-40B4-BE49-F238E27FC236}">
                <a16:creationId xmlns:a16="http://schemas.microsoft.com/office/drawing/2014/main" id="{D4768086-018F-BEDB-8F1B-741BF5E1392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7372471F-D2C5-3440-8DAA-0CC110AE4A69}" type="slidenum">
              <a:rPr lang="en-US" altLang="zh-CN" sz="1200" smtClean="0">
                <a:solidFill>
                  <a:srgbClr val="000000"/>
                </a:solidFill>
                <a:latin typeface="Times New Roman" panose="02020603050405020304" pitchFamily="18" charset="0"/>
              </a:rPr>
              <a:pPr/>
              <a:t>51</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42170947-2E85-9EA2-47CE-521E299DDDDE}"/>
              </a:ext>
            </a:extLst>
          </p:cNvPr>
          <p:cNvSpPr>
            <a:spLocks noGrp="1" noChangeArrowheads="1"/>
          </p:cNvSpPr>
          <p:nvPr>
            <p:ph idx="1"/>
          </p:nvPr>
        </p:nvSpPr>
        <p:spPr>
          <a:xfrm>
            <a:off x="812800" y="1355726"/>
            <a:ext cx="10464800" cy="4761624"/>
          </a:xfrm>
        </p:spPr>
        <p:txBody>
          <a:bodyPr/>
          <a:lstStyle/>
          <a:p>
            <a:pPr>
              <a:buSzPct val="85000"/>
              <a:buFont typeface="Wingdings" pitchFamily="2" charset="2"/>
              <a:buChar char="§"/>
              <a:defRPr/>
            </a:pPr>
            <a:r>
              <a:rPr lang="en" altLang="zh-CN" sz="2800" b="1" dirty="0"/>
              <a:t>URLs, DOIs, and other retrieval information </a:t>
            </a:r>
            <a:endParaRPr lang="en-US" altLang="zh-CN" sz="2600" dirty="0"/>
          </a:p>
          <a:p>
            <a:pPr marL="0" indent="0">
              <a:buFont typeface="Wingdings" pitchFamily="2" charset="2"/>
              <a:buNone/>
              <a:defRPr/>
            </a:pPr>
            <a:r>
              <a:rPr lang="en" altLang="zh-CN" sz="2600" dirty="0"/>
              <a:t>A DOI (Digital Object Identifier) is a unique and never-changing string assigned to online (journal) articles, books, and other works.</a:t>
            </a:r>
          </a:p>
          <a:p>
            <a:pPr marL="0" indent="0">
              <a:buFont typeface="Wingdings" pitchFamily="2" charset="2"/>
              <a:buNone/>
              <a:defRPr/>
            </a:pPr>
            <a:r>
              <a:rPr lang="en" altLang="zh-CN" sz="2600" dirty="0"/>
              <a:t>A URL (Uniform Resource Locator), colloquially termed a web address, is a reference to a web resource that specifies its location on a computer network and a mechanism for retrieving it.</a:t>
            </a:r>
          </a:p>
          <a:p>
            <a:pPr>
              <a:buSzPct val="50000"/>
              <a:defRPr/>
            </a:pPr>
            <a:r>
              <a:rPr lang="en" altLang="zh-CN" sz="2600" dirty="0"/>
              <a:t>For articles and books from the Web, use the DOI (digital object identifier) if the source has one, and do not give a URL. If a source does not have a DOI, give the URL. </a:t>
            </a:r>
          </a:p>
          <a:p>
            <a:pPr>
              <a:buSzPct val="50000"/>
              <a:defRPr/>
            </a:pPr>
            <a:r>
              <a:rPr lang="en" altLang="zh-CN" sz="2600" dirty="0"/>
              <a:t>Use a retrieval date for a Web source only if the content is likely to change.</a:t>
            </a:r>
            <a:endParaRPr lang="en-US" altLang="zh-CN" sz="2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1308E-7ADF-9D12-F182-C024A40BB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1D898-5089-77DC-A457-763D4E90F5CE}"/>
              </a:ext>
            </a:extLst>
          </p:cNvPr>
          <p:cNvSpPr>
            <a:spLocks noGrp="1"/>
          </p:cNvSpPr>
          <p:nvPr>
            <p:ph type="ctrTitle"/>
          </p:nvPr>
        </p:nvSpPr>
        <p:spPr>
          <a:xfrm>
            <a:off x="914400" y="2113756"/>
            <a:ext cx="10363200" cy="1470025"/>
          </a:xfrm>
        </p:spPr>
        <p:txBody>
          <a:bodyPr/>
          <a:lstStyle/>
          <a:p>
            <a:pPr algn="ctr">
              <a:lnSpc>
                <a:spcPct val="150000"/>
              </a:lnSpc>
              <a:buSzPct val="80000"/>
            </a:pPr>
            <a:r>
              <a:rPr lang="en-GB" altLang="en-US" sz="6600" dirty="0">
                <a:solidFill>
                  <a:schemeClr val="tx2">
                    <a:lumMod val="75000"/>
                  </a:schemeClr>
                </a:solidFill>
              </a:rPr>
              <a:t>Manuscript format</a:t>
            </a:r>
          </a:p>
        </p:txBody>
      </p:sp>
      <p:sp>
        <p:nvSpPr>
          <p:cNvPr id="3" name="Subtitle 2">
            <a:extLst>
              <a:ext uri="{FF2B5EF4-FFF2-40B4-BE49-F238E27FC236}">
                <a16:creationId xmlns:a16="http://schemas.microsoft.com/office/drawing/2014/main" id="{54E0AB04-C4AA-7B2F-56A6-B15FA5E3FCB9}"/>
              </a:ext>
            </a:extLst>
          </p:cNvPr>
          <p:cNvSpPr>
            <a:spLocks noGrp="1"/>
          </p:cNvSpPr>
          <p:nvPr>
            <p:ph type="subTitle" idx="1"/>
          </p:nvPr>
        </p:nvSpPr>
        <p:spPr/>
        <p:txBody>
          <a:bodyPr/>
          <a:lstStyle/>
          <a:p>
            <a:r>
              <a:rPr lang="en-GB" altLang="en-US" sz="2800" dirty="0"/>
              <a:t>(A sample research paper)</a:t>
            </a:r>
            <a:endParaRPr lang="en-GB" sz="2800" dirty="0"/>
          </a:p>
        </p:txBody>
      </p:sp>
      <p:sp>
        <p:nvSpPr>
          <p:cNvPr id="4" name="Slide Number Placeholder 3">
            <a:extLst>
              <a:ext uri="{FF2B5EF4-FFF2-40B4-BE49-F238E27FC236}">
                <a16:creationId xmlns:a16="http://schemas.microsoft.com/office/drawing/2014/main" id="{2BAA3E8F-44A6-9FF9-60C8-F95D38203814}"/>
              </a:ext>
            </a:extLst>
          </p:cNvPr>
          <p:cNvSpPr>
            <a:spLocks noGrp="1"/>
          </p:cNvSpPr>
          <p:nvPr>
            <p:ph type="sldNum" sz="quarter" idx="10"/>
          </p:nvPr>
        </p:nvSpPr>
        <p:spPr/>
        <p:txBody>
          <a:bodyPr/>
          <a:lstStyle/>
          <a:p>
            <a:pPr>
              <a:defRPr/>
            </a:pPr>
            <a:fld id="{094F0E88-8A55-EE44-B687-90F85FC884EE}" type="slidenum">
              <a:rPr lang="en-US" altLang="zh-CN" smtClean="0"/>
              <a:pPr>
                <a:defRPr/>
              </a:pPr>
              <a:t>52</a:t>
            </a:fld>
            <a:endParaRPr lang="en-US" altLang="zh-CN"/>
          </a:p>
        </p:txBody>
      </p:sp>
    </p:spTree>
    <p:extLst>
      <p:ext uri="{BB962C8B-B14F-4D97-AF65-F5344CB8AC3E}">
        <p14:creationId xmlns:p14="http://schemas.microsoft.com/office/powerpoint/2010/main" val="2740514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a:extLst>
              <a:ext uri="{FF2B5EF4-FFF2-40B4-BE49-F238E27FC236}">
                <a16:creationId xmlns:a16="http://schemas.microsoft.com/office/drawing/2014/main" id="{47D62559-DB80-03EB-51FE-B36862E23D61}"/>
              </a:ext>
            </a:extLst>
          </p:cNvPr>
          <p:cNvSpPr>
            <a:spLocks noGrp="1" noChangeArrowheads="1"/>
          </p:cNvSpPr>
          <p:nvPr>
            <p:ph type="title"/>
          </p:nvPr>
        </p:nvSpPr>
        <p:spPr>
          <a:xfrm>
            <a:off x="812800" y="609600"/>
            <a:ext cx="10464800" cy="890588"/>
          </a:xfrm>
        </p:spPr>
        <p:txBody>
          <a:bodyPr/>
          <a:lstStyle/>
          <a:p>
            <a:r>
              <a:rPr lang="en-US" altLang="en-US"/>
              <a:t>APA manuscript format</a:t>
            </a:r>
            <a:endParaRPr lang="en-GB" altLang="en-US"/>
          </a:p>
        </p:txBody>
      </p:sp>
      <p:sp>
        <p:nvSpPr>
          <p:cNvPr id="135170" name="Slide Number Placeholder 3">
            <a:extLst>
              <a:ext uri="{FF2B5EF4-FFF2-40B4-BE49-F238E27FC236}">
                <a16:creationId xmlns:a16="http://schemas.microsoft.com/office/drawing/2014/main" id="{9B870254-CC53-C18D-FB1A-14FA92EB068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78BB2A6E-75B5-E64D-8F52-70F9A4D49D65}" type="slidenum">
              <a:rPr lang="en-US" altLang="zh-CN" sz="1200" smtClean="0">
                <a:solidFill>
                  <a:srgbClr val="000000"/>
                </a:solidFill>
                <a:latin typeface="Times New Roman" panose="02020603050405020304" pitchFamily="18" charset="0"/>
              </a:rPr>
              <a:pPr/>
              <a:t>53</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F2FC0A11-6BC7-3A6E-37DD-CD0DFA754E7F}"/>
              </a:ext>
            </a:extLst>
          </p:cNvPr>
          <p:cNvSpPr>
            <a:spLocks noGrp="1" noChangeArrowheads="1"/>
          </p:cNvSpPr>
          <p:nvPr>
            <p:ph idx="1"/>
          </p:nvPr>
        </p:nvSpPr>
        <p:spPr>
          <a:xfrm>
            <a:off x="812800" y="1355725"/>
            <a:ext cx="10464800" cy="4887913"/>
          </a:xfrm>
        </p:spPr>
        <p:txBody>
          <a:bodyPr/>
          <a:lstStyle/>
          <a:p>
            <a:pPr>
              <a:buSzPct val="85000"/>
              <a:buFont typeface="Wingdings" pitchFamily="2" charset="2"/>
              <a:buChar char="§"/>
              <a:defRPr/>
            </a:pPr>
            <a:r>
              <a:rPr lang="en" altLang="zh-CN" sz="2600" b="1" dirty="0"/>
              <a:t>Font</a:t>
            </a:r>
            <a:endParaRPr lang="en" altLang="zh-CN" sz="2600" dirty="0"/>
          </a:p>
          <a:p>
            <a:pPr marL="0" indent="0">
              <a:buFont typeface="Wingdings" pitchFamily="2" charset="2"/>
              <a:buNone/>
              <a:defRPr/>
            </a:pPr>
            <a:r>
              <a:rPr lang="en" altLang="zh-CN" sz="2600" dirty="0"/>
              <a:t>The 7th edition of the APA Publication Manual requires that the chosen font be accessible (i.e., legible) to all readers and that it be used consistently throughout the paper (12-point Times New Roman for ENG1002). </a:t>
            </a:r>
          </a:p>
          <a:p>
            <a:pPr>
              <a:buSzPct val="85000"/>
              <a:buFont typeface="Wingdings" pitchFamily="2" charset="2"/>
              <a:buChar char="§"/>
              <a:defRPr/>
            </a:pPr>
            <a:r>
              <a:rPr lang="en" altLang="zh-CN" sz="2600" b="1" dirty="0"/>
              <a:t>Margins, line spacing, and paragraph indents </a:t>
            </a:r>
          </a:p>
          <a:p>
            <a:pPr>
              <a:buSzPct val="50000"/>
              <a:defRPr/>
            </a:pPr>
            <a:r>
              <a:rPr lang="en" altLang="zh-CN" sz="2600" dirty="0"/>
              <a:t>Use margins of one inch on all sides of the page. </a:t>
            </a:r>
          </a:p>
          <a:p>
            <a:pPr>
              <a:buSzPct val="50000"/>
              <a:defRPr/>
            </a:pPr>
            <a:r>
              <a:rPr lang="en" altLang="zh-CN" sz="2600" dirty="0"/>
              <a:t>Left-align the text. </a:t>
            </a:r>
          </a:p>
          <a:p>
            <a:pPr>
              <a:buSzPct val="50000"/>
              <a:defRPr/>
            </a:pPr>
            <a:r>
              <a:rPr lang="en" altLang="zh-CN" sz="2600" dirty="0"/>
              <a:t>Double-space throughout the paper. </a:t>
            </a:r>
          </a:p>
          <a:p>
            <a:pPr>
              <a:buSzPct val="50000"/>
              <a:defRPr/>
            </a:pPr>
            <a:r>
              <a:rPr lang="en" altLang="zh-CN" sz="2600" dirty="0"/>
              <a:t>Indent the first line of each paragraph one-half inch ( or 1.27cm). </a:t>
            </a:r>
            <a:endParaRPr lang="en" altLang="zh-CN" sz="2600" b="1" dirty="0"/>
          </a:p>
          <a:p>
            <a:pPr>
              <a:buClr>
                <a:schemeClr val="tx2"/>
              </a:buClr>
              <a:buSzPct val="90000"/>
              <a:buFont typeface="Wingdings" pitchFamily="2" charset="2"/>
              <a:buChar char="§"/>
              <a:defRPr/>
            </a:pPr>
            <a:endParaRPr lang="en" altLang="zh-CN" sz="2600" b="1" dirty="0"/>
          </a:p>
          <a:p>
            <a:pPr marL="0" indent="0">
              <a:buFont typeface="Wingdings" pitchFamily="2" charset="2"/>
              <a:buNone/>
              <a:defRPr/>
            </a:pPr>
            <a:endParaRPr lang="en" altLang="zh-CN" sz="2600" dirty="0"/>
          </a:p>
          <a:p>
            <a:pPr marL="0" indent="0">
              <a:buFont typeface="Wingdings" pitchFamily="2" charset="2"/>
              <a:buNone/>
              <a:defRPr/>
            </a:pPr>
            <a:endParaRPr lang="en" altLang="zh-CN" sz="2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1">
            <a:extLst>
              <a:ext uri="{FF2B5EF4-FFF2-40B4-BE49-F238E27FC236}">
                <a16:creationId xmlns:a16="http://schemas.microsoft.com/office/drawing/2014/main" id="{A267F1E8-9ECC-568C-8692-0F68A832307F}"/>
              </a:ext>
            </a:extLst>
          </p:cNvPr>
          <p:cNvSpPr>
            <a:spLocks noGrp="1" noChangeArrowheads="1"/>
          </p:cNvSpPr>
          <p:nvPr>
            <p:ph type="title"/>
          </p:nvPr>
        </p:nvSpPr>
        <p:spPr>
          <a:xfrm>
            <a:off x="812800" y="609600"/>
            <a:ext cx="10464800" cy="890588"/>
          </a:xfrm>
        </p:spPr>
        <p:txBody>
          <a:bodyPr/>
          <a:lstStyle/>
          <a:p>
            <a:r>
              <a:rPr lang="en-US" altLang="en-US"/>
              <a:t>APA manuscript format</a:t>
            </a:r>
            <a:endParaRPr lang="en-GB" altLang="en-US"/>
          </a:p>
        </p:txBody>
      </p:sp>
      <p:sp>
        <p:nvSpPr>
          <p:cNvPr id="137218" name="Slide Number Placeholder 3">
            <a:extLst>
              <a:ext uri="{FF2B5EF4-FFF2-40B4-BE49-F238E27FC236}">
                <a16:creationId xmlns:a16="http://schemas.microsoft.com/office/drawing/2014/main" id="{1BA5AB5B-B954-8EBD-82D8-41DCD55B1A36}"/>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4F42E214-D778-DF40-AF91-CDB744D40938}" type="slidenum">
              <a:rPr lang="en-US" altLang="zh-CN" sz="1200" smtClean="0">
                <a:solidFill>
                  <a:srgbClr val="000000"/>
                </a:solidFill>
                <a:latin typeface="Times New Roman" panose="02020603050405020304" pitchFamily="18" charset="0"/>
              </a:rPr>
              <a:pPr/>
              <a:t>54</a:t>
            </a:fld>
            <a:endParaRPr lang="en-US" altLang="zh-CN" sz="1200">
              <a:solidFill>
                <a:srgbClr val="000000"/>
              </a:solidFill>
              <a:latin typeface="Times New Roman" panose="02020603050405020304" pitchFamily="18" charset="0"/>
            </a:endParaRPr>
          </a:p>
        </p:txBody>
      </p:sp>
      <p:sp>
        <p:nvSpPr>
          <p:cNvPr id="137219" name="Content Placeholder 2">
            <a:extLst>
              <a:ext uri="{FF2B5EF4-FFF2-40B4-BE49-F238E27FC236}">
                <a16:creationId xmlns:a16="http://schemas.microsoft.com/office/drawing/2014/main" id="{8A89B729-3E1F-1AAB-C684-64BEDA4AC25F}"/>
              </a:ext>
            </a:extLst>
          </p:cNvPr>
          <p:cNvSpPr>
            <a:spLocks noGrp="1" noChangeArrowheads="1"/>
          </p:cNvSpPr>
          <p:nvPr>
            <p:ph idx="1"/>
          </p:nvPr>
        </p:nvSpPr>
        <p:spPr>
          <a:xfrm>
            <a:off x="680279" y="1355725"/>
            <a:ext cx="11475276" cy="4761625"/>
          </a:xfrm>
        </p:spPr>
        <p:txBody>
          <a:bodyPr/>
          <a:lstStyle/>
          <a:p>
            <a:pPr>
              <a:buSzPct val="50000"/>
            </a:pPr>
            <a:r>
              <a:rPr lang="en-US" altLang="zh-CN" sz="2600" dirty="0">
                <a:latin typeface="Times New Roman"/>
                <a:ea typeface="楷体"/>
                <a:cs typeface="Times New Roman"/>
              </a:rPr>
              <a:t>APA Style uses two types of capitalization for titles of works (such as </a:t>
            </a:r>
            <a:r>
              <a:rPr lang="en-US" altLang="zh-CN" sz="2600">
                <a:latin typeface="Times New Roman"/>
                <a:ea typeface="楷体"/>
                <a:cs typeface="Times New Roman"/>
              </a:rPr>
              <a:t>paper titles</a:t>
            </a:r>
            <a:r>
              <a:rPr lang="en-US" altLang="zh-CN" sz="2600" dirty="0">
                <a:latin typeface="Times New Roman"/>
                <a:ea typeface="楷体"/>
                <a:cs typeface="Times New Roman"/>
              </a:rPr>
              <a:t>) and </a:t>
            </a:r>
            <a:r>
              <a:rPr lang="en-US" altLang="zh-CN" sz="2600">
                <a:latin typeface="Times New Roman"/>
                <a:ea typeface="楷体"/>
                <a:cs typeface="Times New Roman"/>
              </a:rPr>
              <a:t>headings within works</a:t>
            </a:r>
            <a:r>
              <a:rPr lang="en-US" altLang="zh-CN" sz="2600" dirty="0">
                <a:latin typeface="Times New Roman"/>
                <a:ea typeface="楷体"/>
                <a:cs typeface="Times New Roman"/>
              </a:rPr>
              <a:t>: title case and </a:t>
            </a:r>
            <a:r>
              <a:rPr lang="en-US" altLang="zh-CN" sz="2600">
                <a:latin typeface="Times New Roman"/>
                <a:ea typeface="楷体"/>
                <a:cs typeface="Times New Roman"/>
              </a:rPr>
              <a:t>sentence case</a:t>
            </a:r>
            <a:r>
              <a:rPr lang="en-US" altLang="zh-CN" sz="2600" dirty="0">
                <a:latin typeface="Times New Roman"/>
                <a:ea typeface="楷体"/>
                <a:cs typeface="Times New Roman"/>
              </a:rPr>
              <a:t>.</a:t>
            </a:r>
          </a:p>
          <a:p>
            <a:pPr lvl="1" indent="-325120">
              <a:buClr>
                <a:srgbClr val="4C6D4E"/>
              </a:buClr>
              <a:buSzPct val="50000"/>
              <a:buFont typeface="Courier New" pitchFamily="2" charset="2"/>
              <a:buChar char="o"/>
            </a:pPr>
            <a:r>
              <a:rPr lang="zh-CN" sz="1600" dirty="0">
                <a:solidFill>
                  <a:srgbClr val="000000"/>
                </a:solidFill>
                <a:highlight>
                  <a:srgbClr val="FFFFFF"/>
                </a:highlight>
                <a:latin typeface="Times New Roman"/>
                <a:ea typeface="楷体"/>
                <a:cs typeface="Times New Roman"/>
              </a:rPr>
              <a:t>In title case, major words are capitalized, and most minor words are lowercase. In sentence case, most major and minor words are lowercase (</a:t>
            </a:r>
            <a:r>
              <a:rPr lang="zh-CN" sz="1600">
                <a:solidFill>
                  <a:srgbClr val="000000"/>
                </a:solidFill>
                <a:highlight>
                  <a:srgbClr val="FFFFFF"/>
                </a:highlight>
                <a:latin typeface="Times New Roman"/>
                <a:ea typeface="楷体"/>
                <a:cs typeface="Times New Roman"/>
              </a:rPr>
              <a:t>proper nouns</a:t>
            </a:r>
            <a:r>
              <a:rPr lang="zh-CN" sz="1600" dirty="0">
                <a:solidFill>
                  <a:srgbClr val="000000"/>
                </a:solidFill>
                <a:highlight>
                  <a:srgbClr val="FFFFFF"/>
                </a:highlight>
                <a:latin typeface="Times New Roman"/>
                <a:ea typeface="楷体"/>
                <a:cs typeface="Times New Roman"/>
              </a:rPr>
              <a:t> are an exception in that they are always capitalized).</a:t>
            </a:r>
            <a:endParaRPr lang="zh-CN" sz="1600">
              <a:ea typeface="楷体"/>
            </a:endParaRPr>
          </a:p>
          <a:p>
            <a:pPr lvl="2" indent="-350520">
              <a:buClr>
                <a:srgbClr val="009999"/>
              </a:buClr>
              <a:buFont typeface="Wingdings" pitchFamily="2" charset="2"/>
              <a:buChar char="§"/>
            </a:pPr>
            <a:r>
              <a:rPr lang="zh-CN" sz="1600" b="1" dirty="0">
                <a:solidFill>
                  <a:srgbClr val="000000"/>
                </a:solidFill>
                <a:highlight>
                  <a:srgbClr val="FFFFFF"/>
                </a:highlight>
                <a:latin typeface="Times New Roman"/>
                <a:ea typeface="楷体"/>
                <a:cs typeface="Times New Roman"/>
              </a:rPr>
              <a:t>major words:</a:t>
            </a:r>
            <a:r>
              <a:rPr lang="zh-CN" sz="1600" dirty="0">
                <a:solidFill>
                  <a:srgbClr val="000000"/>
                </a:solidFill>
                <a:highlight>
                  <a:srgbClr val="FFFFFF"/>
                </a:highlight>
                <a:latin typeface="Times New Roman"/>
                <a:ea typeface="楷体"/>
                <a:cs typeface="Times New Roman"/>
              </a:rPr>
              <a:t> Nouns, verbs (including linking verbs), adjectives, adverbs, pronouns, and all words of four letters or more are considered major words.</a:t>
            </a:r>
            <a:endParaRPr lang="zh-CN" sz="1600"/>
          </a:p>
          <a:p>
            <a:pPr lvl="2" indent="-350520">
              <a:buClr>
                <a:srgbClr val="009999"/>
              </a:buClr>
              <a:buFont typeface="Wingdings" pitchFamily="2" charset="2"/>
              <a:buChar char="§"/>
            </a:pPr>
            <a:r>
              <a:rPr lang="zh-CN" sz="1600" b="1" dirty="0">
                <a:solidFill>
                  <a:srgbClr val="000000"/>
                </a:solidFill>
                <a:highlight>
                  <a:srgbClr val="FFFFFF"/>
                </a:highlight>
                <a:latin typeface="Times New Roman"/>
                <a:ea typeface="楷体"/>
                <a:cs typeface="Times New Roman"/>
              </a:rPr>
              <a:t>minor words:</a:t>
            </a:r>
            <a:r>
              <a:rPr lang="zh-CN" sz="1600" dirty="0">
                <a:solidFill>
                  <a:srgbClr val="000000"/>
                </a:solidFill>
                <a:highlight>
                  <a:srgbClr val="FFFFFF"/>
                </a:highlight>
                <a:latin typeface="Times New Roman"/>
                <a:ea typeface="楷体"/>
                <a:cs typeface="Times New Roman"/>
              </a:rPr>
              <a:t> Short (i.e., three letters or fewer) conjunctions, short prepositions, and all articles are considered minor words.</a:t>
            </a:r>
          </a:p>
          <a:p>
            <a:pPr>
              <a:buSzPct val="50000"/>
            </a:pPr>
            <a:r>
              <a:rPr lang="zh-CN" altLang="zh-CN" sz="2600" dirty="0">
                <a:latin typeface="Times New Roman"/>
                <a:ea typeface="楷体"/>
                <a:cs typeface="Times New Roman"/>
              </a:rPr>
              <a:t>In the body of your paper, italicize the titles of books, journals, magazines, </a:t>
            </a:r>
            <a:r>
              <a:rPr lang="zh-CN" altLang="zh-CN" sz="2600">
                <a:latin typeface="Times New Roman"/>
                <a:ea typeface="楷体"/>
                <a:cs typeface="Times New Roman"/>
              </a:rPr>
              <a:t>and other long works, such as Web sites. </a:t>
            </a:r>
          </a:p>
          <a:p>
            <a:pPr>
              <a:buSzPct val="50000"/>
            </a:pPr>
            <a:r>
              <a:rPr lang="zh-CN" altLang="zh-CN" sz="2600" dirty="0">
                <a:latin typeface="Times New Roman"/>
                <a:ea typeface="楷体"/>
                <a:cs typeface="Times New Roman"/>
              </a:rPr>
              <a:t>Use quotation marks around the titles of articles, short stories, and other short works. </a:t>
            </a:r>
          </a:p>
          <a:p>
            <a:pPr>
              <a:buSzPct val="50000"/>
            </a:pPr>
            <a:r>
              <a:rPr lang="zh-CN" altLang="zh-CN" sz="2600" dirty="0">
                <a:latin typeface="Times New Roman"/>
                <a:ea typeface="楷体"/>
                <a:cs typeface="Times New Roman"/>
              </a:rPr>
              <a:t>Capitalize the first word following a colon if the word begins a complete sentence.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1">
            <a:extLst>
              <a:ext uri="{FF2B5EF4-FFF2-40B4-BE49-F238E27FC236}">
                <a16:creationId xmlns:a16="http://schemas.microsoft.com/office/drawing/2014/main" id="{6AF35DD5-7B0B-E946-A51C-E38282E5E6C0}"/>
              </a:ext>
            </a:extLst>
          </p:cNvPr>
          <p:cNvSpPr>
            <a:spLocks noGrp="1" noChangeArrowheads="1"/>
          </p:cNvSpPr>
          <p:nvPr>
            <p:ph type="title"/>
          </p:nvPr>
        </p:nvSpPr>
        <p:spPr>
          <a:xfrm>
            <a:off x="812800" y="609600"/>
            <a:ext cx="10464800" cy="890588"/>
          </a:xfrm>
        </p:spPr>
        <p:txBody>
          <a:bodyPr/>
          <a:lstStyle/>
          <a:p>
            <a:r>
              <a:rPr lang="en-US" altLang="en-US" dirty="0"/>
              <a:t>Sample APA research paper</a:t>
            </a:r>
            <a:endParaRPr lang="en-GB" altLang="en-US" dirty="0"/>
          </a:p>
        </p:txBody>
      </p:sp>
      <p:sp>
        <p:nvSpPr>
          <p:cNvPr id="142338" name="Slide Number Placeholder 3">
            <a:extLst>
              <a:ext uri="{FF2B5EF4-FFF2-40B4-BE49-F238E27FC236}">
                <a16:creationId xmlns:a16="http://schemas.microsoft.com/office/drawing/2014/main" id="{06FCCD9A-6BF4-5B90-7C59-435BDCD2AE2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ADB21F94-A82C-AC4D-A8E5-40B48CBF2FAC}" type="slidenum">
              <a:rPr lang="en-US" altLang="zh-CN" sz="1200" smtClean="0">
                <a:solidFill>
                  <a:srgbClr val="000000"/>
                </a:solidFill>
                <a:latin typeface="Times New Roman" panose="02020603050405020304" pitchFamily="18" charset="0"/>
              </a:rPr>
              <a:pPr/>
              <a:t>55</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3F3EA6F3-AF63-8071-071B-F92E18A2E122}"/>
              </a:ext>
            </a:extLst>
          </p:cNvPr>
          <p:cNvSpPr>
            <a:spLocks noGrp="1" noChangeArrowheads="1"/>
          </p:cNvSpPr>
          <p:nvPr>
            <p:ph idx="1"/>
          </p:nvPr>
        </p:nvSpPr>
        <p:spPr>
          <a:xfrm>
            <a:off x="812800" y="1355725"/>
            <a:ext cx="10464800" cy="4887913"/>
          </a:xfrm>
        </p:spPr>
        <p:txBody>
          <a:bodyPr/>
          <a:lstStyle/>
          <a:p>
            <a:pPr marL="0" indent="0">
              <a:buClr>
                <a:schemeClr val="tx2"/>
              </a:buClr>
              <a:buSzPct val="90000"/>
              <a:buFont typeface="Wingdings" pitchFamily="2" charset="2"/>
              <a:buNone/>
              <a:defRPr/>
            </a:pPr>
            <a:r>
              <a:rPr lang="en" altLang="zh-CN" sz="2600" i="1" dirty="0"/>
              <a:t>The APA Publication Manual, 7</a:t>
            </a:r>
            <a:r>
              <a:rPr lang="en" altLang="zh-CN" sz="2600" i="1" baseline="30000" dirty="0"/>
              <a:t>th</a:t>
            </a:r>
            <a:r>
              <a:rPr lang="en" altLang="zh-CN" sz="2600" i="1" dirty="0"/>
              <a:t> Edition </a:t>
            </a:r>
            <a:r>
              <a:rPr lang="en" altLang="zh-CN" sz="2600" dirty="0"/>
              <a:t>specifies different formatting conventions for </a:t>
            </a:r>
            <a:r>
              <a:rPr lang="en" altLang="zh-CN" sz="2600" b="1" dirty="0"/>
              <a:t>student</a:t>
            </a:r>
            <a:r>
              <a:rPr lang="en" altLang="zh-CN" sz="2600" dirty="0"/>
              <a:t> (i.e., papers written for credit in a course) and </a:t>
            </a:r>
            <a:r>
              <a:rPr lang="en" altLang="zh-CN" sz="2600" b="1" dirty="0"/>
              <a:t>professional</a:t>
            </a:r>
            <a:r>
              <a:rPr lang="en" altLang="zh-CN" sz="2600" dirty="0"/>
              <a:t> papers (i.e., papers intended for scholarly publication).</a:t>
            </a:r>
          </a:p>
          <a:p>
            <a:pPr marL="0" indent="0">
              <a:buClr>
                <a:schemeClr val="tx2"/>
              </a:buClr>
              <a:buSzPct val="90000"/>
              <a:buFont typeface="Wingdings" pitchFamily="2" charset="2"/>
              <a:buNone/>
              <a:defRPr/>
            </a:pPr>
            <a:r>
              <a:rPr lang="en" altLang="zh-CN" sz="2600" dirty="0"/>
              <a:t>These differences mostly extend to the title page and running head. Crucially, citation practices do not differ between the two styles of paper.</a:t>
            </a:r>
          </a:p>
          <a:p>
            <a:pPr>
              <a:buSzPct val="80000"/>
              <a:buFont typeface="Wingdings" pitchFamily="2" charset="2"/>
              <a:buChar char="§"/>
              <a:defRPr/>
            </a:pPr>
            <a:r>
              <a:rPr lang="en" altLang="zh-CN" sz="2600" b="1" dirty="0"/>
              <a:t>APA 7</a:t>
            </a:r>
            <a:r>
              <a:rPr lang="en" altLang="zh-CN" sz="2600" b="1" baseline="30000" dirty="0"/>
              <a:t>th</a:t>
            </a:r>
            <a:r>
              <a:rPr lang="en" altLang="zh-CN" sz="2600" b="1" dirty="0"/>
              <a:t> student paper</a:t>
            </a:r>
          </a:p>
          <a:p>
            <a:pPr marL="0" indent="0">
              <a:buClr>
                <a:schemeClr val="tx2"/>
              </a:buClr>
              <a:buSzPct val="90000"/>
              <a:buFont typeface="Wingdings" pitchFamily="2" charset="2"/>
              <a:buNone/>
              <a:defRPr/>
            </a:pPr>
            <a:r>
              <a:rPr lang="en" altLang="zh-CN" sz="2600" dirty="0"/>
              <a:t>Branching Paths: A Novel Teacher Evaluation Model for Faculty Development</a:t>
            </a:r>
          </a:p>
          <a:p>
            <a:pPr>
              <a:buSzPct val="80000"/>
              <a:buFont typeface="Wingdings" pitchFamily="2" charset="2"/>
              <a:buChar char="§"/>
              <a:defRPr/>
            </a:pPr>
            <a:r>
              <a:rPr lang="en" altLang="zh-CN" sz="2600" b="1" dirty="0"/>
              <a:t>APA 7</a:t>
            </a:r>
            <a:r>
              <a:rPr lang="en" altLang="zh-CN" sz="2600" b="1" baseline="30000" dirty="0"/>
              <a:t>th</a:t>
            </a:r>
            <a:r>
              <a:rPr lang="en" altLang="zh-CN" sz="2600" b="1" dirty="0"/>
              <a:t> professional paper</a:t>
            </a:r>
          </a:p>
          <a:p>
            <a:pPr marL="0" indent="0">
              <a:buFont typeface="Wingdings" pitchFamily="2" charset="2"/>
              <a:buNone/>
              <a:defRPr/>
            </a:pPr>
            <a:r>
              <a:rPr lang="en" altLang="zh-CN" sz="2600" dirty="0"/>
              <a:t>Branching Paths: A Novel Teacher Evaluation Model for Faculty Development</a:t>
            </a:r>
          </a:p>
          <a:p>
            <a:pPr marL="0" indent="0">
              <a:buFont typeface="Wingdings" pitchFamily="2" charset="2"/>
              <a:buNone/>
              <a:defRPr/>
            </a:pPr>
            <a:br>
              <a:rPr lang="en" altLang="zh-CN" sz="2600" dirty="0"/>
            </a:br>
            <a:endParaRPr lang="en" altLang="zh-CN" sz="2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a:extLst>
              <a:ext uri="{FF2B5EF4-FFF2-40B4-BE49-F238E27FC236}">
                <a16:creationId xmlns:a16="http://schemas.microsoft.com/office/drawing/2014/main" id="{932BE7B2-D815-6A7D-08CE-B72B769D1F71}"/>
              </a:ext>
            </a:extLst>
          </p:cNvPr>
          <p:cNvSpPr>
            <a:spLocks noGrp="1" noChangeArrowheads="1"/>
          </p:cNvSpPr>
          <p:nvPr>
            <p:ph type="title"/>
          </p:nvPr>
        </p:nvSpPr>
        <p:spPr>
          <a:xfrm>
            <a:off x="812800" y="609600"/>
            <a:ext cx="10464800" cy="890588"/>
          </a:xfrm>
        </p:spPr>
        <p:txBody>
          <a:bodyPr/>
          <a:lstStyle/>
          <a:p>
            <a:r>
              <a:rPr lang="en-US" altLang="en-US"/>
              <a:t>References</a:t>
            </a:r>
            <a:endParaRPr lang="en-GB" altLang="en-US"/>
          </a:p>
        </p:txBody>
      </p:sp>
      <p:sp>
        <p:nvSpPr>
          <p:cNvPr id="139266" name="Slide Number Placeholder 3">
            <a:extLst>
              <a:ext uri="{FF2B5EF4-FFF2-40B4-BE49-F238E27FC236}">
                <a16:creationId xmlns:a16="http://schemas.microsoft.com/office/drawing/2014/main" id="{88FEDA83-4506-816E-B8F8-BF3603FC1B8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6699"/>
                </a:solidFill>
                <a:latin typeface="Palatino Linotype" panose="02040502050505030304" pitchFamily="18" charset="0"/>
                <a:ea typeface="宋体" panose="02010600030101010101" pitchFamily="2" charset="-122"/>
              </a:defRPr>
            </a:lvl1pPr>
            <a:lvl2pPr marL="742950" indent="-285750">
              <a:defRPr sz="2000">
                <a:solidFill>
                  <a:srgbClr val="006699"/>
                </a:solidFill>
                <a:latin typeface="Palatino Linotype" panose="02040502050505030304" pitchFamily="18" charset="0"/>
                <a:ea typeface="宋体" panose="02010600030101010101" pitchFamily="2" charset="-122"/>
              </a:defRPr>
            </a:lvl2pPr>
            <a:lvl3pPr marL="1143000" indent="-228600">
              <a:defRPr sz="2000">
                <a:solidFill>
                  <a:srgbClr val="006699"/>
                </a:solidFill>
                <a:latin typeface="Palatino Linotype" panose="02040502050505030304" pitchFamily="18" charset="0"/>
                <a:ea typeface="宋体" panose="02010600030101010101" pitchFamily="2" charset="-122"/>
              </a:defRPr>
            </a:lvl3pPr>
            <a:lvl4pPr marL="1600200" indent="-228600">
              <a:defRPr sz="2000">
                <a:solidFill>
                  <a:srgbClr val="006699"/>
                </a:solidFill>
                <a:latin typeface="Palatino Linotype" panose="02040502050505030304" pitchFamily="18" charset="0"/>
                <a:ea typeface="宋体" panose="02010600030101010101" pitchFamily="2" charset="-122"/>
              </a:defRPr>
            </a:lvl4pPr>
            <a:lvl5pPr marL="2057400" indent="-228600">
              <a:defRPr sz="2000">
                <a:solidFill>
                  <a:srgbClr val="006699"/>
                </a:solidFill>
                <a:latin typeface="Palatino Linotype" panose="02040502050505030304" pitchFamily="18" charset="0"/>
                <a:ea typeface="宋体" panose="02010600030101010101" pitchFamily="2" charset="-122"/>
              </a:defRPr>
            </a:lvl5pPr>
            <a:lvl6pPr marL="25146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6pPr>
            <a:lvl7pPr marL="29718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7pPr>
            <a:lvl8pPr marL="34290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8pPr>
            <a:lvl9pPr marL="3886200" indent="-228600" eaLnBrk="0" fontAlgn="base" hangingPunct="0">
              <a:spcBef>
                <a:spcPct val="0"/>
              </a:spcBef>
              <a:spcAft>
                <a:spcPct val="0"/>
              </a:spcAft>
              <a:defRPr sz="2000">
                <a:solidFill>
                  <a:srgbClr val="006699"/>
                </a:solidFill>
                <a:latin typeface="Palatino Linotype" panose="02040502050505030304" pitchFamily="18" charset="0"/>
                <a:ea typeface="宋体" panose="02010600030101010101" pitchFamily="2" charset="-122"/>
              </a:defRPr>
            </a:lvl9pPr>
          </a:lstStyle>
          <a:p>
            <a:fld id="{AEF982C6-EA95-374D-817D-614DABC7152C}" type="slidenum">
              <a:rPr lang="en-US" altLang="zh-CN" sz="1200" smtClean="0">
                <a:solidFill>
                  <a:srgbClr val="000000"/>
                </a:solidFill>
                <a:latin typeface="Times New Roman" panose="02020603050405020304" pitchFamily="18" charset="0"/>
              </a:rPr>
              <a:pPr/>
              <a:t>56</a:t>
            </a:fld>
            <a:endParaRPr lang="en-US" altLang="zh-CN" sz="1200">
              <a:solidFill>
                <a:srgbClr val="000000"/>
              </a:solidFill>
              <a:latin typeface="Times New Roman" panose="02020603050405020304" pitchFamily="18" charset="0"/>
            </a:endParaRPr>
          </a:p>
        </p:txBody>
      </p:sp>
      <p:sp>
        <p:nvSpPr>
          <p:cNvPr id="2" name="Content Placeholder 2">
            <a:extLst>
              <a:ext uri="{FF2B5EF4-FFF2-40B4-BE49-F238E27FC236}">
                <a16:creationId xmlns:a16="http://schemas.microsoft.com/office/drawing/2014/main" id="{5584949C-F694-1891-7B02-0D16B54F0E44}"/>
              </a:ext>
            </a:extLst>
          </p:cNvPr>
          <p:cNvSpPr>
            <a:spLocks noGrp="1" noChangeArrowheads="1"/>
          </p:cNvSpPr>
          <p:nvPr>
            <p:ph idx="1"/>
          </p:nvPr>
        </p:nvSpPr>
        <p:spPr>
          <a:xfrm>
            <a:off x="863600" y="1739180"/>
            <a:ext cx="10464800" cy="3841242"/>
          </a:xfrm>
        </p:spPr>
        <p:txBody>
          <a:bodyPr/>
          <a:lstStyle/>
          <a:p>
            <a:pPr marL="720000" indent="-720000">
              <a:buFont typeface="Wingdings" pitchFamily="2" charset="2"/>
              <a:buNone/>
              <a:defRPr/>
            </a:pPr>
            <a:r>
              <a:rPr lang="en" altLang="zh-CN" sz="2600" dirty="0"/>
              <a:t>Hacker, D., &amp; Sommers, N. (2019). </a:t>
            </a:r>
            <a:r>
              <a:rPr lang="en" altLang="zh-CN" sz="2600" i="1" dirty="0"/>
              <a:t>The Bedford Handbook </a:t>
            </a:r>
            <a:r>
              <a:rPr lang="en" altLang="zh-CN" sz="2600" dirty="0"/>
              <a:t>(10th ed.). Bedford/St. Martin’s.</a:t>
            </a:r>
          </a:p>
          <a:p>
            <a:pPr marL="720000" indent="-720000">
              <a:buFont typeface="Wingdings" pitchFamily="2" charset="2"/>
              <a:buNone/>
              <a:defRPr/>
            </a:pPr>
            <a:r>
              <a:rPr lang="en" altLang="zh-CN" sz="2600" dirty="0"/>
              <a:t>Purdue OWL. (n.d.). </a:t>
            </a:r>
            <a:r>
              <a:rPr lang="en" altLang="zh-CN" sz="2600" i="1" dirty="0"/>
              <a:t>General Format</a:t>
            </a:r>
            <a:r>
              <a:rPr lang="en" altLang="zh-CN" sz="2600" dirty="0"/>
              <a:t>. https://</a:t>
            </a:r>
            <a:r>
              <a:rPr lang="en" altLang="zh-CN" sz="2600" dirty="0" err="1"/>
              <a:t>owl.purdue.edu</a:t>
            </a:r>
            <a:r>
              <a:rPr lang="en" altLang="zh-CN" sz="2600" dirty="0"/>
              <a:t>/owl/</a:t>
            </a:r>
            <a:r>
              <a:rPr lang="en" altLang="zh-CN" sz="2600" dirty="0" err="1"/>
              <a:t>research_and_citation</a:t>
            </a:r>
            <a:r>
              <a:rPr lang="en" altLang="zh-CN" sz="2600" dirty="0"/>
              <a:t>/</a:t>
            </a:r>
            <a:r>
              <a:rPr lang="en" altLang="zh-CN" sz="2600" dirty="0" err="1"/>
              <a:t>apa_style</a:t>
            </a:r>
            <a:r>
              <a:rPr lang="en" altLang="zh-CN" sz="2600" dirty="0"/>
              <a:t>/</a:t>
            </a:r>
            <a:r>
              <a:rPr lang="en" altLang="zh-CN" sz="2600" dirty="0" err="1"/>
              <a:t>apa_formatting_and_style_guide</a:t>
            </a:r>
            <a:r>
              <a:rPr lang="en" altLang="zh-CN" sz="2600" dirty="0"/>
              <a:t>/</a:t>
            </a:r>
            <a:r>
              <a:rPr lang="en" altLang="zh-CN" sz="2600" dirty="0" err="1"/>
              <a:t>general_format.html</a:t>
            </a:r>
            <a:r>
              <a:rPr lang="en" altLang="zh-CN" sz="2600" dirty="0"/>
              <a:t> </a:t>
            </a:r>
          </a:p>
          <a:p>
            <a:pPr marL="720000" indent="-720000">
              <a:buFont typeface="Wingdings" pitchFamily="2" charset="2"/>
              <a:buNone/>
              <a:defRPr/>
            </a:pPr>
            <a:r>
              <a:rPr lang="en-HK" altLang="zh-CN" sz="2600" dirty="0">
                <a:effectLst/>
              </a:rPr>
              <a:t>American Psychological Association. (2022). </a:t>
            </a:r>
            <a:r>
              <a:rPr lang="en-HK" altLang="zh-CN" sz="2600" i="1" dirty="0">
                <a:effectLst/>
              </a:rPr>
              <a:t>APA Style common reference examples guide. </a:t>
            </a:r>
            <a:r>
              <a:rPr lang="en-HK" altLang="zh-CN" sz="2600" dirty="0">
                <a:effectLst/>
              </a:rPr>
              <a:t>https://</a:t>
            </a:r>
            <a:r>
              <a:rPr lang="en-HK" altLang="zh-CN" sz="2600" dirty="0" err="1">
                <a:effectLst/>
              </a:rPr>
              <a:t>apastyle.apa.org</a:t>
            </a:r>
            <a:r>
              <a:rPr lang="en-HK" altLang="zh-CN" sz="2600" dirty="0">
                <a:effectLst/>
              </a:rPr>
              <a:t>/instructional-aids/reference-</a:t>
            </a:r>
            <a:r>
              <a:rPr lang="en-HK" altLang="zh-CN" sz="2600" dirty="0" err="1">
                <a:effectLst/>
              </a:rPr>
              <a:t>examples.pdf</a:t>
            </a:r>
            <a:r>
              <a:rPr lang="en-HK" altLang="zh-CN" sz="2600" dirty="0">
                <a:effectLst/>
              </a:rPr>
              <a:t> </a:t>
            </a:r>
          </a:p>
          <a:p>
            <a:pPr marL="720000" indent="-720000">
              <a:buFont typeface="Wingdings" pitchFamily="2" charset="2"/>
              <a:buNone/>
              <a:defRPr/>
            </a:pPr>
            <a:endParaRPr lang="en" altLang="zh-CN" sz="2600" dirty="0"/>
          </a:p>
          <a:p>
            <a:pPr marL="720000" indent="-720000">
              <a:buFont typeface="Wingdings" pitchFamily="2" charset="2"/>
              <a:buNone/>
              <a:defRPr/>
            </a:pPr>
            <a:endParaRPr lang="en" altLang="zh-CN" sz="2800" dirty="0"/>
          </a:p>
          <a:p>
            <a:pPr marL="0" indent="0">
              <a:buFont typeface="Wingdings" pitchFamily="2" charset="2"/>
              <a:buNone/>
              <a:defRPr/>
            </a:pPr>
            <a:br>
              <a:rPr lang="en" altLang="zh-CN" sz="2600" dirty="0"/>
            </a:br>
            <a:endParaRPr lang="en" altLang="zh-CN" sz="2600" dirty="0"/>
          </a:p>
        </p:txBody>
      </p:sp>
    </p:spTree>
  </p:cSld>
  <p:clrMapOvr>
    <a:masterClrMapping/>
  </p:clrMapOvr>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0" fontAlgn="base" latinLnBrk="0" hangingPunct="0">
          <a:lnSpc>
            <a:spcPct val="200000"/>
          </a:lnSpc>
          <a:spcBef>
            <a:spcPct val="20000"/>
          </a:spcBef>
          <a:spcAft>
            <a:spcPct val="0"/>
          </a:spcAft>
          <a:buClr>
            <a:schemeClr val="accent1"/>
          </a:buClr>
          <a:buSzPct val="65000"/>
          <a:buFont typeface="Wingdings" pitchFamily="2" charset="2"/>
          <a:buChar char="n"/>
          <a:tabLst/>
          <a:defRPr kumimoji="0" lang="en-US" sz="2000" b="0" i="0" u="none" strike="noStrike" cap="none" normalizeH="0" baseline="0" smtClean="0">
            <a:ln>
              <a:noFill/>
            </a:ln>
            <a:solidFill>
              <a:srgbClr val="006699"/>
            </a:solidFill>
            <a:effectLst/>
            <a:latin typeface="Palatino Linotype" pitchFamily="18"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0" fontAlgn="base" latinLnBrk="0" hangingPunct="0">
          <a:lnSpc>
            <a:spcPct val="200000"/>
          </a:lnSpc>
          <a:spcBef>
            <a:spcPct val="20000"/>
          </a:spcBef>
          <a:spcAft>
            <a:spcPct val="0"/>
          </a:spcAft>
          <a:buClr>
            <a:schemeClr val="accent1"/>
          </a:buClr>
          <a:buSzPct val="65000"/>
          <a:buFont typeface="Wingdings" pitchFamily="2" charset="2"/>
          <a:buChar char="n"/>
          <a:tabLst/>
          <a:defRPr kumimoji="0" lang="en-US" sz="2000" b="0" i="0" u="none" strike="noStrike" cap="none" normalizeH="0" baseline="0" smtClean="0">
            <a:ln>
              <a:noFill/>
            </a:ln>
            <a:solidFill>
              <a:srgbClr val="006699"/>
            </a:solidFill>
            <a:effectLst/>
            <a:latin typeface="Palatino Linotype" pitchFamily="18" charset="0"/>
            <a:ea typeface="宋体"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41997</TotalTime>
  <Words>4567</Words>
  <Application>Microsoft Office PowerPoint</Application>
  <PresentationFormat>Widescreen</PresentationFormat>
  <Paragraphs>391</Paragraphs>
  <Slides>56</Slides>
  <Notes>48</Notes>
  <HiddenSlides>0</HiddenSlides>
  <MMClips>0</MMClips>
  <ScaleCrop>false</ScaleCrop>
  <HeadingPairs>
    <vt:vector size="4" baseType="variant">
      <vt:variant>
        <vt:lpstr>Theme</vt:lpstr>
      </vt:variant>
      <vt:variant>
        <vt:i4>3</vt:i4>
      </vt:variant>
      <vt:variant>
        <vt:lpstr>Slide Titles</vt:lpstr>
      </vt:variant>
      <vt:variant>
        <vt:i4>56</vt:i4>
      </vt:variant>
    </vt:vector>
  </HeadingPairs>
  <TitlesOfParts>
    <vt:vector size="59" baseType="lpstr">
      <vt:lpstr>1_自定义设计方案</vt:lpstr>
      <vt:lpstr>自定义设计方案</vt:lpstr>
      <vt:lpstr>1_Edge</vt:lpstr>
      <vt:lpstr>Writing APA Papers Module II Citing sources </vt:lpstr>
      <vt:lpstr>Content</vt:lpstr>
      <vt:lpstr>Supporting a thesis </vt:lpstr>
      <vt:lpstr>Supporting a thesis </vt:lpstr>
      <vt:lpstr>Form a working thesis </vt:lpstr>
      <vt:lpstr>Sample working thesis statements</vt:lpstr>
      <vt:lpstr>Task 1</vt:lpstr>
      <vt:lpstr>Guidelines for developing your thesis</vt:lpstr>
      <vt:lpstr>Revised thesis 1</vt:lpstr>
      <vt:lpstr>Revised thesis 2</vt:lpstr>
      <vt:lpstr>Citing your sources and avoiding plagiarism  </vt:lpstr>
      <vt:lpstr>Use sources to inform and support your argument.</vt:lpstr>
      <vt:lpstr>Citing sources and avoiding plagiarism</vt:lpstr>
      <vt:lpstr>Two essential parts of APA citation </vt:lpstr>
      <vt:lpstr>Understand what plagiarism is</vt:lpstr>
      <vt:lpstr>How to avoid plagiarism?</vt:lpstr>
      <vt:lpstr>How to avoid plagiarism?</vt:lpstr>
      <vt:lpstr>Task 2</vt:lpstr>
      <vt:lpstr>Task 2</vt:lpstr>
      <vt:lpstr>Task 3</vt:lpstr>
      <vt:lpstr>Integrating source material effectively</vt:lpstr>
      <vt:lpstr>Integrating sources</vt:lpstr>
      <vt:lpstr>Documenting sources</vt:lpstr>
      <vt:lpstr>Documenting sources</vt:lpstr>
      <vt:lpstr>Documenting sources</vt:lpstr>
      <vt:lpstr>APA in-text citations</vt:lpstr>
      <vt:lpstr>APA in-text citations</vt:lpstr>
      <vt:lpstr>APA in-text citations</vt:lpstr>
      <vt:lpstr>APA in-text citations</vt:lpstr>
      <vt:lpstr>APA in-text citations</vt:lpstr>
      <vt:lpstr>APA in-text citations</vt:lpstr>
      <vt:lpstr>APA in-text citations</vt:lpstr>
      <vt:lpstr>APA in-text citations</vt:lpstr>
      <vt:lpstr>APA in-text citations</vt:lpstr>
      <vt:lpstr>APA in-text citations</vt:lpstr>
      <vt:lpstr>APA in-text citations</vt:lpstr>
      <vt:lpstr>APA list of references</vt:lpstr>
      <vt:lpstr>APA list of references </vt:lpstr>
      <vt:lpstr>APA list of references</vt:lpstr>
      <vt:lpstr>APA list of references</vt:lpstr>
      <vt:lpstr>APA list of references</vt:lpstr>
      <vt:lpstr>APA list of references</vt:lpstr>
      <vt:lpstr>APA list of references</vt:lpstr>
      <vt:lpstr>APA list of references</vt:lpstr>
      <vt:lpstr>APA list of references</vt:lpstr>
      <vt:lpstr>APA list of references – general guidelines</vt:lpstr>
      <vt:lpstr>APA list of references – general guidelines</vt:lpstr>
      <vt:lpstr>APA list of references – general guidelines</vt:lpstr>
      <vt:lpstr>APA list of references – general guidelines</vt:lpstr>
      <vt:lpstr>APA list of references – general guidelines</vt:lpstr>
      <vt:lpstr>APA list of references – general guidelines</vt:lpstr>
      <vt:lpstr>Manuscript format</vt:lpstr>
      <vt:lpstr>APA manuscript format</vt:lpstr>
      <vt:lpstr>APA manuscript format</vt:lpstr>
      <vt:lpstr>Sample APA research paper</vt:lpstr>
      <vt:lpstr>References</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xiaoyan</dc:creator>
  <cp:lastModifiedBy>Prof. Yang Rong (HSS)</cp:lastModifiedBy>
  <cp:revision>3594</cp:revision>
  <cp:lastPrinted>2021-03-08T07:12:51Z</cp:lastPrinted>
  <dcterms:created xsi:type="dcterms:W3CDTF">2007-03-10T12:10:29Z</dcterms:created>
  <dcterms:modified xsi:type="dcterms:W3CDTF">2026-01-22T10:43:07Z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TC010689871033</vt:lpwstr>
  </property>
</Properties>
</file>