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5"/>
  </p:notesMasterIdLst>
  <p:sldIdLst>
    <p:sldId id="256" r:id="rId2"/>
    <p:sldId id="257" r:id="rId3"/>
    <p:sldId id="491" r:id="rId4"/>
    <p:sldId id="492" r:id="rId5"/>
    <p:sldId id="494" r:id="rId6"/>
    <p:sldId id="498" r:id="rId7"/>
    <p:sldId id="423" r:id="rId8"/>
    <p:sldId id="312" r:id="rId9"/>
    <p:sldId id="431" r:id="rId10"/>
    <p:sldId id="422" r:id="rId11"/>
    <p:sldId id="500" r:id="rId12"/>
    <p:sldId id="496" r:id="rId13"/>
    <p:sldId id="425" r:id="rId14"/>
    <p:sldId id="427" r:id="rId15"/>
    <p:sldId id="428" r:id="rId16"/>
    <p:sldId id="497" r:id="rId17"/>
    <p:sldId id="499" r:id="rId18"/>
    <p:sldId id="465" r:id="rId19"/>
    <p:sldId id="470" r:id="rId20"/>
    <p:sldId id="468" r:id="rId21"/>
    <p:sldId id="472" r:id="rId22"/>
    <p:sldId id="471" r:id="rId23"/>
    <p:sldId id="49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0" autoAdjust="0"/>
    <p:restoredTop sz="75753" autoAdjust="0"/>
  </p:normalViewPr>
  <p:slideViewPr>
    <p:cSldViewPr snapToGrid="0">
      <p:cViewPr varScale="1">
        <p:scale>
          <a:sx n="95" d="100"/>
          <a:sy n="95" d="100"/>
        </p:scale>
        <p:origin x="1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E1637-7986-45F8-A280-08D0873BBF3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0C1849-F756-4DA6-831B-2AA43D9703B6}">
      <dgm:prSet custT="1"/>
      <dgm:spPr/>
      <dgm:t>
        <a:bodyPr/>
        <a:lstStyle/>
        <a:p>
          <a:r>
            <a:rPr lang="en-US" sz="2400" dirty="0"/>
            <a:t>Cues are signals: verbal and non-verbal</a:t>
          </a:r>
        </a:p>
      </dgm:t>
    </dgm:pt>
    <dgm:pt modelId="{BE1087CC-D183-4A9D-ABB6-C69F90105E8F}" type="parTrans" cxnId="{C9469A1E-9517-4D2F-A0F8-F81050BD2C4C}">
      <dgm:prSet/>
      <dgm:spPr/>
      <dgm:t>
        <a:bodyPr/>
        <a:lstStyle/>
        <a:p>
          <a:endParaRPr lang="en-US" sz="2000"/>
        </a:p>
      </dgm:t>
    </dgm:pt>
    <dgm:pt modelId="{2A608AEB-B29E-46BB-9383-925F9A7376F0}" type="sibTrans" cxnId="{C9469A1E-9517-4D2F-A0F8-F81050BD2C4C}">
      <dgm:prSet/>
      <dgm:spPr/>
      <dgm:t>
        <a:bodyPr/>
        <a:lstStyle/>
        <a:p>
          <a:endParaRPr lang="en-US" sz="2000"/>
        </a:p>
      </dgm:t>
    </dgm:pt>
    <dgm:pt modelId="{CF76C01A-8AD0-4B35-96C4-3D24922611D7}">
      <dgm:prSet custT="1"/>
      <dgm:spPr/>
      <dgm:t>
        <a:bodyPr/>
        <a:lstStyle/>
        <a:p>
          <a:r>
            <a:rPr lang="en-US" sz="2400" dirty="0"/>
            <a:t>Earlier ideas:</a:t>
          </a:r>
        </a:p>
      </dgm:t>
    </dgm:pt>
    <dgm:pt modelId="{140E7E67-D31D-4191-A053-D22E3F8BFA98}" type="parTrans" cxnId="{94D35AC4-4E4C-4B02-88AB-E08BDBC1F5B1}">
      <dgm:prSet/>
      <dgm:spPr/>
      <dgm:t>
        <a:bodyPr/>
        <a:lstStyle/>
        <a:p>
          <a:endParaRPr lang="en-US" sz="2000"/>
        </a:p>
      </dgm:t>
    </dgm:pt>
    <dgm:pt modelId="{04C88B54-590F-4454-A801-8B95C5AEB44D}" type="sibTrans" cxnId="{94D35AC4-4E4C-4B02-88AB-E08BDBC1F5B1}">
      <dgm:prSet/>
      <dgm:spPr/>
      <dgm:t>
        <a:bodyPr/>
        <a:lstStyle/>
        <a:p>
          <a:endParaRPr lang="en-US" sz="2000"/>
        </a:p>
      </dgm:t>
    </dgm:pt>
    <dgm:pt modelId="{6BF46C36-35AD-4180-A3C4-5AC24F44F5B9}">
      <dgm:prSet custT="1"/>
      <dgm:spPr/>
      <dgm:t>
        <a:bodyPr/>
        <a:lstStyle/>
        <a:p>
          <a:r>
            <a:rPr lang="en-US" sz="2400" dirty="0"/>
            <a:t>Fewer cues (70s’)</a:t>
          </a:r>
          <a:r>
            <a:rPr lang="en-US" sz="2400" dirty="0">
              <a:sym typeface="Wingdings" panose="05000000000000000000" pitchFamily="2" charset="2"/>
            </a:rPr>
            <a:t></a:t>
          </a:r>
          <a:r>
            <a:rPr lang="en-US" sz="2400" dirty="0"/>
            <a:t> less warmth and less involved (idea rejected)</a:t>
          </a:r>
        </a:p>
      </dgm:t>
    </dgm:pt>
    <dgm:pt modelId="{29CFE2AE-F016-43DC-A6AF-F045F3AB80BF}" type="parTrans" cxnId="{C805DBCA-5087-4C77-9F7A-36117DF0D469}">
      <dgm:prSet/>
      <dgm:spPr/>
      <dgm:t>
        <a:bodyPr/>
        <a:lstStyle/>
        <a:p>
          <a:endParaRPr lang="en-US" sz="2000"/>
        </a:p>
      </dgm:t>
    </dgm:pt>
    <dgm:pt modelId="{2AE6B216-28AE-4274-81D3-877EDB8DADBE}" type="sibTrans" cxnId="{C805DBCA-5087-4C77-9F7A-36117DF0D469}">
      <dgm:prSet/>
      <dgm:spPr/>
      <dgm:t>
        <a:bodyPr/>
        <a:lstStyle/>
        <a:p>
          <a:endParaRPr lang="en-US" sz="2000"/>
        </a:p>
      </dgm:t>
    </dgm:pt>
    <dgm:pt modelId="{2CEA4445-A262-48B2-93F2-77AAED399289}">
      <dgm:prSet custT="1"/>
      <dgm:spPr/>
      <dgm:t>
        <a:bodyPr/>
        <a:lstStyle/>
        <a:p>
          <a:r>
            <a:rPr lang="en-US" sz="2400" dirty="0"/>
            <a:t>Lack of social context cues hypothesis (80s’): why people are so nasty online?</a:t>
          </a:r>
        </a:p>
      </dgm:t>
    </dgm:pt>
    <dgm:pt modelId="{629C1294-BCED-4C7A-AD97-351ABC5A7C5D}" type="parTrans" cxnId="{3F9EB47E-ADBA-44F9-A0B2-E1CC11488281}">
      <dgm:prSet/>
      <dgm:spPr/>
      <dgm:t>
        <a:bodyPr/>
        <a:lstStyle/>
        <a:p>
          <a:endParaRPr lang="en-US" sz="2000"/>
        </a:p>
      </dgm:t>
    </dgm:pt>
    <dgm:pt modelId="{2892A2D8-9D62-4459-B746-4B4B984A3DE4}" type="sibTrans" cxnId="{3F9EB47E-ADBA-44F9-A0B2-E1CC11488281}">
      <dgm:prSet/>
      <dgm:spPr/>
      <dgm:t>
        <a:bodyPr/>
        <a:lstStyle/>
        <a:p>
          <a:endParaRPr lang="en-US" sz="2000"/>
        </a:p>
      </dgm:t>
    </dgm:pt>
    <dgm:pt modelId="{7E1CD23D-00B8-418A-8DE0-DC94925700F7}" type="pres">
      <dgm:prSet presAssocID="{1C5E1637-7986-45F8-A280-08D0873BBF38}" presName="linear" presStyleCnt="0">
        <dgm:presLayoutVars>
          <dgm:dir/>
          <dgm:animLvl val="lvl"/>
          <dgm:resizeHandles val="exact"/>
        </dgm:presLayoutVars>
      </dgm:prSet>
      <dgm:spPr/>
    </dgm:pt>
    <dgm:pt modelId="{47A68B30-77B8-4B56-80B3-D032AE8E0D54}" type="pres">
      <dgm:prSet presAssocID="{0F0C1849-F756-4DA6-831B-2AA43D9703B6}" presName="parentLin" presStyleCnt="0"/>
      <dgm:spPr/>
    </dgm:pt>
    <dgm:pt modelId="{B2D96FD4-A093-4252-98AA-3D729711D556}" type="pres">
      <dgm:prSet presAssocID="{0F0C1849-F756-4DA6-831B-2AA43D9703B6}" presName="parentLeftMargin" presStyleLbl="node1" presStyleIdx="0" presStyleCnt="2"/>
      <dgm:spPr/>
    </dgm:pt>
    <dgm:pt modelId="{2CCADB49-1953-4CC7-ABAB-4AB24DCD35C5}" type="pres">
      <dgm:prSet presAssocID="{0F0C1849-F756-4DA6-831B-2AA43D9703B6}" presName="parentText" presStyleLbl="node1" presStyleIdx="0" presStyleCnt="2" custScaleY="47655" custLinFactNeighborX="-24680" custLinFactNeighborY="16361">
        <dgm:presLayoutVars>
          <dgm:chMax val="0"/>
          <dgm:bulletEnabled val="1"/>
        </dgm:presLayoutVars>
      </dgm:prSet>
      <dgm:spPr/>
    </dgm:pt>
    <dgm:pt modelId="{438AF613-D44D-4D67-8860-6A8814F36579}" type="pres">
      <dgm:prSet presAssocID="{0F0C1849-F756-4DA6-831B-2AA43D9703B6}" presName="negativeSpace" presStyleCnt="0"/>
      <dgm:spPr/>
    </dgm:pt>
    <dgm:pt modelId="{BA7197A2-9F03-4462-B29A-FDCE529BBE5F}" type="pres">
      <dgm:prSet presAssocID="{0F0C1849-F756-4DA6-831B-2AA43D9703B6}" presName="childText" presStyleLbl="conFgAcc1" presStyleIdx="0" presStyleCnt="2">
        <dgm:presLayoutVars>
          <dgm:bulletEnabled val="1"/>
        </dgm:presLayoutVars>
      </dgm:prSet>
      <dgm:spPr/>
    </dgm:pt>
    <dgm:pt modelId="{5EC65D2C-C1C9-4EA6-A13B-CC6C3330B2F8}" type="pres">
      <dgm:prSet presAssocID="{2A608AEB-B29E-46BB-9383-925F9A7376F0}" presName="spaceBetweenRectangles" presStyleCnt="0"/>
      <dgm:spPr/>
    </dgm:pt>
    <dgm:pt modelId="{288CECD7-BB40-4053-808B-08A9B814C90C}" type="pres">
      <dgm:prSet presAssocID="{CF76C01A-8AD0-4B35-96C4-3D24922611D7}" presName="parentLin" presStyleCnt="0"/>
      <dgm:spPr/>
    </dgm:pt>
    <dgm:pt modelId="{8C8B14F6-7C9A-4EA6-86ED-B33DED999CC6}" type="pres">
      <dgm:prSet presAssocID="{CF76C01A-8AD0-4B35-96C4-3D24922611D7}" presName="parentLeftMargin" presStyleLbl="node1" presStyleIdx="0" presStyleCnt="2"/>
      <dgm:spPr/>
    </dgm:pt>
    <dgm:pt modelId="{DD386C5F-5959-497A-990F-0E1EECBBC405}" type="pres">
      <dgm:prSet presAssocID="{CF76C01A-8AD0-4B35-96C4-3D24922611D7}" presName="parentText" presStyleLbl="node1" presStyleIdx="1" presStyleCnt="2" custScaleY="23827">
        <dgm:presLayoutVars>
          <dgm:chMax val="0"/>
          <dgm:bulletEnabled val="1"/>
        </dgm:presLayoutVars>
      </dgm:prSet>
      <dgm:spPr/>
    </dgm:pt>
    <dgm:pt modelId="{49436B22-3149-4E1B-819C-E7E7880A764A}" type="pres">
      <dgm:prSet presAssocID="{CF76C01A-8AD0-4B35-96C4-3D24922611D7}" presName="negativeSpace" presStyleCnt="0"/>
      <dgm:spPr/>
    </dgm:pt>
    <dgm:pt modelId="{9E9963E2-02AA-438F-96F1-E83E18F9C7CA}" type="pres">
      <dgm:prSet presAssocID="{CF76C01A-8AD0-4B35-96C4-3D24922611D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729240A-87B3-47C6-A44B-06BE248A036D}" type="presOf" srcId="{6BF46C36-35AD-4180-A3C4-5AC24F44F5B9}" destId="{9E9963E2-02AA-438F-96F1-E83E18F9C7CA}" srcOrd="0" destOrd="0" presId="urn:microsoft.com/office/officeart/2005/8/layout/list1"/>
    <dgm:cxn modelId="{C9469A1E-9517-4D2F-A0F8-F81050BD2C4C}" srcId="{1C5E1637-7986-45F8-A280-08D0873BBF38}" destId="{0F0C1849-F756-4DA6-831B-2AA43D9703B6}" srcOrd="0" destOrd="0" parTransId="{BE1087CC-D183-4A9D-ABB6-C69F90105E8F}" sibTransId="{2A608AEB-B29E-46BB-9383-925F9A7376F0}"/>
    <dgm:cxn modelId="{B0D6BA22-6BE6-4316-BAF9-24A5343A2A91}" type="presOf" srcId="{CF76C01A-8AD0-4B35-96C4-3D24922611D7}" destId="{DD386C5F-5959-497A-990F-0E1EECBBC405}" srcOrd="1" destOrd="0" presId="urn:microsoft.com/office/officeart/2005/8/layout/list1"/>
    <dgm:cxn modelId="{3F9EB47E-ADBA-44F9-A0B2-E1CC11488281}" srcId="{CF76C01A-8AD0-4B35-96C4-3D24922611D7}" destId="{2CEA4445-A262-48B2-93F2-77AAED399289}" srcOrd="1" destOrd="0" parTransId="{629C1294-BCED-4C7A-AD97-351ABC5A7C5D}" sibTransId="{2892A2D8-9D62-4459-B746-4B4B984A3DE4}"/>
    <dgm:cxn modelId="{A88DD09B-217D-49D7-89AF-6B2714C024E8}" type="presOf" srcId="{0F0C1849-F756-4DA6-831B-2AA43D9703B6}" destId="{2CCADB49-1953-4CC7-ABAB-4AB24DCD35C5}" srcOrd="1" destOrd="0" presId="urn:microsoft.com/office/officeart/2005/8/layout/list1"/>
    <dgm:cxn modelId="{4748C2B4-42E8-47D8-95DD-591B74C8C6DF}" type="presOf" srcId="{0F0C1849-F756-4DA6-831B-2AA43D9703B6}" destId="{B2D96FD4-A093-4252-98AA-3D729711D556}" srcOrd="0" destOrd="0" presId="urn:microsoft.com/office/officeart/2005/8/layout/list1"/>
    <dgm:cxn modelId="{7E2921C3-A024-4410-A925-714076C6A462}" type="presOf" srcId="{CF76C01A-8AD0-4B35-96C4-3D24922611D7}" destId="{8C8B14F6-7C9A-4EA6-86ED-B33DED999CC6}" srcOrd="0" destOrd="0" presId="urn:microsoft.com/office/officeart/2005/8/layout/list1"/>
    <dgm:cxn modelId="{94D35AC4-4E4C-4B02-88AB-E08BDBC1F5B1}" srcId="{1C5E1637-7986-45F8-A280-08D0873BBF38}" destId="{CF76C01A-8AD0-4B35-96C4-3D24922611D7}" srcOrd="1" destOrd="0" parTransId="{140E7E67-D31D-4191-A053-D22E3F8BFA98}" sibTransId="{04C88B54-590F-4454-A801-8B95C5AEB44D}"/>
    <dgm:cxn modelId="{D2A58DC6-34B7-4289-8CDB-1B2759A3AA45}" type="presOf" srcId="{2CEA4445-A262-48B2-93F2-77AAED399289}" destId="{9E9963E2-02AA-438F-96F1-E83E18F9C7CA}" srcOrd="0" destOrd="1" presId="urn:microsoft.com/office/officeart/2005/8/layout/list1"/>
    <dgm:cxn modelId="{35E003C9-49C1-4068-9B21-B770E514FC3F}" type="presOf" srcId="{1C5E1637-7986-45F8-A280-08D0873BBF38}" destId="{7E1CD23D-00B8-418A-8DE0-DC94925700F7}" srcOrd="0" destOrd="0" presId="urn:microsoft.com/office/officeart/2005/8/layout/list1"/>
    <dgm:cxn modelId="{C805DBCA-5087-4C77-9F7A-36117DF0D469}" srcId="{CF76C01A-8AD0-4B35-96C4-3D24922611D7}" destId="{6BF46C36-35AD-4180-A3C4-5AC24F44F5B9}" srcOrd="0" destOrd="0" parTransId="{29CFE2AE-F016-43DC-A6AF-F045F3AB80BF}" sibTransId="{2AE6B216-28AE-4274-81D3-877EDB8DADBE}"/>
    <dgm:cxn modelId="{D2134962-2333-4B2F-969C-316AFFC5A6FC}" type="presParOf" srcId="{7E1CD23D-00B8-418A-8DE0-DC94925700F7}" destId="{47A68B30-77B8-4B56-80B3-D032AE8E0D54}" srcOrd="0" destOrd="0" presId="urn:microsoft.com/office/officeart/2005/8/layout/list1"/>
    <dgm:cxn modelId="{A533AFFD-A984-44EB-AC57-B6C52E02034E}" type="presParOf" srcId="{47A68B30-77B8-4B56-80B3-D032AE8E0D54}" destId="{B2D96FD4-A093-4252-98AA-3D729711D556}" srcOrd="0" destOrd="0" presId="urn:microsoft.com/office/officeart/2005/8/layout/list1"/>
    <dgm:cxn modelId="{988A86D3-9B6F-4C57-A228-9B43EF137693}" type="presParOf" srcId="{47A68B30-77B8-4B56-80B3-D032AE8E0D54}" destId="{2CCADB49-1953-4CC7-ABAB-4AB24DCD35C5}" srcOrd="1" destOrd="0" presId="urn:microsoft.com/office/officeart/2005/8/layout/list1"/>
    <dgm:cxn modelId="{775E4FE1-054A-4770-8FF5-3C45DA873B1F}" type="presParOf" srcId="{7E1CD23D-00B8-418A-8DE0-DC94925700F7}" destId="{438AF613-D44D-4D67-8860-6A8814F36579}" srcOrd="1" destOrd="0" presId="urn:microsoft.com/office/officeart/2005/8/layout/list1"/>
    <dgm:cxn modelId="{57123EF8-C311-49A2-AFF3-11F761F12CAC}" type="presParOf" srcId="{7E1CD23D-00B8-418A-8DE0-DC94925700F7}" destId="{BA7197A2-9F03-4462-B29A-FDCE529BBE5F}" srcOrd="2" destOrd="0" presId="urn:microsoft.com/office/officeart/2005/8/layout/list1"/>
    <dgm:cxn modelId="{3F105820-BD6D-4FC8-82C1-CF4009B18E53}" type="presParOf" srcId="{7E1CD23D-00B8-418A-8DE0-DC94925700F7}" destId="{5EC65D2C-C1C9-4EA6-A13B-CC6C3330B2F8}" srcOrd="3" destOrd="0" presId="urn:microsoft.com/office/officeart/2005/8/layout/list1"/>
    <dgm:cxn modelId="{F384081F-368F-4EEC-B031-E8666080D700}" type="presParOf" srcId="{7E1CD23D-00B8-418A-8DE0-DC94925700F7}" destId="{288CECD7-BB40-4053-808B-08A9B814C90C}" srcOrd="4" destOrd="0" presId="urn:microsoft.com/office/officeart/2005/8/layout/list1"/>
    <dgm:cxn modelId="{0F0BFEF7-87FC-4DCA-89DD-E58EC38BB37B}" type="presParOf" srcId="{288CECD7-BB40-4053-808B-08A9B814C90C}" destId="{8C8B14F6-7C9A-4EA6-86ED-B33DED999CC6}" srcOrd="0" destOrd="0" presId="urn:microsoft.com/office/officeart/2005/8/layout/list1"/>
    <dgm:cxn modelId="{CC8D2260-2C5C-48AD-98C4-8F0A5DAB2D99}" type="presParOf" srcId="{288CECD7-BB40-4053-808B-08A9B814C90C}" destId="{DD386C5F-5959-497A-990F-0E1EECBBC405}" srcOrd="1" destOrd="0" presId="urn:microsoft.com/office/officeart/2005/8/layout/list1"/>
    <dgm:cxn modelId="{A2903473-8122-4FDD-ACAB-89DFB2A06B9C}" type="presParOf" srcId="{7E1CD23D-00B8-418A-8DE0-DC94925700F7}" destId="{49436B22-3149-4E1B-819C-E7E7880A764A}" srcOrd="5" destOrd="0" presId="urn:microsoft.com/office/officeart/2005/8/layout/list1"/>
    <dgm:cxn modelId="{3AAEA5ED-663D-4FCA-8DE6-11D632FFA6F0}" type="presParOf" srcId="{7E1CD23D-00B8-418A-8DE0-DC94925700F7}" destId="{9E9963E2-02AA-438F-96F1-E83E18F9C7C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5E1637-7986-45F8-A280-08D0873BBF3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0C1849-F756-4DA6-831B-2AA43D9703B6}">
      <dgm:prSet/>
      <dgm:spPr/>
      <dgm:t>
        <a:bodyPr/>
        <a:lstStyle/>
        <a:p>
          <a:r>
            <a:rPr lang="en-US"/>
            <a:t>SIDE (Lea &amp; Spears, 1992) </a:t>
          </a:r>
        </a:p>
      </dgm:t>
    </dgm:pt>
    <dgm:pt modelId="{BE1087CC-D183-4A9D-ABB6-C69F90105E8F}" type="parTrans" cxnId="{C9469A1E-9517-4D2F-A0F8-F81050BD2C4C}">
      <dgm:prSet/>
      <dgm:spPr/>
      <dgm:t>
        <a:bodyPr/>
        <a:lstStyle/>
        <a:p>
          <a:endParaRPr lang="en-US"/>
        </a:p>
      </dgm:t>
    </dgm:pt>
    <dgm:pt modelId="{2A608AEB-B29E-46BB-9383-925F9A7376F0}" type="sibTrans" cxnId="{C9469A1E-9517-4D2F-A0F8-F81050BD2C4C}">
      <dgm:prSet/>
      <dgm:spPr/>
      <dgm:t>
        <a:bodyPr/>
        <a:lstStyle/>
        <a:p>
          <a:endParaRPr lang="en-US"/>
        </a:p>
      </dgm:t>
    </dgm:pt>
    <dgm:pt modelId="{CF76C01A-8AD0-4B35-96C4-3D24922611D7}">
      <dgm:prSet/>
      <dgm:spPr/>
      <dgm:t>
        <a:bodyPr/>
        <a:lstStyle/>
        <a:p>
          <a:r>
            <a:rPr lang="en-US" dirty="0"/>
            <a:t>That is, although partners who communicate romantically online may believe that they love each other interpersonally, this would be an illusion</a:t>
          </a:r>
        </a:p>
      </dgm:t>
    </dgm:pt>
    <dgm:pt modelId="{140E7E67-D31D-4191-A053-D22E3F8BFA98}" type="parTrans" cxnId="{94D35AC4-4E4C-4B02-88AB-E08BDBC1F5B1}">
      <dgm:prSet/>
      <dgm:spPr/>
      <dgm:t>
        <a:bodyPr/>
        <a:lstStyle/>
        <a:p>
          <a:endParaRPr lang="en-US"/>
        </a:p>
      </dgm:t>
    </dgm:pt>
    <dgm:pt modelId="{04C88B54-590F-4454-A801-8B95C5AEB44D}" type="sibTrans" cxnId="{94D35AC4-4E4C-4B02-88AB-E08BDBC1F5B1}">
      <dgm:prSet/>
      <dgm:spPr/>
      <dgm:t>
        <a:bodyPr/>
        <a:lstStyle/>
        <a:p>
          <a:endParaRPr lang="en-US"/>
        </a:p>
      </dgm:t>
    </dgm:pt>
    <dgm:pt modelId="{13D564EB-7331-4C56-A64F-BB2E2A2F215C}">
      <dgm:prSet/>
      <dgm:spPr/>
      <dgm:t>
        <a:bodyPr/>
        <a:lstStyle/>
        <a:p>
          <a:pPr marL="346075" indent="-346075">
            <a:buFont typeface="+mj-lt"/>
            <a:buAutoNum type="arabicPeriod"/>
          </a:pPr>
          <a:r>
            <a:rPr lang="en-US" dirty="0"/>
            <a:t>V</a:t>
          </a:r>
          <a:r>
            <a:rPr lang="en-HK" dirty="0" err="1"/>
            <a:t>isual</a:t>
          </a:r>
          <a:r>
            <a:rPr lang="en-HK" dirty="0"/>
            <a:t> anonymity in CMC </a:t>
          </a:r>
          <a:r>
            <a:rPr lang="en-HK" dirty="0">
              <a:sym typeface="Wingdings" panose="05000000000000000000" pitchFamily="2" charset="2"/>
            </a:rPr>
            <a:t> deindividuation + </a:t>
          </a:r>
          <a:r>
            <a:rPr lang="en-HK" dirty="0"/>
            <a:t>social-based interactions</a:t>
          </a:r>
          <a:endParaRPr lang="en-US" dirty="0"/>
        </a:p>
      </dgm:t>
    </dgm:pt>
    <dgm:pt modelId="{5E261491-DED5-497A-A879-3C1583863742}" type="parTrans" cxnId="{4B12AAD7-907B-4EB1-B89C-C2170BEAF18A}">
      <dgm:prSet/>
      <dgm:spPr/>
      <dgm:t>
        <a:bodyPr/>
        <a:lstStyle/>
        <a:p>
          <a:endParaRPr lang="en-US"/>
        </a:p>
      </dgm:t>
    </dgm:pt>
    <dgm:pt modelId="{0E98517B-65CD-43A1-8F0F-F49B61961803}" type="sibTrans" cxnId="{4B12AAD7-907B-4EB1-B89C-C2170BEAF18A}">
      <dgm:prSet/>
      <dgm:spPr/>
      <dgm:t>
        <a:bodyPr/>
        <a:lstStyle/>
        <a:p>
          <a:endParaRPr lang="en-US"/>
        </a:p>
      </dgm:t>
    </dgm:pt>
    <dgm:pt modelId="{7A9188EE-C14F-45D1-9599-9BC55FDE4E1F}">
      <dgm:prSet/>
      <dgm:spPr/>
      <dgm:t>
        <a:bodyPr/>
        <a:lstStyle/>
        <a:p>
          <a:pPr marL="346075" indent="-346075">
            <a:buFont typeface="+mj-lt"/>
            <a:buAutoNum type="arabicPeriod"/>
          </a:pPr>
          <a:r>
            <a:rPr lang="en-HK" dirty="0"/>
            <a:t>Social identification </a:t>
          </a:r>
          <a:r>
            <a:rPr lang="en-HK" dirty="0">
              <a:sym typeface="Wingdings" panose="05000000000000000000" pitchFamily="2" charset="2"/>
            </a:rPr>
            <a:t> in-group dynamics or out-group dynamics</a:t>
          </a:r>
          <a:endParaRPr lang="en-US" dirty="0"/>
        </a:p>
      </dgm:t>
    </dgm:pt>
    <dgm:pt modelId="{C7540A92-68BE-4582-9F91-D2E96945F435}" type="parTrans" cxnId="{42B34F72-5DD1-4019-8D84-48E3B0485798}">
      <dgm:prSet/>
      <dgm:spPr/>
      <dgm:t>
        <a:bodyPr/>
        <a:lstStyle/>
        <a:p>
          <a:endParaRPr lang="en-US"/>
        </a:p>
      </dgm:t>
    </dgm:pt>
    <dgm:pt modelId="{9A270BDF-18C8-43C7-850E-AB7438268685}" type="sibTrans" cxnId="{42B34F72-5DD1-4019-8D84-48E3B0485798}">
      <dgm:prSet/>
      <dgm:spPr/>
      <dgm:t>
        <a:bodyPr/>
        <a:lstStyle/>
        <a:p>
          <a:endParaRPr lang="en-US"/>
        </a:p>
      </dgm:t>
    </dgm:pt>
    <dgm:pt modelId="{94417A38-DC2E-49E6-B9D0-458E567CC949}" type="pres">
      <dgm:prSet presAssocID="{1C5E1637-7986-45F8-A280-08D0873BBF38}" presName="linear" presStyleCnt="0">
        <dgm:presLayoutVars>
          <dgm:animLvl val="lvl"/>
          <dgm:resizeHandles val="exact"/>
        </dgm:presLayoutVars>
      </dgm:prSet>
      <dgm:spPr/>
    </dgm:pt>
    <dgm:pt modelId="{0CB47B9B-8B40-4D43-9438-AFE1FA867931}" type="pres">
      <dgm:prSet presAssocID="{0F0C1849-F756-4DA6-831B-2AA43D9703B6}" presName="parentText" presStyleLbl="node1" presStyleIdx="0" presStyleCnt="2" custScaleY="21777" custLinFactNeighborX="0" custLinFactNeighborY="-15011">
        <dgm:presLayoutVars>
          <dgm:chMax val="0"/>
          <dgm:bulletEnabled val="1"/>
        </dgm:presLayoutVars>
      </dgm:prSet>
      <dgm:spPr/>
    </dgm:pt>
    <dgm:pt modelId="{1FFA26E3-97B9-43B7-AC93-CE4D136CCB4F}" type="pres">
      <dgm:prSet presAssocID="{0F0C1849-F756-4DA6-831B-2AA43D9703B6}" presName="childText" presStyleLbl="revTx" presStyleIdx="0" presStyleCnt="1">
        <dgm:presLayoutVars>
          <dgm:bulletEnabled val="1"/>
        </dgm:presLayoutVars>
      </dgm:prSet>
      <dgm:spPr/>
    </dgm:pt>
    <dgm:pt modelId="{87A6157A-7AD4-4D93-8122-D67C4D03F9E2}" type="pres">
      <dgm:prSet presAssocID="{CF76C01A-8AD0-4B35-96C4-3D24922611D7}" presName="parentText" presStyleLbl="node1" presStyleIdx="1" presStyleCnt="2" custScaleY="58378" custLinFactNeighborY="-32353">
        <dgm:presLayoutVars>
          <dgm:chMax val="0"/>
          <dgm:bulletEnabled val="1"/>
        </dgm:presLayoutVars>
      </dgm:prSet>
      <dgm:spPr/>
    </dgm:pt>
  </dgm:ptLst>
  <dgm:cxnLst>
    <dgm:cxn modelId="{C9469A1E-9517-4D2F-A0F8-F81050BD2C4C}" srcId="{1C5E1637-7986-45F8-A280-08D0873BBF38}" destId="{0F0C1849-F756-4DA6-831B-2AA43D9703B6}" srcOrd="0" destOrd="0" parTransId="{BE1087CC-D183-4A9D-ABB6-C69F90105E8F}" sibTransId="{2A608AEB-B29E-46BB-9383-925F9A7376F0}"/>
    <dgm:cxn modelId="{C624733D-8C99-495A-A247-FBF53CD7C2AB}" type="presOf" srcId="{0F0C1849-F756-4DA6-831B-2AA43D9703B6}" destId="{0CB47B9B-8B40-4D43-9438-AFE1FA867931}" srcOrd="0" destOrd="0" presId="urn:microsoft.com/office/officeart/2005/8/layout/vList2"/>
    <dgm:cxn modelId="{42B34F72-5DD1-4019-8D84-48E3B0485798}" srcId="{0F0C1849-F756-4DA6-831B-2AA43D9703B6}" destId="{7A9188EE-C14F-45D1-9599-9BC55FDE4E1F}" srcOrd="1" destOrd="0" parTransId="{C7540A92-68BE-4582-9F91-D2E96945F435}" sibTransId="{9A270BDF-18C8-43C7-850E-AB7438268685}"/>
    <dgm:cxn modelId="{A31C4A89-3F9F-438A-A276-C8CE9FBA8F67}" type="presOf" srcId="{13D564EB-7331-4C56-A64F-BB2E2A2F215C}" destId="{1FFA26E3-97B9-43B7-AC93-CE4D136CCB4F}" srcOrd="0" destOrd="0" presId="urn:microsoft.com/office/officeart/2005/8/layout/vList2"/>
    <dgm:cxn modelId="{B6FD709F-74F1-44B8-825C-B8FD355C24DC}" type="presOf" srcId="{CF76C01A-8AD0-4B35-96C4-3D24922611D7}" destId="{87A6157A-7AD4-4D93-8122-D67C4D03F9E2}" srcOrd="0" destOrd="0" presId="urn:microsoft.com/office/officeart/2005/8/layout/vList2"/>
    <dgm:cxn modelId="{6E9444A3-B5BA-4C2B-9FD7-6C469A8A4A68}" type="presOf" srcId="{1C5E1637-7986-45F8-A280-08D0873BBF38}" destId="{94417A38-DC2E-49E6-B9D0-458E567CC949}" srcOrd="0" destOrd="0" presId="urn:microsoft.com/office/officeart/2005/8/layout/vList2"/>
    <dgm:cxn modelId="{A06EB0AE-3900-4668-A679-933428E86A19}" type="presOf" srcId="{7A9188EE-C14F-45D1-9599-9BC55FDE4E1F}" destId="{1FFA26E3-97B9-43B7-AC93-CE4D136CCB4F}" srcOrd="0" destOrd="1" presId="urn:microsoft.com/office/officeart/2005/8/layout/vList2"/>
    <dgm:cxn modelId="{94D35AC4-4E4C-4B02-88AB-E08BDBC1F5B1}" srcId="{1C5E1637-7986-45F8-A280-08D0873BBF38}" destId="{CF76C01A-8AD0-4B35-96C4-3D24922611D7}" srcOrd="1" destOrd="0" parTransId="{140E7E67-D31D-4191-A053-D22E3F8BFA98}" sibTransId="{04C88B54-590F-4454-A801-8B95C5AEB44D}"/>
    <dgm:cxn modelId="{4B12AAD7-907B-4EB1-B89C-C2170BEAF18A}" srcId="{0F0C1849-F756-4DA6-831B-2AA43D9703B6}" destId="{13D564EB-7331-4C56-A64F-BB2E2A2F215C}" srcOrd="0" destOrd="0" parTransId="{5E261491-DED5-497A-A879-3C1583863742}" sibTransId="{0E98517B-65CD-43A1-8F0F-F49B61961803}"/>
    <dgm:cxn modelId="{751BA35F-580A-4333-A423-867EC71401A8}" type="presParOf" srcId="{94417A38-DC2E-49E6-B9D0-458E567CC949}" destId="{0CB47B9B-8B40-4D43-9438-AFE1FA867931}" srcOrd="0" destOrd="0" presId="urn:microsoft.com/office/officeart/2005/8/layout/vList2"/>
    <dgm:cxn modelId="{5DEEABAF-D0E6-4569-AA7C-F9925CBB30A8}" type="presParOf" srcId="{94417A38-DC2E-49E6-B9D0-458E567CC949}" destId="{1FFA26E3-97B9-43B7-AC93-CE4D136CCB4F}" srcOrd="1" destOrd="0" presId="urn:microsoft.com/office/officeart/2005/8/layout/vList2"/>
    <dgm:cxn modelId="{E2577A55-6A7C-483C-B18A-F64C1DAA2501}" type="presParOf" srcId="{94417A38-DC2E-49E6-B9D0-458E567CC949}" destId="{87A6157A-7AD4-4D93-8122-D67C4D03F9E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96A5D5-59E5-42D8-85E7-61252AF4A9A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72B007-A07E-47BD-9857-062C76FEBAC0}">
      <dgm:prSet custT="1"/>
      <dgm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US" sz="24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Assessing others’ market worth</a:t>
          </a:r>
        </a:p>
      </dgm:t>
    </dgm:pt>
    <dgm:pt modelId="{299E136B-A490-41A0-ADB1-7CCA3B6EE8E5}" type="parTrans" cxnId="{87C113E0-D608-4544-AE22-AF471B9FD26C}">
      <dgm:prSet/>
      <dgm:spPr/>
      <dgm:t>
        <a:bodyPr/>
        <a:lstStyle/>
        <a:p>
          <a:endParaRPr lang="en-US" sz="2000">
            <a:solidFill>
              <a:schemeClr val="bg1"/>
            </a:solidFill>
            <a:latin typeface="+mj-lt"/>
          </a:endParaRPr>
        </a:p>
      </dgm:t>
    </dgm:pt>
    <dgm:pt modelId="{EF96A882-5ADB-4918-BE96-8118AB8AB439}" type="sibTrans" cxnId="{87C113E0-D608-4544-AE22-AF471B9FD26C}">
      <dgm:prSet/>
      <dgm:spPr/>
      <dgm:t>
        <a:bodyPr/>
        <a:lstStyle/>
        <a:p>
          <a:pPr>
            <a:lnSpc>
              <a:spcPct val="100000"/>
            </a:lnSpc>
          </a:pPr>
          <a:endParaRPr lang="en-US" sz="2000">
            <a:solidFill>
              <a:schemeClr val="bg1"/>
            </a:solidFill>
            <a:latin typeface="+mj-lt"/>
          </a:endParaRPr>
        </a:p>
      </dgm:t>
    </dgm:pt>
    <dgm:pt modelId="{493ED072-716D-4653-B10F-23517EFBB0AB}">
      <dgm:prSet custT="1"/>
      <dgm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HK" sz="24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Assessing one’s own market worth</a:t>
          </a:r>
          <a:endParaRPr lang="en-US" sz="2400" dirty="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gm:t>
    </dgm:pt>
    <dgm:pt modelId="{551E9D1F-4052-4937-BDAF-09FECA6A7D10}" type="parTrans" cxnId="{AECA09EE-5E85-45C4-9589-0B9DD6FA51A4}">
      <dgm:prSet/>
      <dgm:spPr/>
      <dgm:t>
        <a:bodyPr/>
        <a:lstStyle/>
        <a:p>
          <a:endParaRPr lang="en-US" sz="2000">
            <a:solidFill>
              <a:schemeClr val="bg1"/>
            </a:solidFill>
            <a:latin typeface="+mj-lt"/>
          </a:endParaRPr>
        </a:p>
      </dgm:t>
    </dgm:pt>
    <dgm:pt modelId="{772172E0-A88C-4BC2-982A-7F61EC944CE8}" type="sibTrans" cxnId="{AECA09EE-5E85-45C4-9589-0B9DD6FA51A4}">
      <dgm:prSet/>
      <dgm:spPr/>
      <dgm:t>
        <a:bodyPr/>
        <a:lstStyle/>
        <a:p>
          <a:pPr>
            <a:lnSpc>
              <a:spcPct val="100000"/>
            </a:lnSpc>
          </a:pPr>
          <a:endParaRPr lang="en-US" sz="2000">
            <a:solidFill>
              <a:schemeClr val="bg1"/>
            </a:solidFill>
            <a:latin typeface="+mj-lt"/>
          </a:endParaRPr>
        </a:p>
      </dgm:t>
    </dgm:pt>
    <dgm:pt modelId="{16A1439B-1F6E-45E1-8E8B-7E9A7395D226}">
      <dgm:prSet custT="1"/>
      <dgm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HK" sz="24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Shopping for the perfect parts</a:t>
          </a:r>
          <a:endParaRPr lang="en-US" sz="240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gm:t>
    </dgm:pt>
    <dgm:pt modelId="{120B0ABC-30B3-4EEA-8B51-08E346E5632C}" type="parTrans" cxnId="{11D778DD-11A7-4E32-BB32-2DA97A4A6232}">
      <dgm:prSet/>
      <dgm:spPr/>
      <dgm:t>
        <a:bodyPr/>
        <a:lstStyle/>
        <a:p>
          <a:endParaRPr lang="en-US" sz="2000">
            <a:solidFill>
              <a:schemeClr val="bg1"/>
            </a:solidFill>
            <a:latin typeface="+mj-lt"/>
          </a:endParaRPr>
        </a:p>
      </dgm:t>
    </dgm:pt>
    <dgm:pt modelId="{B921D3D5-B4FE-44A0-83CD-829C60BAFC3A}" type="sibTrans" cxnId="{11D778DD-11A7-4E32-BB32-2DA97A4A6232}">
      <dgm:prSet/>
      <dgm:spPr/>
      <dgm:t>
        <a:bodyPr/>
        <a:lstStyle/>
        <a:p>
          <a:pPr>
            <a:lnSpc>
              <a:spcPct val="100000"/>
            </a:lnSpc>
          </a:pPr>
          <a:endParaRPr lang="en-US" sz="2000">
            <a:solidFill>
              <a:schemeClr val="bg1"/>
            </a:solidFill>
            <a:latin typeface="+mj-lt"/>
          </a:endParaRPr>
        </a:p>
      </dgm:t>
    </dgm:pt>
    <dgm:pt modelId="{A6AE216C-FC09-41D3-B3FA-304FD9BBBCD0}">
      <dgm:prSet custT="1"/>
      <dgm:spPr>
        <a:xfrm>
          <a:off x="2794748" y="2545532"/>
          <a:ext cx="2114937" cy="89724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HK" sz="24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Adjusting the level of selectivity</a:t>
          </a:r>
          <a:endParaRPr lang="en-US" sz="240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gm:t>
    </dgm:pt>
    <dgm:pt modelId="{E05A8205-76A9-41F8-9BE0-5992558D4A4B}" type="parTrans" cxnId="{8B2A51BA-9E3D-44A5-B32F-D9D7F7216BC0}">
      <dgm:prSet/>
      <dgm:spPr/>
      <dgm:t>
        <a:bodyPr/>
        <a:lstStyle/>
        <a:p>
          <a:endParaRPr lang="en-US" sz="2000">
            <a:solidFill>
              <a:schemeClr val="bg1"/>
            </a:solidFill>
            <a:latin typeface="+mj-lt"/>
          </a:endParaRPr>
        </a:p>
      </dgm:t>
    </dgm:pt>
    <dgm:pt modelId="{A8344285-21C9-4770-B473-D9A496CDEAA4}" type="sibTrans" cxnId="{8B2A51BA-9E3D-44A5-B32F-D9D7F7216BC0}">
      <dgm:prSet/>
      <dgm:spPr/>
      <dgm:t>
        <a:bodyPr/>
        <a:lstStyle/>
        <a:p>
          <a:pPr>
            <a:lnSpc>
              <a:spcPct val="100000"/>
            </a:lnSpc>
          </a:pPr>
          <a:endParaRPr lang="en-US" sz="2000">
            <a:solidFill>
              <a:schemeClr val="bg1"/>
            </a:solidFill>
            <a:latin typeface="+mj-lt"/>
          </a:endParaRPr>
        </a:p>
      </dgm:t>
    </dgm:pt>
    <dgm:pt modelId="{0CCFC8C1-A785-42F4-A4C3-6D544853EA45}">
      <dgm:prSet custT="1"/>
      <dgm:spPr>
        <a:xfrm>
          <a:off x="6555960" y="2545532"/>
          <a:ext cx="2114937" cy="89724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en-HK" sz="24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Resisting</a:t>
          </a:r>
          <a:endParaRPr lang="en-US" sz="240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gm:t>
    </dgm:pt>
    <dgm:pt modelId="{3CF34F64-986F-413A-899E-9B17E290CFDD}" type="parTrans" cxnId="{7237F886-F1CB-4099-A38F-5D51D0EF724B}">
      <dgm:prSet/>
      <dgm:spPr/>
      <dgm:t>
        <a:bodyPr/>
        <a:lstStyle/>
        <a:p>
          <a:endParaRPr lang="en-US" sz="2000">
            <a:solidFill>
              <a:schemeClr val="bg1"/>
            </a:solidFill>
            <a:latin typeface="+mj-lt"/>
          </a:endParaRPr>
        </a:p>
      </dgm:t>
    </dgm:pt>
    <dgm:pt modelId="{7BAF60A9-65D1-4C59-B42F-4067DBB1C698}" type="sibTrans" cxnId="{7237F886-F1CB-4099-A38F-5D51D0EF724B}">
      <dgm:prSet/>
      <dgm:spPr/>
      <dgm:t>
        <a:bodyPr/>
        <a:lstStyle/>
        <a:p>
          <a:endParaRPr lang="en-US" sz="2000">
            <a:solidFill>
              <a:schemeClr val="bg1"/>
            </a:solidFill>
            <a:latin typeface="+mj-lt"/>
          </a:endParaRPr>
        </a:p>
      </dgm:t>
    </dgm:pt>
    <dgm:pt modelId="{1EC1FDF1-1BB0-4564-AA28-AF0A67BD5D29}" type="pres">
      <dgm:prSet presAssocID="{B196A5D5-59E5-42D8-85E7-61252AF4A9A3}" presName="root" presStyleCnt="0">
        <dgm:presLayoutVars>
          <dgm:dir/>
          <dgm:resizeHandles val="exact"/>
        </dgm:presLayoutVars>
      </dgm:prSet>
      <dgm:spPr/>
    </dgm:pt>
    <dgm:pt modelId="{719B8DD4-F720-4523-A947-567A9A12712A}" type="pres">
      <dgm:prSet presAssocID="{B196A5D5-59E5-42D8-85E7-61252AF4A9A3}" presName="container" presStyleCnt="0">
        <dgm:presLayoutVars>
          <dgm:dir/>
          <dgm:resizeHandles val="exact"/>
        </dgm:presLayoutVars>
      </dgm:prSet>
      <dgm:spPr/>
    </dgm:pt>
    <dgm:pt modelId="{DE20D88A-528F-49BB-9FD9-2FEA797BC8CB}" type="pres">
      <dgm:prSet presAssocID="{D272B007-A07E-47BD-9857-062C76FEBAC0}" presName="compNode" presStyleCnt="0"/>
      <dgm:spPr/>
    </dgm:pt>
    <dgm:pt modelId="{2966A809-B53A-4A8B-9984-67676BA93649}" type="pres">
      <dgm:prSet presAssocID="{D272B007-A07E-47BD-9857-062C76FEBAC0}" presName="iconBgRect" presStyleLbl="bgShp" presStyleIdx="0" presStyleCnt="5"/>
      <dgm:spPr>
        <a:xfrm>
          <a:off x="82613" y="908559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D6BC81B9-E040-4158-BE19-0930889256AA}" type="pres">
      <dgm:prSet presAssocID="{D272B007-A07E-47BD-9857-062C76FEBAC0}" presName="iconRect" presStyleLbl="node1" presStyleIdx="0" presStyleCnt="5"/>
      <dgm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CD36363-4F5F-4DE3-8523-99771E1FB52F}" type="pres">
      <dgm:prSet presAssocID="{D272B007-A07E-47BD-9857-062C76FEBAC0}" presName="spaceRect" presStyleCnt="0"/>
      <dgm:spPr/>
    </dgm:pt>
    <dgm:pt modelId="{B39A1BD0-A5E9-4E61-A2A8-D04968997673}" type="pres">
      <dgm:prSet presAssocID="{D272B007-A07E-47BD-9857-062C76FEBAC0}" presName="textRect" presStyleLbl="revTx" presStyleIdx="0" presStyleCnt="5">
        <dgm:presLayoutVars>
          <dgm:chMax val="1"/>
          <dgm:chPref val="1"/>
        </dgm:presLayoutVars>
      </dgm:prSet>
      <dgm:spPr/>
    </dgm:pt>
    <dgm:pt modelId="{F3116571-23F7-42C1-9946-0A040063A718}" type="pres">
      <dgm:prSet presAssocID="{EF96A882-5ADB-4918-BE96-8118AB8AB439}" presName="sibTrans" presStyleLbl="sibTrans2D1" presStyleIdx="0" presStyleCnt="0"/>
      <dgm:spPr/>
    </dgm:pt>
    <dgm:pt modelId="{4E7F1466-61D8-4130-9453-5D77FE604A38}" type="pres">
      <dgm:prSet presAssocID="{493ED072-716D-4653-B10F-23517EFBB0AB}" presName="compNode" presStyleCnt="0"/>
      <dgm:spPr/>
    </dgm:pt>
    <dgm:pt modelId="{1C168979-980E-4567-B68C-4B511820D540}" type="pres">
      <dgm:prSet presAssocID="{493ED072-716D-4653-B10F-23517EFBB0AB}" presName="iconBgRect" presStyleLbl="bgShp" presStyleIdx="1" presStyleCnt="5"/>
      <dgm:spPr>
        <a:xfrm>
          <a:off x="3655575" y="908559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B7CD09A8-3ECC-4333-826C-5C0A10B61232}" type="pres">
      <dgm:prSet presAssocID="{493ED072-716D-4653-B10F-23517EFBB0AB}" presName="iconRect" presStyleLbl="node1" presStyleIdx="1" presStyleCnt="5"/>
      <dgm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9144BA4-D2D5-4E57-AED4-79865DC72021}" type="pres">
      <dgm:prSet presAssocID="{493ED072-716D-4653-B10F-23517EFBB0AB}" presName="spaceRect" presStyleCnt="0"/>
      <dgm:spPr/>
    </dgm:pt>
    <dgm:pt modelId="{4C3E2EF4-7594-4AE2-934A-CDE0E948DFDB}" type="pres">
      <dgm:prSet presAssocID="{493ED072-716D-4653-B10F-23517EFBB0AB}" presName="textRect" presStyleLbl="revTx" presStyleIdx="1" presStyleCnt="5">
        <dgm:presLayoutVars>
          <dgm:chMax val="1"/>
          <dgm:chPref val="1"/>
        </dgm:presLayoutVars>
      </dgm:prSet>
      <dgm:spPr/>
    </dgm:pt>
    <dgm:pt modelId="{93015CFF-DB6C-4346-9DE5-71D10BC0B632}" type="pres">
      <dgm:prSet presAssocID="{772172E0-A88C-4BC2-982A-7F61EC944CE8}" presName="sibTrans" presStyleLbl="sibTrans2D1" presStyleIdx="0" presStyleCnt="0"/>
      <dgm:spPr/>
    </dgm:pt>
    <dgm:pt modelId="{E72ABAC6-49E7-4280-A60E-0B0B862785B7}" type="pres">
      <dgm:prSet presAssocID="{16A1439B-1F6E-45E1-8E8B-7E9A7395D226}" presName="compNode" presStyleCnt="0"/>
      <dgm:spPr/>
    </dgm:pt>
    <dgm:pt modelId="{CC290695-DD0E-4AE1-9883-94B8AFAC9146}" type="pres">
      <dgm:prSet presAssocID="{16A1439B-1F6E-45E1-8E8B-7E9A7395D226}" presName="iconBgRect" presStyleLbl="bgShp" presStyleIdx="2" presStyleCnt="5"/>
      <dgm:spPr>
        <a:xfrm>
          <a:off x="7228536" y="908559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024B6107-C2AB-41C8-9683-9CA93EBC79BE}" type="pres">
      <dgm:prSet presAssocID="{16A1439B-1F6E-45E1-8E8B-7E9A7395D226}" presName="iconRect" presStyleLbl="node1" presStyleIdx="2" presStyleCnt="5"/>
      <dgm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3A32214-75F9-491E-99A5-F378193513DA}" type="pres">
      <dgm:prSet presAssocID="{16A1439B-1F6E-45E1-8E8B-7E9A7395D226}" presName="spaceRect" presStyleCnt="0"/>
      <dgm:spPr/>
    </dgm:pt>
    <dgm:pt modelId="{B3E2383C-5E3F-4B86-AC78-A73233D22C44}" type="pres">
      <dgm:prSet presAssocID="{16A1439B-1F6E-45E1-8E8B-7E9A7395D226}" presName="textRect" presStyleLbl="revTx" presStyleIdx="2" presStyleCnt="5">
        <dgm:presLayoutVars>
          <dgm:chMax val="1"/>
          <dgm:chPref val="1"/>
        </dgm:presLayoutVars>
      </dgm:prSet>
      <dgm:spPr/>
    </dgm:pt>
    <dgm:pt modelId="{7E0E2796-AF28-4D8E-9AF8-29136B739715}" type="pres">
      <dgm:prSet presAssocID="{B921D3D5-B4FE-44A0-83CD-829C60BAFC3A}" presName="sibTrans" presStyleLbl="sibTrans2D1" presStyleIdx="0" presStyleCnt="0"/>
      <dgm:spPr/>
    </dgm:pt>
    <dgm:pt modelId="{5C87474C-77A5-4DB6-A19B-77C860AB5F90}" type="pres">
      <dgm:prSet presAssocID="{A6AE216C-FC09-41D3-B3FA-304FD9BBBCD0}" presName="compNode" presStyleCnt="0"/>
      <dgm:spPr/>
    </dgm:pt>
    <dgm:pt modelId="{A769ABEE-CDD5-4147-96A6-4E471594EFA5}" type="pres">
      <dgm:prSet presAssocID="{A6AE216C-FC09-41D3-B3FA-304FD9BBBCD0}" presName="iconBgRect" presStyleLbl="bgShp" presStyleIdx="3" presStyleCnt="5" custLinFactX="80844" custLinFactNeighborX="100000"/>
      <dgm:spPr>
        <a:xfrm>
          <a:off x="1705228" y="2545532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0CBD917B-1F82-4F82-B75C-64D2D709DE3B}" type="pres">
      <dgm:prSet presAssocID="{A6AE216C-FC09-41D3-B3FA-304FD9BBBCD0}" presName="iconRect" presStyleLbl="node1" presStyleIdx="3" presStyleCnt="5" custLinFactX="111799" custLinFactNeighborX="200000"/>
      <dgm:spPr>
        <a:xfrm>
          <a:off x="1893645" y="2733954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F9E2114-A2D5-4677-A3FA-0459BB1F2E52}" type="pres">
      <dgm:prSet presAssocID="{A6AE216C-FC09-41D3-B3FA-304FD9BBBCD0}" presName="spaceRect" presStyleCnt="0"/>
      <dgm:spPr/>
    </dgm:pt>
    <dgm:pt modelId="{0FE71358-51C0-4517-8D4E-E3B184D62F31}" type="pres">
      <dgm:prSet presAssocID="{A6AE216C-FC09-41D3-B3FA-304FD9BBBCD0}" presName="textRect" presStyleLbl="revTx" presStyleIdx="3" presStyleCnt="5" custLinFactNeighborX="76722">
        <dgm:presLayoutVars>
          <dgm:chMax val="1"/>
          <dgm:chPref val="1"/>
        </dgm:presLayoutVars>
      </dgm:prSet>
      <dgm:spPr/>
    </dgm:pt>
    <dgm:pt modelId="{7F7791BB-4272-4379-81B7-952C58FA83F0}" type="pres">
      <dgm:prSet presAssocID="{A8344285-21C9-4770-B473-D9A496CDEAA4}" presName="sibTrans" presStyleLbl="sibTrans2D1" presStyleIdx="0" presStyleCnt="0"/>
      <dgm:spPr/>
    </dgm:pt>
    <dgm:pt modelId="{DE399683-CFA9-4EB5-8A68-3595EDB94BCE}" type="pres">
      <dgm:prSet presAssocID="{0CCFC8C1-A785-42F4-A4C3-6D544853EA45}" presName="compNode" presStyleCnt="0"/>
      <dgm:spPr/>
    </dgm:pt>
    <dgm:pt modelId="{9C8CFB2F-4205-4926-8B80-27E13934D39A}" type="pres">
      <dgm:prSet presAssocID="{0CCFC8C1-A785-42F4-A4C3-6D544853EA45}" presName="iconBgRect" presStyleLbl="bgShp" presStyleIdx="4" presStyleCnt="5" custLinFactX="100000" custLinFactNeighborX="101826"/>
      <dgm:spPr>
        <a:xfrm>
          <a:off x="5466450" y="2545532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78345D57-0EDE-4A65-9F65-4994DEC1915D}" type="pres">
      <dgm:prSet presAssocID="{0CCFC8C1-A785-42F4-A4C3-6D544853EA45}" presName="iconRect" presStyleLbl="node1" presStyleIdx="4" presStyleCnt="5" custLinFactX="147974" custLinFactNeighborX="200000"/>
      <dgm:spPr>
        <a:xfrm>
          <a:off x="5654862" y="2733954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F417E97-BA4D-43F9-9971-2D14DD291665}" type="pres">
      <dgm:prSet presAssocID="{0CCFC8C1-A785-42F4-A4C3-6D544853EA45}" presName="spaceRect" presStyleCnt="0"/>
      <dgm:spPr/>
    </dgm:pt>
    <dgm:pt modelId="{521A5459-14A3-4668-8054-F209F4F9BFA9}" type="pres">
      <dgm:prSet presAssocID="{0CCFC8C1-A785-42F4-A4C3-6D544853EA45}" presName="textRect" presStyleLbl="revTx" presStyleIdx="4" presStyleCnt="5" custLinFactNeighborX="85623">
        <dgm:presLayoutVars>
          <dgm:chMax val="1"/>
          <dgm:chPref val="1"/>
        </dgm:presLayoutVars>
      </dgm:prSet>
      <dgm:spPr/>
    </dgm:pt>
  </dgm:ptLst>
  <dgm:cxnLst>
    <dgm:cxn modelId="{7017CB22-6F63-4C01-AFB2-80CEC314EFF3}" type="presOf" srcId="{772172E0-A88C-4BC2-982A-7F61EC944CE8}" destId="{93015CFF-DB6C-4346-9DE5-71D10BC0B632}" srcOrd="0" destOrd="0" presId="urn:microsoft.com/office/officeart/2018/2/layout/IconCircleList"/>
    <dgm:cxn modelId="{08C4292E-87E4-44DD-AB22-2DA5F163E0F2}" type="presOf" srcId="{A8344285-21C9-4770-B473-D9A496CDEAA4}" destId="{7F7791BB-4272-4379-81B7-952C58FA83F0}" srcOrd="0" destOrd="0" presId="urn:microsoft.com/office/officeart/2018/2/layout/IconCircleList"/>
    <dgm:cxn modelId="{0C514038-F52F-4BAB-A163-4C743EC4C011}" type="presOf" srcId="{B921D3D5-B4FE-44A0-83CD-829C60BAFC3A}" destId="{7E0E2796-AF28-4D8E-9AF8-29136B739715}" srcOrd="0" destOrd="0" presId="urn:microsoft.com/office/officeart/2018/2/layout/IconCircleList"/>
    <dgm:cxn modelId="{E910093F-2625-44FD-811A-4FCABE5DDF11}" type="presOf" srcId="{A6AE216C-FC09-41D3-B3FA-304FD9BBBCD0}" destId="{0FE71358-51C0-4517-8D4E-E3B184D62F31}" srcOrd="0" destOrd="0" presId="urn:microsoft.com/office/officeart/2018/2/layout/IconCircleList"/>
    <dgm:cxn modelId="{44214764-FE68-45A6-A2A4-686CAC11DC91}" type="presOf" srcId="{EF96A882-5ADB-4918-BE96-8118AB8AB439}" destId="{F3116571-23F7-42C1-9946-0A040063A718}" srcOrd="0" destOrd="0" presId="urn:microsoft.com/office/officeart/2018/2/layout/IconCircleList"/>
    <dgm:cxn modelId="{C19F5E77-F2B8-40BE-9392-36F99B1B4ED9}" type="presOf" srcId="{16A1439B-1F6E-45E1-8E8B-7E9A7395D226}" destId="{B3E2383C-5E3F-4B86-AC78-A73233D22C44}" srcOrd="0" destOrd="0" presId="urn:microsoft.com/office/officeart/2018/2/layout/IconCircleList"/>
    <dgm:cxn modelId="{7237F886-F1CB-4099-A38F-5D51D0EF724B}" srcId="{B196A5D5-59E5-42D8-85E7-61252AF4A9A3}" destId="{0CCFC8C1-A785-42F4-A4C3-6D544853EA45}" srcOrd="4" destOrd="0" parTransId="{3CF34F64-986F-413A-899E-9B17E290CFDD}" sibTransId="{7BAF60A9-65D1-4C59-B42F-4067DBB1C698}"/>
    <dgm:cxn modelId="{B69C19A8-463B-475F-93BA-579FCAF7ED55}" type="presOf" srcId="{0CCFC8C1-A785-42F4-A4C3-6D544853EA45}" destId="{521A5459-14A3-4668-8054-F209F4F9BFA9}" srcOrd="0" destOrd="0" presId="urn:microsoft.com/office/officeart/2018/2/layout/IconCircleList"/>
    <dgm:cxn modelId="{8B2A51BA-9E3D-44A5-B32F-D9D7F7216BC0}" srcId="{B196A5D5-59E5-42D8-85E7-61252AF4A9A3}" destId="{A6AE216C-FC09-41D3-B3FA-304FD9BBBCD0}" srcOrd="3" destOrd="0" parTransId="{E05A8205-76A9-41F8-9BE0-5992558D4A4B}" sibTransId="{A8344285-21C9-4770-B473-D9A496CDEAA4}"/>
    <dgm:cxn modelId="{98D9EABB-C3A9-4783-BEA7-FBBD9D9C5E9C}" type="presOf" srcId="{D272B007-A07E-47BD-9857-062C76FEBAC0}" destId="{B39A1BD0-A5E9-4E61-A2A8-D04968997673}" srcOrd="0" destOrd="0" presId="urn:microsoft.com/office/officeart/2018/2/layout/IconCircleList"/>
    <dgm:cxn modelId="{B2AD5BDB-D63B-45A5-8181-CFE89A01D6DB}" type="presOf" srcId="{493ED072-716D-4653-B10F-23517EFBB0AB}" destId="{4C3E2EF4-7594-4AE2-934A-CDE0E948DFDB}" srcOrd="0" destOrd="0" presId="urn:microsoft.com/office/officeart/2018/2/layout/IconCircleList"/>
    <dgm:cxn modelId="{11D778DD-11A7-4E32-BB32-2DA97A4A6232}" srcId="{B196A5D5-59E5-42D8-85E7-61252AF4A9A3}" destId="{16A1439B-1F6E-45E1-8E8B-7E9A7395D226}" srcOrd="2" destOrd="0" parTransId="{120B0ABC-30B3-4EEA-8B51-08E346E5632C}" sibTransId="{B921D3D5-B4FE-44A0-83CD-829C60BAFC3A}"/>
    <dgm:cxn modelId="{87C113E0-D608-4544-AE22-AF471B9FD26C}" srcId="{B196A5D5-59E5-42D8-85E7-61252AF4A9A3}" destId="{D272B007-A07E-47BD-9857-062C76FEBAC0}" srcOrd="0" destOrd="0" parTransId="{299E136B-A490-41A0-ADB1-7CCA3B6EE8E5}" sibTransId="{EF96A882-5ADB-4918-BE96-8118AB8AB439}"/>
    <dgm:cxn modelId="{ABAC14E9-0732-40AD-A9BE-1A186B39DF1C}" type="presOf" srcId="{B196A5D5-59E5-42D8-85E7-61252AF4A9A3}" destId="{1EC1FDF1-1BB0-4564-AA28-AF0A67BD5D29}" srcOrd="0" destOrd="0" presId="urn:microsoft.com/office/officeart/2018/2/layout/IconCircleList"/>
    <dgm:cxn modelId="{AECA09EE-5E85-45C4-9589-0B9DD6FA51A4}" srcId="{B196A5D5-59E5-42D8-85E7-61252AF4A9A3}" destId="{493ED072-716D-4653-B10F-23517EFBB0AB}" srcOrd="1" destOrd="0" parTransId="{551E9D1F-4052-4937-BDAF-09FECA6A7D10}" sibTransId="{772172E0-A88C-4BC2-982A-7F61EC944CE8}"/>
    <dgm:cxn modelId="{772DBA76-F63E-4105-A3CC-98A31EB43ABD}" type="presParOf" srcId="{1EC1FDF1-1BB0-4564-AA28-AF0A67BD5D29}" destId="{719B8DD4-F720-4523-A947-567A9A12712A}" srcOrd="0" destOrd="0" presId="urn:microsoft.com/office/officeart/2018/2/layout/IconCircleList"/>
    <dgm:cxn modelId="{89026DF4-EA87-4C1C-822B-A84B5270206E}" type="presParOf" srcId="{719B8DD4-F720-4523-A947-567A9A12712A}" destId="{DE20D88A-528F-49BB-9FD9-2FEA797BC8CB}" srcOrd="0" destOrd="0" presId="urn:microsoft.com/office/officeart/2018/2/layout/IconCircleList"/>
    <dgm:cxn modelId="{43DD398D-59A0-492A-A044-7FA3AFC4055D}" type="presParOf" srcId="{DE20D88A-528F-49BB-9FD9-2FEA797BC8CB}" destId="{2966A809-B53A-4A8B-9984-67676BA93649}" srcOrd="0" destOrd="0" presId="urn:microsoft.com/office/officeart/2018/2/layout/IconCircleList"/>
    <dgm:cxn modelId="{5B6ED033-F8B1-4C71-BB94-4A532823A083}" type="presParOf" srcId="{DE20D88A-528F-49BB-9FD9-2FEA797BC8CB}" destId="{D6BC81B9-E040-4158-BE19-0930889256AA}" srcOrd="1" destOrd="0" presId="urn:microsoft.com/office/officeart/2018/2/layout/IconCircleList"/>
    <dgm:cxn modelId="{17A4661A-7FF0-4327-8624-0F2B5F62B66A}" type="presParOf" srcId="{DE20D88A-528F-49BB-9FD9-2FEA797BC8CB}" destId="{FCD36363-4F5F-4DE3-8523-99771E1FB52F}" srcOrd="2" destOrd="0" presId="urn:microsoft.com/office/officeart/2018/2/layout/IconCircleList"/>
    <dgm:cxn modelId="{AD2942BB-AE8A-4C47-AAE7-1D9119D8B4B8}" type="presParOf" srcId="{DE20D88A-528F-49BB-9FD9-2FEA797BC8CB}" destId="{B39A1BD0-A5E9-4E61-A2A8-D04968997673}" srcOrd="3" destOrd="0" presId="urn:microsoft.com/office/officeart/2018/2/layout/IconCircleList"/>
    <dgm:cxn modelId="{F0D17485-AD6D-4D5D-9F96-47E1201DC31A}" type="presParOf" srcId="{719B8DD4-F720-4523-A947-567A9A12712A}" destId="{F3116571-23F7-42C1-9946-0A040063A718}" srcOrd="1" destOrd="0" presId="urn:microsoft.com/office/officeart/2018/2/layout/IconCircleList"/>
    <dgm:cxn modelId="{6EF5966C-613E-4658-89CE-FBC2EB09AD49}" type="presParOf" srcId="{719B8DD4-F720-4523-A947-567A9A12712A}" destId="{4E7F1466-61D8-4130-9453-5D77FE604A38}" srcOrd="2" destOrd="0" presId="urn:microsoft.com/office/officeart/2018/2/layout/IconCircleList"/>
    <dgm:cxn modelId="{E6F49A62-15D2-4634-88FB-4A62AB852907}" type="presParOf" srcId="{4E7F1466-61D8-4130-9453-5D77FE604A38}" destId="{1C168979-980E-4567-B68C-4B511820D540}" srcOrd="0" destOrd="0" presId="urn:microsoft.com/office/officeart/2018/2/layout/IconCircleList"/>
    <dgm:cxn modelId="{CED9D55A-6DD9-4970-8395-69EA6909D8D5}" type="presParOf" srcId="{4E7F1466-61D8-4130-9453-5D77FE604A38}" destId="{B7CD09A8-3ECC-4333-826C-5C0A10B61232}" srcOrd="1" destOrd="0" presId="urn:microsoft.com/office/officeart/2018/2/layout/IconCircleList"/>
    <dgm:cxn modelId="{F6DD577B-0FA5-462B-B5CA-4BA61A05A113}" type="presParOf" srcId="{4E7F1466-61D8-4130-9453-5D77FE604A38}" destId="{59144BA4-D2D5-4E57-AED4-79865DC72021}" srcOrd="2" destOrd="0" presId="urn:microsoft.com/office/officeart/2018/2/layout/IconCircleList"/>
    <dgm:cxn modelId="{CE6EBB20-E04F-4824-A769-D0624528B556}" type="presParOf" srcId="{4E7F1466-61D8-4130-9453-5D77FE604A38}" destId="{4C3E2EF4-7594-4AE2-934A-CDE0E948DFDB}" srcOrd="3" destOrd="0" presId="urn:microsoft.com/office/officeart/2018/2/layout/IconCircleList"/>
    <dgm:cxn modelId="{FD26AC06-87A9-475A-B420-D7F6DE98D1C9}" type="presParOf" srcId="{719B8DD4-F720-4523-A947-567A9A12712A}" destId="{93015CFF-DB6C-4346-9DE5-71D10BC0B632}" srcOrd="3" destOrd="0" presId="urn:microsoft.com/office/officeart/2018/2/layout/IconCircleList"/>
    <dgm:cxn modelId="{0E856873-6693-45A9-A0E7-184ECEA5EFCF}" type="presParOf" srcId="{719B8DD4-F720-4523-A947-567A9A12712A}" destId="{E72ABAC6-49E7-4280-A60E-0B0B862785B7}" srcOrd="4" destOrd="0" presId="urn:microsoft.com/office/officeart/2018/2/layout/IconCircleList"/>
    <dgm:cxn modelId="{C3C8658C-CB11-4EEB-80F8-5631E33DCBC7}" type="presParOf" srcId="{E72ABAC6-49E7-4280-A60E-0B0B862785B7}" destId="{CC290695-DD0E-4AE1-9883-94B8AFAC9146}" srcOrd="0" destOrd="0" presId="urn:microsoft.com/office/officeart/2018/2/layout/IconCircleList"/>
    <dgm:cxn modelId="{B33BFCCE-6A90-47FB-83BE-B9C9BDC04F2E}" type="presParOf" srcId="{E72ABAC6-49E7-4280-A60E-0B0B862785B7}" destId="{024B6107-C2AB-41C8-9683-9CA93EBC79BE}" srcOrd="1" destOrd="0" presId="urn:microsoft.com/office/officeart/2018/2/layout/IconCircleList"/>
    <dgm:cxn modelId="{2D63A772-C136-41D8-B0A3-3203288BE225}" type="presParOf" srcId="{E72ABAC6-49E7-4280-A60E-0B0B862785B7}" destId="{93A32214-75F9-491E-99A5-F378193513DA}" srcOrd="2" destOrd="0" presId="urn:microsoft.com/office/officeart/2018/2/layout/IconCircleList"/>
    <dgm:cxn modelId="{9E989A16-1D7D-4898-8CD2-EE754AA85BD2}" type="presParOf" srcId="{E72ABAC6-49E7-4280-A60E-0B0B862785B7}" destId="{B3E2383C-5E3F-4B86-AC78-A73233D22C44}" srcOrd="3" destOrd="0" presId="urn:microsoft.com/office/officeart/2018/2/layout/IconCircleList"/>
    <dgm:cxn modelId="{53B1E9B1-A3F3-4021-8CFD-60682665C637}" type="presParOf" srcId="{719B8DD4-F720-4523-A947-567A9A12712A}" destId="{7E0E2796-AF28-4D8E-9AF8-29136B739715}" srcOrd="5" destOrd="0" presId="urn:microsoft.com/office/officeart/2018/2/layout/IconCircleList"/>
    <dgm:cxn modelId="{996D4B34-18FD-4F74-BE3A-E7B7F6A65736}" type="presParOf" srcId="{719B8DD4-F720-4523-A947-567A9A12712A}" destId="{5C87474C-77A5-4DB6-A19B-77C860AB5F90}" srcOrd="6" destOrd="0" presId="urn:microsoft.com/office/officeart/2018/2/layout/IconCircleList"/>
    <dgm:cxn modelId="{3988AB67-4817-42E7-8653-14DF7C35C434}" type="presParOf" srcId="{5C87474C-77A5-4DB6-A19B-77C860AB5F90}" destId="{A769ABEE-CDD5-4147-96A6-4E471594EFA5}" srcOrd="0" destOrd="0" presId="urn:microsoft.com/office/officeart/2018/2/layout/IconCircleList"/>
    <dgm:cxn modelId="{7DEF71DE-7C73-4B2F-A5D4-C74945517ABB}" type="presParOf" srcId="{5C87474C-77A5-4DB6-A19B-77C860AB5F90}" destId="{0CBD917B-1F82-4F82-B75C-64D2D709DE3B}" srcOrd="1" destOrd="0" presId="urn:microsoft.com/office/officeart/2018/2/layout/IconCircleList"/>
    <dgm:cxn modelId="{C82F8488-17EE-4E0C-BB3E-7181F015B227}" type="presParOf" srcId="{5C87474C-77A5-4DB6-A19B-77C860AB5F90}" destId="{3F9E2114-A2D5-4677-A3FA-0459BB1F2E52}" srcOrd="2" destOrd="0" presId="urn:microsoft.com/office/officeart/2018/2/layout/IconCircleList"/>
    <dgm:cxn modelId="{885AAE98-4803-46EE-9B57-6A638B5167FC}" type="presParOf" srcId="{5C87474C-77A5-4DB6-A19B-77C860AB5F90}" destId="{0FE71358-51C0-4517-8D4E-E3B184D62F31}" srcOrd="3" destOrd="0" presId="urn:microsoft.com/office/officeart/2018/2/layout/IconCircleList"/>
    <dgm:cxn modelId="{00A33F3E-56AC-400B-9D1B-26EB15489D93}" type="presParOf" srcId="{719B8DD4-F720-4523-A947-567A9A12712A}" destId="{7F7791BB-4272-4379-81B7-952C58FA83F0}" srcOrd="7" destOrd="0" presId="urn:microsoft.com/office/officeart/2018/2/layout/IconCircleList"/>
    <dgm:cxn modelId="{8C858633-A798-4238-9211-840723531F85}" type="presParOf" srcId="{719B8DD4-F720-4523-A947-567A9A12712A}" destId="{DE399683-CFA9-4EB5-8A68-3595EDB94BCE}" srcOrd="8" destOrd="0" presId="urn:microsoft.com/office/officeart/2018/2/layout/IconCircleList"/>
    <dgm:cxn modelId="{43D0A37B-7EB3-4D01-ABC5-B1E5FBC98E9F}" type="presParOf" srcId="{DE399683-CFA9-4EB5-8A68-3595EDB94BCE}" destId="{9C8CFB2F-4205-4926-8B80-27E13934D39A}" srcOrd="0" destOrd="0" presId="urn:microsoft.com/office/officeart/2018/2/layout/IconCircleList"/>
    <dgm:cxn modelId="{1C3112D5-DCE6-4CFE-B526-4C44EC9EE14A}" type="presParOf" srcId="{DE399683-CFA9-4EB5-8A68-3595EDB94BCE}" destId="{78345D57-0EDE-4A65-9F65-4994DEC1915D}" srcOrd="1" destOrd="0" presId="urn:microsoft.com/office/officeart/2018/2/layout/IconCircleList"/>
    <dgm:cxn modelId="{A2D63AEB-890B-41FD-98A8-B1A13BD7AEE1}" type="presParOf" srcId="{DE399683-CFA9-4EB5-8A68-3595EDB94BCE}" destId="{8F417E97-BA4D-43F9-9971-2D14DD291665}" srcOrd="2" destOrd="0" presId="urn:microsoft.com/office/officeart/2018/2/layout/IconCircleList"/>
    <dgm:cxn modelId="{142B56CD-5F9A-4575-81C3-2467FE60A1FA}" type="presParOf" srcId="{DE399683-CFA9-4EB5-8A68-3595EDB94BCE}" destId="{521A5459-14A3-4668-8054-F209F4F9BFA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197A2-9F03-4462-B29A-FDCE529BBE5F}">
      <dsp:nvSpPr>
        <dsp:cNvPr id="0" name=""/>
        <dsp:cNvSpPr/>
      </dsp:nvSpPr>
      <dsp:spPr>
        <a:xfrm>
          <a:off x="0" y="637009"/>
          <a:ext cx="6571413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CADB49-1953-4CC7-ABAB-4AB24DCD35C5}">
      <dsp:nvSpPr>
        <dsp:cNvPr id="0" name=""/>
        <dsp:cNvSpPr/>
      </dsp:nvSpPr>
      <dsp:spPr>
        <a:xfrm>
          <a:off x="247479" y="995939"/>
          <a:ext cx="4599989" cy="9144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69" tIns="0" rIns="1738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Cues are signals: verbal and non-verbal</a:t>
          </a:r>
        </a:p>
      </dsp:txBody>
      <dsp:txXfrm>
        <a:off x="292117" y="1040577"/>
        <a:ext cx="4510713" cy="825128"/>
      </dsp:txXfrm>
    </dsp:sp>
    <dsp:sp modelId="{9E9963E2-02AA-438F-96F1-E83E18F9C7CA}">
      <dsp:nvSpPr>
        <dsp:cNvPr id="0" name=""/>
        <dsp:cNvSpPr/>
      </dsp:nvSpPr>
      <dsp:spPr>
        <a:xfrm>
          <a:off x="0" y="2123801"/>
          <a:ext cx="6571413" cy="2968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482771"/>
              <a:satOff val="-3929"/>
              <a:lumOff val="-23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015" tIns="1353820" rIns="51001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Fewer cues (70s’)</a:t>
          </a:r>
          <a:r>
            <a:rPr lang="en-US" sz="2400" kern="1200" dirty="0">
              <a:sym typeface="Wingdings" panose="05000000000000000000" pitchFamily="2" charset="2"/>
            </a:rPr>
            <a:t></a:t>
          </a:r>
          <a:r>
            <a:rPr lang="en-US" sz="2400" kern="1200" dirty="0"/>
            <a:t> less warmth and less involved (idea rejected)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Lack of social context cues hypothesis (80s’): why people are so nasty online?</a:t>
          </a:r>
        </a:p>
      </dsp:txBody>
      <dsp:txXfrm>
        <a:off x="0" y="2123801"/>
        <a:ext cx="6571413" cy="2968875"/>
      </dsp:txXfrm>
    </dsp:sp>
    <dsp:sp modelId="{DD386C5F-5959-497A-990F-0E1EECBBC405}">
      <dsp:nvSpPr>
        <dsp:cNvPr id="0" name=""/>
        <dsp:cNvSpPr/>
      </dsp:nvSpPr>
      <dsp:spPr>
        <a:xfrm>
          <a:off x="328570" y="2626009"/>
          <a:ext cx="4599989" cy="457192"/>
        </a:xfrm>
        <a:prstGeom prst="roundRect">
          <a:avLst/>
        </a:prstGeom>
        <a:solidFill>
          <a:schemeClr val="accent2">
            <a:hueOff val="-2482771"/>
            <a:satOff val="-3929"/>
            <a:lumOff val="-23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869" tIns="0" rIns="1738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Earlier ideas:</a:t>
          </a:r>
        </a:p>
      </dsp:txBody>
      <dsp:txXfrm>
        <a:off x="350888" y="2648327"/>
        <a:ext cx="4555353" cy="412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47B9B-8B40-4D43-9438-AFE1FA867931}">
      <dsp:nvSpPr>
        <dsp:cNvPr id="0" name=""/>
        <dsp:cNvSpPr/>
      </dsp:nvSpPr>
      <dsp:spPr>
        <a:xfrm>
          <a:off x="0" y="0"/>
          <a:ext cx="6571413" cy="81864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SIDE (Lea &amp; Spears, 1992) </a:t>
          </a:r>
        </a:p>
      </dsp:txBody>
      <dsp:txXfrm>
        <a:off x="39963" y="39963"/>
        <a:ext cx="6491487" cy="738717"/>
      </dsp:txXfrm>
    </dsp:sp>
    <dsp:sp modelId="{1FFA26E3-97B9-43B7-AC93-CE4D136CCB4F}">
      <dsp:nvSpPr>
        <dsp:cNvPr id="0" name=""/>
        <dsp:cNvSpPr/>
      </dsp:nvSpPr>
      <dsp:spPr>
        <a:xfrm>
          <a:off x="0" y="853949"/>
          <a:ext cx="6571413" cy="2198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642" tIns="35560" rIns="199136" bIns="35560" numCol="1" spcCol="1270" anchor="t" anchorCtr="0">
          <a:noAutofit/>
        </a:bodyPr>
        <a:lstStyle/>
        <a:p>
          <a:pPr marL="346075" lvl="1" indent="-346075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200" kern="1200" dirty="0"/>
            <a:t>V</a:t>
          </a:r>
          <a:r>
            <a:rPr lang="en-HK" sz="2200" kern="1200" dirty="0" err="1"/>
            <a:t>isual</a:t>
          </a:r>
          <a:r>
            <a:rPr lang="en-HK" sz="2200" kern="1200" dirty="0"/>
            <a:t> anonymity in CMC </a:t>
          </a:r>
          <a:r>
            <a:rPr lang="en-HK" sz="2200" kern="1200" dirty="0">
              <a:sym typeface="Wingdings" panose="05000000000000000000" pitchFamily="2" charset="2"/>
            </a:rPr>
            <a:t> deindividuation + </a:t>
          </a:r>
          <a:r>
            <a:rPr lang="en-HK" sz="2200" kern="1200" dirty="0"/>
            <a:t>social-based interactions</a:t>
          </a:r>
          <a:endParaRPr lang="en-US" sz="2200" kern="1200" dirty="0"/>
        </a:p>
        <a:p>
          <a:pPr marL="346075" lvl="1" indent="-346075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HK" sz="2200" kern="1200" dirty="0"/>
            <a:t>Social identification </a:t>
          </a:r>
          <a:r>
            <a:rPr lang="en-HK" sz="2200" kern="1200" dirty="0">
              <a:sym typeface="Wingdings" panose="05000000000000000000" pitchFamily="2" charset="2"/>
            </a:rPr>
            <a:t> in-group dynamics or out-group dynamics</a:t>
          </a:r>
          <a:endParaRPr lang="en-US" sz="2200" kern="1200" dirty="0"/>
        </a:p>
      </dsp:txBody>
      <dsp:txXfrm>
        <a:off x="0" y="853949"/>
        <a:ext cx="6571413" cy="2198340"/>
      </dsp:txXfrm>
    </dsp:sp>
    <dsp:sp modelId="{87A6157A-7AD4-4D93-8122-D67C4D03F9E2}">
      <dsp:nvSpPr>
        <dsp:cNvPr id="0" name=""/>
        <dsp:cNvSpPr/>
      </dsp:nvSpPr>
      <dsp:spPr>
        <a:xfrm>
          <a:off x="0" y="2341060"/>
          <a:ext cx="6571413" cy="2194551"/>
        </a:xfrm>
        <a:prstGeom prst="roundRect">
          <a:avLst/>
        </a:prstGeom>
        <a:solidFill>
          <a:schemeClr val="accent2">
            <a:hueOff val="-2482771"/>
            <a:satOff val="-3929"/>
            <a:lumOff val="-23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That is, although partners who communicate romantically online may believe that they love each other interpersonally, this would be an illusion</a:t>
          </a:r>
        </a:p>
      </dsp:txBody>
      <dsp:txXfrm>
        <a:off x="107129" y="2448189"/>
        <a:ext cx="6357155" cy="19802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6A809-B53A-4A8B-9984-67676BA93649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C81B9-E040-4158-BE19-0930889256AA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A1BD0-A5E9-4E61-A2A8-D04968997673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Assessing others’ market worth</a:t>
          </a:r>
        </a:p>
      </dsp:txBody>
      <dsp:txXfrm>
        <a:off x="1172126" y="908559"/>
        <a:ext cx="2114937" cy="897246"/>
      </dsp:txXfrm>
    </dsp:sp>
    <dsp:sp modelId="{1C168979-980E-4567-B68C-4B511820D540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D09A8-3ECC-4333-826C-5C0A10B61232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E2EF4-7594-4AE2-934A-CDE0E948DFDB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400" kern="1200" dirty="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Assessing one’s own market worth</a:t>
          </a:r>
          <a:endParaRPr lang="en-US" sz="2400" kern="1200" dirty="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sp:txBody>
      <dsp:txXfrm>
        <a:off x="4745088" y="908559"/>
        <a:ext cx="2114937" cy="897246"/>
      </dsp:txXfrm>
    </dsp:sp>
    <dsp:sp modelId="{CC290695-DD0E-4AE1-9883-94B8AFAC9146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B6107-C2AB-41C8-9683-9CA93EBC79BE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2383C-5E3F-4B86-AC78-A73233D22C44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400" kern="12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Shopping for the perfect parts</a:t>
          </a:r>
          <a:endParaRPr lang="en-US" sz="2400" kern="120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sp:txBody>
      <dsp:txXfrm>
        <a:off x="8318049" y="908559"/>
        <a:ext cx="2114937" cy="897246"/>
      </dsp:txXfrm>
    </dsp:sp>
    <dsp:sp modelId="{A769ABEE-CDD5-4147-96A6-4E471594EFA5}">
      <dsp:nvSpPr>
        <dsp:cNvPr id="0" name=""/>
        <dsp:cNvSpPr/>
      </dsp:nvSpPr>
      <dsp:spPr>
        <a:xfrm>
          <a:off x="1705228" y="2545532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D917B-1F82-4F82-B75C-64D2D709DE3B}">
      <dsp:nvSpPr>
        <dsp:cNvPr id="0" name=""/>
        <dsp:cNvSpPr/>
      </dsp:nvSpPr>
      <dsp:spPr>
        <a:xfrm>
          <a:off x="1893645" y="2733954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71358-51C0-4517-8D4E-E3B184D62F31}">
      <dsp:nvSpPr>
        <dsp:cNvPr id="0" name=""/>
        <dsp:cNvSpPr/>
      </dsp:nvSpPr>
      <dsp:spPr>
        <a:xfrm>
          <a:off x="279474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400" kern="12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Adjusting the level of selectivity</a:t>
          </a:r>
          <a:endParaRPr lang="en-US" sz="2400" kern="120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sp:txBody>
      <dsp:txXfrm>
        <a:off x="2794748" y="2545532"/>
        <a:ext cx="2114937" cy="897246"/>
      </dsp:txXfrm>
    </dsp:sp>
    <dsp:sp modelId="{9C8CFB2F-4205-4926-8B80-27E13934D39A}">
      <dsp:nvSpPr>
        <dsp:cNvPr id="0" name=""/>
        <dsp:cNvSpPr/>
      </dsp:nvSpPr>
      <dsp:spPr>
        <a:xfrm>
          <a:off x="5466450" y="2545532"/>
          <a:ext cx="897246" cy="897246"/>
        </a:xfrm>
        <a:prstGeom prst="ellipse">
          <a:avLst/>
        </a:prstGeom>
        <a:solidFill>
          <a:srgbClr val="4472C4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45D57-0EDE-4A65-9F65-4994DEC1915D}">
      <dsp:nvSpPr>
        <dsp:cNvPr id="0" name=""/>
        <dsp:cNvSpPr/>
      </dsp:nvSpPr>
      <dsp:spPr>
        <a:xfrm>
          <a:off x="5654862" y="2733954"/>
          <a:ext cx="520402" cy="520402"/>
        </a:xfrm>
        <a:prstGeom prst="rect">
          <a:avLst/>
        </a:prstGeom>
        <a:blipFill>
          <a:blip xmlns:r="http://schemas.openxmlformats.org/officeDocument/2006/relationships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A5459-14A3-4668-8054-F209F4F9BFA9}">
      <dsp:nvSpPr>
        <dsp:cNvPr id="0" name=""/>
        <dsp:cNvSpPr/>
      </dsp:nvSpPr>
      <dsp:spPr>
        <a:xfrm>
          <a:off x="6555960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400" kern="1200">
              <a:solidFill>
                <a:sysClr val="window" lastClr="FFFFFF"/>
              </a:solidFill>
              <a:latin typeface="+mj-lt"/>
              <a:ea typeface="+mn-ea"/>
              <a:cs typeface="+mn-cs"/>
            </a:rPr>
            <a:t>Resisting</a:t>
          </a:r>
          <a:endParaRPr lang="en-US" sz="2400" kern="1200">
            <a:solidFill>
              <a:sysClr val="window" lastClr="FFFFFF"/>
            </a:solidFill>
            <a:latin typeface="+mj-lt"/>
            <a:ea typeface="+mn-ea"/>
            <a:cs typeface="+mn-cs"/>
          </a:endParaRPr>
        </a:p>
      </dsp:txBody>
      <dsp:txXfrm>
        <a:off x="6555960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24F09-3227-471D-84B7-29623C4D407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C266B-F689-49FC-AC7B-9CA5A7007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5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originally from </a:t>
            </a:r>
            <a:r>
              <a:rPr lang="en-US" i="1" dirty="0"/>
              <a:t>The New Yorker</a:t>
            </a:r>
          </a:p>
          <a:p>
            <a:r>
              <a:rPr lang="en-US" dirty="0"/>
              <a:t>https://www.acxiom.com/wp-content/uploads/2014/04/on-the-internet-nobody-knows-921x1024.jpg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266B-F689-49FC-AC7B-9CA5A70072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52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266B-F689-49FC-AC7B-9CA5A70072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6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266B-F689-49FC-AC7B-9CA5A70072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3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266B-F689-49FC-AC7B-9CA5A70072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04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Walther, J. B. (2011). Theories of computer-mediated communication and interpersonal relations. In M. L. Knapp &amp; J. A. Daly (Eds.),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handbook of interpersonal communication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(4th ed., pp. 443–479). Sage.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08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Walther, J. B. (2011). Theories of computer-mediated communication and interpersonal relations. In M. L. Knapp &amp; J. A. Daly (Eds.),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handbook of interpersonal communication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(4th ed., pp. 443–479). Sage.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0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Walther, J. B. (2011). Theories of computer-mediated communication and interpersonal relations. In M. L. Knapp &amp; J. A. Daly (Eds.),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handbook of interpersonal communication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(4th ed., pp. 443–479). Sage.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94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Walther, J. B. (2011). Theories of computer-mediated communication and interpersonal relations. In M. L. Knapp &amp; J. A. Daly (Eds.),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handbook of interpersonal communication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(4th ed., pp. 443–479). Sage.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2D0EB7-1B62-4BEA-973E-DC9B63FE31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58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2D0EB7-1B62-4BEA-973E-DC9B63FE31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4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Walther, J. B. (2011). Theories of computer-mediated communication and interpersonal relations. In M. L. Knapp &amp; J. A. Daly (Eds.),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 handbook of interpersonal communication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(4th ed., pp. 443–479). Sage.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82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266B-F689-49FC-AC7B-9CA5A70072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72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266B-F689-49FC-AC7B-9CA5A70072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25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Heino, R. D., Ellison, N. B., &amp; Gibbs, J. L. (2010). </a:t>
            </a:r>
            <a:r>
              <a:rPr lang="en-US" sz="1800" dirty="0" err="1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Relationshopping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: Investigating the market metaphor in online dating.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Journal of Social and Personal Relationships, 27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(4), 427–447. https://doi.org/10.1177/0265407510361614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19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Heino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R. D., Ellison, N. B., &amp; Gibbs, J. L. (2010). </a:t>
            </a:r>
            <a:r>
              <a:rPr lang="en-US" sz="1800" dirty="0" err="1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Relationshopping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: Investigating the market metaphor in online dating. </a:t>
            </a:r>
            <a:r>
              <a:rPr lang="en-US" sz="1800" i="1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Journal of Social and Personal Relationships, 27</a:t>
            </a:r>
            <a:r>
              <a:rPr lang="en-US" sz="1800" dirty="0">
                <a:effectLst/>
                <a:latin typeface="Segoe UI Historic" panose="020B0502040204020203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(4), 427–447. https://doi.org/10.1177/0265407510361614</a:t>
            </a:r>
            <a:endParaRPr lang="en-US" sz="1800" dirty="0">
              <a:effectLst/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48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85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20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6D5D2-ADEE-4456-90AA-037E64E375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84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5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0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7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8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4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8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1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9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03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6/25/26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3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6/25/26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80440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5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hyperlink" Target="https://commons.wikimedia.org/wiki/File:SAS_Supermarket_-_interior-7.jpg" TargetMode="External"/><Relationship Id="rId9" Type="http://schemas.microsoft.com/office/2007/relationships/diagramDrawing" Target="../diagrams/drawin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SAS_Supermarket_-_interior-7.jp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66331&amp;picture=network-totally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66331&amp;picture=network-totally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4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B5E5F6-AA38-8D9B-5A89-CDD1DC967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790" y="4037473"/>
            <a:ext cx="4499178" cy="740888"/>
          </a:xfrm>
        </p:spPr>
        <p:txBody>
          <a:bodyPr anchor="t">
            <a:normAutofit/>
          </a:bodyPr>
          <a:lstStyle/>
          <a:p>
            <a:pPr algn="l"/>
            <a:r>
              <a:rPr lang="en-US" sz="1800" dirty="0"/>
              <a:t>Prof </a:t>
            </a:r>
            <a:r>
              <a:rPr lang="en-US" sz="1600" dirty="0"/>
              <a:t>Sam Chan</a:t>
            </a:r>
            <a:endParaRPr lang="en-US" sz="2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590A9D2-09F2-0EC8-69DB-B21693B3B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790" y="4445204"/>
            <a:ext cx="4099646" cy="2083836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Meeting 2 | </a:t>
            </a:r>
            <a:br>
              <a:rPr lang="en-US" sz="2000" dirty="0"/>
            </a:br>
            <a:r>
              <a:rPr lang="en-US" sz="2000" dirty="0"/>
              <a:t>Getting it on online:</a:t>
            </a:r>
            <a:br>
              <a:rPr lang="en-US" sz="2000" dirty="0"/>
            </a:br>
            <a:r>
              <a:rPr lang="en-US" sz="2000" dirty="0"/>
              <a:t>How special is computer-mediated communication?</a:t>
            </a:r>
          </a:p>
        </p:txBody>
      </p:sp>
      <p:sp>
        <p:nvSpPr>
          <p:cNvPr id="1033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5" name="Graphic 212">
            <a:extLst>
              <a:ext uri="{FF2B5EF4-FFF2-40B4-BE49-F238E27FC236}">
                <a16:creationId xmlns:a16="http://schemas.microsoft.com/office/drawing/2014/main" id="{A499C65A-9B02-4D7F-BD68-CD38D8805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58925" y="823301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037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70622" y="1755501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41" name="Graphic 4">
            <a:extLst>
              <a:ext uri="{FF2B5EF4-FFF2-40B4-BE49-F238E27FC236}">
                <a16:creationId xmlns:a16="http://schemas.microsoft.com/office/drawing/2014/main" id="{1F4896D7-5AD0-4505-BCCD-82262CFE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035286" y="3429061"/>
            <a:ext cx="1861484" cy="1861513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83C04C31-4BBB-4AC5-A222-4E79BDDF6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090890F0-A440-4A5F-89E2-860A60425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9BA7632-2294-4740-BB61-DFA5017B7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025C556-497E-4B62-9131-98448B5A7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C467884A-CD29-4BCE-A1A4-1E629953F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3A1BC11-A782-4A26-87D0-76C92BAB7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8787142E-1022-4109-9141-85FF9C2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63BCB7E-36CC-4105-9CDA-BFB80F3FFC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A6EF2588-350F-4CCE-9BF8-799EC7196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0A696712-7E60-48CD-A6F8-91754B090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0244E95B-2BBF-4335-BEFC-BA135EF94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0D692242-534C-4A58-90D7-43A781D23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BC72B2EF-E5D1-46BF-B7FE-A9D174508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48805B31-6BA4-45FA-8180-436B2EC41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51B376A0-4543-4AE3-8071-5C746BADE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0824AEB4-F797-4131-AD1A-BCB807B08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7399A867-568D-43D3-8F17-6644C8D09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9953DBA6-7A8F-4369-8F18-DC19A21B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D9167760-8210-45B7-96C9-462EB82D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3B578C99-7B91-480A-B8CA-B9FB3AF17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CDF91670-E084-4B4B-9F86-75DD43CBE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8FC99F2F-C73F-444D-B4BB-C02E463AB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7F3FF604-A6A9-4EDC-868C-696B92122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38D6C5BB-BF17-4FE8-B611-578E8EBE9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A80A8D66-3FA7-4C04-AEDC-D8F94AA43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3DE9B826-6E87-4EF5-AA9D-F55BB3A21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BAEEC53-BED0-4ACB-94B4-818158D7E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30709FE3-3633-4C01-AAD6-75ADD9395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C0D68B00-260E-4EFC-A1FE-8B04EB5A7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360AF8DD-D1D2-43F3-83E5-ECF20A091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7B3F103-7F53-4D5E-B9A2-DE4F0B78D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BBECD20-3735-4F14-8816-26D6480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500687DC-38D4-44B7-BA7D-D8A0BA155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23AFC6B0-2B60-47B1-B854-A02279C70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9963332-7F58-48B9-9BAB-87C986F39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342BD313-0F6E-4DC3-B8A8-861289801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2253CE00-9D58-4821-B362-2552C433B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7E89086E-98CE-4697-8CE7-B2E7DB2E8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2CE9357F-710D-4D3B-90C1-CF19E73F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170ED7F2-AD38-47BC-B6A1-FF7E20AF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02600E9C-0B0F-45ED-A2CF-DE0240B2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B07D2066-6599-4BD0-9CD5-7289EB1B8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7BF96C0D-1DEE-47F2-A950-16BC0896F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FD254ABE-505D-4C6A-9267-BFB78FBB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822BBE38-BC6F-4DDE-BD6D-2B496CE4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1046D1FA-C431-4F16-8BDD-71C614D79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CF387987-DEF1-447C-BC86-281AC0B3D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9808DF01-2715-4215-81F1-B8C178304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AED7F897-8A4F-4F3D-BFB1-738BCDCA9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9B51B8B7-D508-44C3-AFC5-820557A94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7FBC6B94-2A13-4303-AE51-334E386DA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27897959-2F8E-4A05-9EA8-5B0329B57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0522AB50-D351-40F4-8A88-E856C1F27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221AFD52-C13F-4A20-B1DB-13C1A9A3D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E789B3B-F514-4E02-8C1A-2F85817AA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9E473BAC-3DA1-4D63-9D6C-2B993665F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F385DCF4-8F59-4838-B86C-2B3EF0BCE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3EC5A02E-609A-4C39-A35D-E8D038F7C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7AB67B18-1821-4367-A7B6-CC2FFF66D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DFCAC56E-4767-4984-9FE7-2C3CA57D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0A1929ED-CEB2-4C49-B2ED-A206D3793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01D632F9-2F59-4C8D-B1BC-1CB0D15C3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03B9F80B-CAEF-442C-A218-E2B069545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526A626E-CC14-4106-8AD4-DB3D81CD6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7CD710B8-B5DF-495F-ACEA-CFB9308CB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E550C81D-B0B8-4DB8-A12C-B62944D0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4EB82E53-B337-43EB-BFF8-1466F10E8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D1DCEF3A-2B54-4AA2-9BFD-57EA4A246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F122967-34EF-4575-8E59-75D77FCD0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D87EBF9D-3949-4CCE-BB87-978466834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58A1183F-B28F-4BAD-A14B-3940A6E92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A81851B7-6D8F-454C-BBAA-498426069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99759A7A-483F-4DB0-8677-C6AB61E19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BDD1E55B-DE82-4811-BB33-1468396D2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4B0251C-DACC-4A24-83BA-3D95F8D19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3647EF9B-D99D-48C1-B61E-19B85F47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EB55DF3C-DDF0-4B01-849E-46A663465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09149238-5A44-4264-84E6-DD25E7C0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4E6925C1-B440-4C1C-8829-2E6D9EE14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937B5BDB-32A7-4C47-A984-AF2316600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9B5A7D9C-91C9-49A3-8AD5-DB49632FD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C64B015D-AFCF-4AB2-AE58-A069B06DB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A4407931-9375-400F-88AC-C63D4E9E9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54278B7-45C8-46E4-885A-69208D598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3A806AB0-FBD6-41CD-997C-A76266D37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719E2D6D-6D96-4348-954B-3657A0B0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9794AABE-9C3E-4A8C-820F-0FDF65213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1DBEC39D-5464-46CA-B62B-24826F1F4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1807973-667B-4780-B3AA-4ADC32DB3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970D793C-C9EE-467B-8385-42B6905A0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94695A53-78EB-4811-8BBC-4707F3016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0576416F-0C2E-4D01-9357-5C73ADF85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A091FE22-8667-4F89-A333-BA9A0917E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CB779008-969D-4FA8-BB6C-3BBBCF919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DAF3B96-0DFB-44BA-959D-BF9643FFE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5F66F5FF-98B2-4453-8175-EB602A6A0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751D9683-9D41-4058-B90B-99146FC2F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0907098D-1005-4522-BA21-F1534CBAC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5BFEF082-7E02-4ED8-B9D1-F0FC47FEC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4429C269-222E-4EFB-97B9-08FA243CE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FC460F7F-5702-4281-850B-59E4182A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329057C-293F-4933-9DEA-2463E66D4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7274CBA8-6253-4229-AC37-1D7126639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B7ABAAD2-23FD-4AF4-8506-3CDDC5607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27A85620-3B33-477A-949C-3F221DCC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6247316E-E815-4CE3-9EC0-8DC8391EB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3D047E26-5A98-4B49-A453-C71D89450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940C95BF-A85B-4251-A817-35A7B4F7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EA4FDA2F-E340-40E6-8678-8F4F9EB3D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D94A3796-87FD-436D-8309-857F9B489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2B20BE68-41F5-4E59-87CD-A8654B123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7FD87938-B42E-45E5-ABB8-936E00A24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A46A837-6AA3-4099-8055-251ED6D7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B9D871B1-B4D0-4667-B5FA-21AE12E50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77E102A-1E9D-44C8-9DA0-1B4B61444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42DB4921-ECFC-42CD-B91B-56AB1FE26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3156177C-2880-4AAF-BFC7-C3EA4AD09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7C807E0-34AB-4AC3-A674-D7E438C60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3AD80AB-575A-4D50-A561-CE310E06BF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E4C11A99-7E93-4B54-B1CE-D90D4532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25A3E814-2D04-4881-B9E9-81ADDC0C9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073D9FB4-F4AF-4974-A734-C9300D21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081A1414-A8F5-43F1-BA51-B058EF2C0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E41588DC-3C7F-4695-A42A-B5ABEA8B5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884DF6D-4C87-4B4A-A918-B3F3C8BE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CF26F2A0-B8D0-48D4-A9A9-BEB75CFF1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7A9177E1-A6DC-4200-9D85-31A348E02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7DA218E3-83A8-45E8-B2E3-4B693606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31E51433-E260-493C-8A94-FCE7FD9BA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3A74FFD3-BE5F-435D-AC22-825B6E049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B3420F88-93EB-4790-A2BD-EFF61E77B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3875302B-159F-4E81-AD49-154BAA8FD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BE9966CE-BC06-4CEB-877D-34D9D1C2E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889924EA-8A9B-4ED5-8CF2-E184EE89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300C1FB1-E227-40EE-A773-071D080B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4F26B5D-6E35-40E8-90DF-FD65CB33F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59D8F05-F701-45A6-9377-454642C21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F57ACF8-D510-4715-B964-20D980558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1053CDD-687F-481B-86FB-56DA74C55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76B24CA5-1578-43AE-8ED8-CB9F7EA62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A3208550-AB5B-4E2B-914A-270D3016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D4120D7E-20EE-4413-A541-781EA435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9C0CC66E-BFF1-47FD-8C37-092016FB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09D9AD44-3983-44A2-9DBA-6C5FF3C4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71915592-B946-43D1-AE24-B72B17FC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3AC48622-C7DC-416F-B14F-AB0C6A3EF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C122E9A7-0590-453C-AC3A-88265131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78246847-0B72-46B3-9243-7A7B92E21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207FF669-6E9C-47DF-A1A0-667669279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06905CAD-DCDC-4965-969E-3BA793FCA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7E82B7F4-81C1-4A48-A3C9-B9DE741C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53D306B7-0050-4206-8020-D3F81BC46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BE50823B-85BA-4734-A0E5-99F2D027C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1F26CEA8-889B-4F33-AE59-91F66E160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E64E5726-D6A2-4541-9EB4-0D455BFB1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B5A9478C-31E8-4C23-856A-5B4D6936B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D4D55AFD-7163-47DF-8918-6BCF397B5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20C5BF88-D776-4C9B-89BD-85EE0DCE8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A0347C6-25EE-4289-B805-750B30ABB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4C83C9E0-7820-4EA4-B9AA-AD6E0719F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7E1B6DEA-553D-4733-9A45-3A28D118B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BE647149-B885-4A7D-B57E-A9762FF95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3FFCDDD6-EA47-4BA4-914F-B4AD52A7D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18C5FC42-4A56-48D7-9C6F-EE6973256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58746BA-672F-48B8-BA1D-E317498C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5C60814-753C-4243-BD88-443E240D6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174EB8C9-709B-42D9-9948-434CAA5E0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786AB5B1-D0D7-4FE2-9A7D-BF9C01F7D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718E7606-3FC9-4354-BCF8-A980AE6DF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DA3AC36A-2FA1-A2B7-E3A2-F70E968D7983}"/>
              </a:ext>
            </a:extLst>
          </p:cNvPr>
          <p:cNvSpPr txBox="1">
            <a:spLocks/>
          </p:cNvSpPr>
          <p:nvPr/>
        </p:nvSpPr>
        <p:spPr>
          <a:xfrm>
            <a:off x="722790" y="489850"/>
            <a:ext cx="3589917" cy="3547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spc="1500" baseline="0">
                <a:solidFill>
                  <a:schemeClr val="tx1"/>
                </a:solidFill>
                <a:latin typeface="+mj-lt"/>
                <a:ea typeface="Source Sans Pro SemiBold" panose="020B0603030403020204" pitchFamily="34" charset="0"/>
                <a:cs typeface="+mj-cs"/>
              </a:defRPr>
            </a:lvl1pPr>
          </a:lstStyle>
          <a:p>
            <a:pPr algn="l"/>
            <a:r>
              <a:rPr lang="en-US" sz="2400" dirty="0"/>
              <a:t>COMM3131 Online Dating and Hookup Culture</a:t>
            </a:r>
            <a:br>
              <a:rPr lang="en-US" sz="16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3" name="Picture 4" descr="On the Internet, nobody knows you&amp;#39;re a dog” – Still True Today? | Acxiom">
            <a:extLst>
              <a:ext uri="{FF2B5EF4-FFF2-40B4-BE49-F238E27FC236}">
                <a16:creationId xmlns:a16="http://schemas.microsoft.com/office/drawing/2014/main" id="{94AAB004-CBB8-6D17-08C2-1827303B5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1619" y="561076"/>
            <a:ext cx="5022457" cy="558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9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5B17-9E38-836A-94B9-88C98B54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8C2DB-8580-C3E3-BCC7-F68D704A3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74840" cy="4667250"/>
          </a:xfrm>
        </p:spPr>
        <p:txBody>
          <a:bodyPr/>
          <a:lstStyle/>
          <a:p>
            <a:r>
              <a:rPr lang="en-US" dirty="0"/>
              <a:t>Computer-mediated communication</a:t>
            </a:r>
            <a:endParaRPr lang="en-US" i="1" dirty="0"/>
          </a:p>
          <a:p>
            <a:r>
              <a:rPr lang="en-US" dirty="0"/>
              <a:t>Selected theories of CMC</a:t>
            </a:r>
          </a:p>
          <a:p>
            <a:r>
              <a:rPr lang="en-US" dirty="0"/>
              <a:t>Getting to know each other</a:t>
            </a:r>
          </a:p>
          <a:p>
            <a:r>
              <a:rPr lang="en-US" dirty="0"/>
              <a:t>Theorizing online dating</a:t>
            </a:r>
          </a:p>
          <a:p>
            <a:r>
              <a:rPr lang="en-US" dirty="0"/>
              <a:t>Basic statistical understandings (optional) </a:t>
            </a:r>
          </a:p>
        </p:txBody>
      </p:sp>
    </p:spTree>
    <p:extLst>
      <p:ext uri="{BB962C8B-B14F-4D97-AF65-F5344CB8AC3E}">
        <p14:creationId xmlns:p14="http://schemas.microsoft.com/office/powerpoint/2010/main" val="358396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2FC9-4B03-C900-B2D5-1E018529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Computer-mediated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A6CC4-2515-7004-731F-4A0CE05B2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form of communication between two or more persons via separate computers through a network</a:t>
            </a:r>
          </a:p>
          <a:p>
            <a:r>
              <a:rPr lang="en-US" dirty="0"/>
              <a:t>“lo” – the first message sent through ARPANET</a:t>
            </a:r>
          </a:p>
          <a:p>
            <a:r>
              <a:rPr lang="en-US" dirty="0"/>
              <a:t>Early CMC tools: Email + bulletin board systems</a:t>
            </a:r>
          </a:p>
          <a:p>
            <a:r>
              <a:rPr lang="en-US" dirty="0"/>
              <a:t>How can we show that we are joking just through texts?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:-)</a:t>
            </a:r>
          </a:p>
          <a:p>
            <a:pPr marL="0" indent="0">
              <a:buNone/>
            </a:pPr>
            <a:r>
              <a:rPr lang="en-US" dirty="0"/>
              <a:t>:-(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1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13353-9D8E-4AE5-D7E5-8C69E8E2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802" y="651185"/>
            <a:ext cx="5217172" cy="1158857"/>
          </a:xfrm>
        </p:spPr>
        <p:txBody>
          <a:bodyPr anchor="b">
            <a:noAutofit/>
          </a:bodyPr>
          <a:lstStyle/>
          <a:p>
            <a:r>
              <a:rPr lang="en-US" dirty="0"/>
              <a:t>Computer-mediated communication</a:t>
            </a:r>
          </a:p>
        </p:txBody>
      </p:sp>
      <p:grpSp>
        <p:nvGrpSpPr>
          <p:cNvPr id="11" name="Graphic 38">
            <a:extLst>
              <a:ext uri="{FF2B5EF4-FFF2-40B4-BE49-F238E27FC236}">
                <a16:creationId xmlns:a16="http://schemas.microsoft.com/office/drawing/2014/main" id="{35C37387-FC74-4DFB-841A-B7688148C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795582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D8A01F-F541-4FE1-9384-7A5B686AE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67F35E-69E0-4628-B498-7058AF51F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CD0F749C-1D4C-430F-B946-6DAF4C309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795582"/>
            <a:ext cx="1910252" cy="709660"/>
            <a:chOff x="2267504" y="2540250"/>
            <a:chExt cx="1990951" cy="739640"/>
          </a:xfrm>
          <a:solidFill>
            <a:schemeClr val="tx1">
              <a:alpha val="6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331624-2D22-4B4E-A3E6-0D4F79493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20173F-D274-41F7-8EF8-70D857D30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D9FE21DE-050D-4E27-A007-AAE4EF842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3491269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EF10EC-D135-4F55-A642-AFA283DD9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3491269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2735BB21-8924-2BB9-C6AB-934D047D34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2" r="6923" b="4"/>
          <a:stretch/>
        </p:blipFill>
        <p:spPr>
          <a:xfrm>
            <a:off x="1526293" y="1554974"/>
            <a:ext cx="3555043" cy="3217333"/>
          </a:xfrm>
          <a:prstGeom prst="rect">
            <a:avLst/>
          </a:prstGeom>
        </p:spPr>
      </p:pic>
      <p:grpSp>
        <p:nvGrpSpPr>
          <p:cNvPr id="23" name="Graphic 4">
            <a:extLst>
              <a:ext uri="{FF2B5EF4-FFF2-40B4-BE49-F238E27FC236}">
                <a16:creationId xmlns:a16="http://schemas.microsoft.com/office/drawing/2014/main" id="{89D47E22-F192-4DEC-AE19-484993AE8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637983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5B481D-50AE-46D4-9C2F-ADF882A44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9696D1-2645-4CDB-999E-2BCB171DD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F893A7D-6FAA-4ABA-8FBF-12AE8BB15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098AA5-8EA7-4B49-A943-13BDB0687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2B7441F-24D2-47F6-AEF3-0B16E0EBD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78C9959-A685-4BAF-98D3-38CEE7F61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5439F3-230A-42C1-985A-F3801AFDE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CA0CAF8-ABFC-4754-B816-1A982DB04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197C506-00E2-4325-8F3D-B7A52BFAD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8AF387-37B3-40A6-BEB9-5F1D326D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861A354-F1B5-4CFC-8B29-36A08A6E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4239475-71DB-497A-B17E-B50BC0F12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9CF385-DC69-4555-8C67-BFB833B86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8" name="Graphic 4">
            <a:extLst>
              <a:ext uri="{FF2B5EF4-FFF2-40B4-BE49-F238E27FC236}">
                <a16:creationId xmlns:a16="http://schemas.microsoft.com/office/drawing/2014/main" id="{8546F01E-28C6-4D97-ACC0-50485CD54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637983"/>
            <a:ext cx="975169" cy="975171"/>
            <a:chOff x="5829300" y="3162300"/>
            <a:chExt cx="532256" cy="532257"/>
          </a:xfrm>
          <a:solidFill>
            <a:schemeClr val="tx1">
              <a:alpha val="60000"/>
            </a:schemeClr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B0908F7-1F79-4980-843B-7010EE8E8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653996-A332-4C70-839A-B246E0543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9F15CE8-59C3-4EB5-9C7C-4BAAC5F7D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61B38B2-7390-4304-A200-E656AE089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0DCEB4-FD1D-4E15-A000-1A9CB77DA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DCE85A3-7077-4FEE-B140-C20B1A230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748CC5-5652-4C4F-A5CE-41DA8383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47D79CB-5BE7-49A3-8C81-100690235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F449AC0-C0F3-4D2F-9134-78DDFD1B2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7A8DFB0-41C7-4703-BCC0-902265911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1A0CFB7-B9CE-4B04-92B5-FE295DF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344B6F-954A-49BE-B5E9-19A09DC6B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263CDF5-777C-406D-B2B2-0FF351D11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AA67-2277-393C-5B67-355AF0CD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801" y="2002660"/>
            <a:ext cx="521717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CMC include different methods by which two computers communication:</a:t>
            </a:r>
          </a:p>
          <a:p>
            <a:pPr lvl="1"/>
            <a:r>
              <a:rPr lang="en-US" sz="2800" dirty="0"/>
              <a:t>Emails</a:t>
            </a:r>
          </a:p>
          <a:p>
            <a:pPr lvl="1"/>
            <a:r>
              <a:rPr lang="en-US" sz="2800" dirty="0"/>
              <a:t>BBS/forums</a:t>
            </a:r>
          </a:p>
          <a:p>
            <a:pPr lvl="1"/>
            <a:r>
              <a:rPr lang="en-US" sz="2800" dirty="0"/>
              <a:t>Short text messages</a:t>
            </a:r>
          </a:p>
          <a:p>
            <a:pPr lvl="1"/>
            <a:r>
              <a:rPr lang="en-US" sz="2800" dirty="0"/>
              <a:t>Emojis</a:t>
            </a:r>
          </a:p>
          <a:p>
            <a:pPr lvl="1"/>
            <a:r>
              <a:rPr lang="en-US" sz="2800" dirty="0"/>
              <a:t>Audio call</a:t>
            </a:r>
          </a:p>
          <a:p>
            <a:pPr lvl="1"/>
            <a:r>
              <a:rPr lang="en-US" sz="2800" dirty="0"/>
              <a:t>Video call</a:t>
            </a:r>
          </a:p>
          <a:p>
            <a:pPr lvl="1"/>
            <a:r>
              <a:rPr lang="en-US" sz="2800" dirty="0"/>
              <a:t>VR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48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D0A6D-1296-4E5A-B112-F6A88C0B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3400" dirty="0"/>
              <a:t>Social identity model of deindividuation effect (SIDE)</a:t>
            </a:r>
          </a:p>
        </p:txBody>
      </p:sp>
      <p:grpSp>
        <p:nvGrpSpPr>
          <p:cNvPr id="4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2" name="Graphic 38">
            <a:extLst>
              <a:ext uri="{FF2B5EF4-FFF2-40B4-BE49-F238E27FC236}">
                <a16:creationId xmlns:a16="http://schemas.microsoft.com/office/drawing/2014/main" id="{A8630B61-2CB6-4E0C-90A1-05A307F9C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>
              <a:alpha val="60000"/>
            </a:schemeClr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EB5F489-45BA-4254-B501-559099D88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8ECAADA-4087-4FFC-801E-BF007B413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60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6C9E7BE0-24A8-D1E8-EBF3-D301FFBD3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064346"/>
              </p:ext>
            </p:extLst>
          </p:nvPr>
        </p:nvGraphicFramePr>
        <p:xfrm>
          <a:off x="4782386" y="447277"/>
          <a:ext cx="6571413" cy="57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040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73D287-48F0-41E2-8B0B-DE4C7D17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BC3C2F6-A83E-46F7-89F9-C282A9234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D78D60A-D765-47AF-BF8C-DD38B6749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B61CBF5-5283-4C6A-9049-AA88E175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7A00BB8-8401-4CFA-A40C-8A60D39A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2F6FC59-F5F7-4ED5-8DCD-CF1060899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124749C-25FB-43F3-97CC-16D3738B1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3CAAC4D-89A7-40FC-A14D-14E7137A5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9F8FFC8-0941-4853-894E-6FBB72564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84F021A-2C9B-422B-8408-BB819B314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53138C4-3227-4945-9CE8-AF90A759D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C9C4482-176D-49FB-BFC0-2DCD9283E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37D9F02-FC5F-4AA6-83BD-AE4EC012D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23DF942-E0FC-4481-99E4-5EDE1F76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E3D0A6D-1296-4E5A-B112-F6A88C0B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3400" dirty="0"/>
              <a:t>Social identity model of deindividuation effect (SIDE)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CCA69EF-E8B5-4598-BEAD-258F1576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85D65ED-8248-4E7D-AF41-C2685CAE7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6C9E7BE0-24A8-D1E8-EBF3-D301FFBD3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696644"/>
              </p:ext>
            </p:extLst>
          </p:nvPr>
        </p:nvGraphicFramePr>
        <p:xfrm>
          <a:off x="4782386" y="1222898"/>
          <a:ext cx="6571413" cy="5282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4412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BBE5-BE7D-40A5-9CBC-2157D65B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</a:t>
            </a:r>
            <a:r>
              <a:rPr lang="en-US"/>
              <a:t>information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D5B0-3750-4131-8979-63B8E857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79870" cy="4351338"/>
          </a:xfrm>
        </p:spPr>
        <p:txBody>
          <a:bodyPr>
            <a:normAutofit/>
          </a:bodyPr>
          <a:lstStyle/>
          <a:p>
            <a:pPr marL="233363" lvl="1"/>
            <a:r>
              <a:rPr lang="en-US" sz="2800" dirty="0"/>
              <a:t>Joseph Walther (1992)</a:t>
            </a:r>
          </a:p>
          <a:p>
            <a:pPr marL="233363" lvl="1"/>
            <a:r>
              <a:rPr lang="en-US" sz="2800" dirty="0"/>
              <a:t>CMC users are motivated to develop impression 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 users make use of whatever cues available</a:t>
            </a:r>
          </a:p>
          <a:p>
            <a:pPr marL="233363" lvl="1"/>
            <a:r>
              <a:rPr lang="en-US" sz="2800" dirty="0"/>
              <a:t>CMC requires longer time because the lack of cues slows down the rate of information transmission (this part rejected)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CD13F-11E6-4750-A565-F3338F4AEB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964" t="-2627" r="-7317" b="-8265"/>
          <a:stretch/>
        </p:blipFill>
        <p:spPr>
          <a:xfrm>
            <a:off x="7719732" y="1577124"/>
            <a:ext cx="3031927" cy="484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83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1F38-A7CF-457D-8A87-33E3FDFF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Hyperpersonal</a:t>
            </a:r>
            <a:r>
              <a:rPr lang="en-US" dirty="0"/>
              <a:t>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E3D1-1931-44EC-94F0-D70B86839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94694" cy="4351338"/>
          </a:xfrm>
        </p:spPr>
        <p:txBody>
          <a:bodyPr/>
          <a:lstStyle/>
          <a:p>
            <a:r>
              <a:rPr lang="en-US"/>
              <a:t>Joseph Walther (1996)</a:t>
            </a:r>
          </a:p>
          <a:p>
            <a:r>
              <a:rPr lang="en-US"/>
              <a:t>How can CMC facilitate impressions and relationships online that exceed the desirability and intimacy that occur in parallel off-line interactions?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Effects due to receiver processes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Effects among message senders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Attributes of the channel, and 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Feedback effects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69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E516E6-836C-3BAA-8410-3269469761B9}"/>
              </a:ext>
            </a:extLst>
          </p:cNvPr>
          <p:cNvSpPr/>
          <p:nvPr/>
        </p:nvSpPr>
        <p:spPr>
          <a:xfrm>
            <a:off x="931718" y="511232"/>
            <a:ext cx="9709266" cy="58355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A261F-0B56-4A00-BF48-70C4EF5F1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5927" y="1050312"/>
            <a:ext cx="8949689" cy="462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1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BEC6-0050-4454-987F-AF8359DB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Warranting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90DEB-BACB-4BFB-9208-5EF3C704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concept developed by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Joseph Walther </a:t>
            </a:r>
            <a:r>
              <a:rPr lang="en-US" dirty="0"/>
              <a:t>and Malcolm Parks (2002)</a:t>
            </a:r>
          </a:p>
          <a:p>
            <a:r>
              <a:rPr lang="en-US" dirty="0"/>
              <a:t>Some information are “</a:t>
            </a:r>
            <a:r>
              <a:rPr lang="en-HK" dirty="0"/>
              <a:t>immune to manipulation by the person to whom it refers” (p. 552) </a:t>
            </a:r>
            <a:r>
              <a:rPr lang="en-HK" dirty="0">
                <a:sym typeface="Wingdings" panose="05000000000000000000" pitchFamily="2" charset="2"/>
              </a:rPr>
              <a:t> such information is considered trustworthy</a:t>
            </a:r>
          </a:p>
          <a:p>
            <a:r>
              <a:rPr lang="en-HK" dirty="0">
                <a:sym typeface="Wingdings" panose="05000000000000000000" pitchFamily="2" charset="2"/>
              </a:rPr>
              <a:t>Checking system-generated data and third parties’ comments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4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347A-7BDE-B25B-37FC-3A666EE2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9725"/>
            <a:ext cx="10515600" cy="1325563"/>
          </a:xfrm>
        </p:spPr>
        <p:txBody>
          <a:bodyPr/>
          <a:lstStyle/>
          <a:p>
            <a:r>
              <a:rPr lang="en-AU" dirty="0"/>
              <a:t>Getting to know each other</a:t>
            </a:r>
          </a:p>
        </p:txBody>
      </p:sp>
    </p:spTree>
    <p:extLst>
      <p:ext uri="{BB962C8B-B14F-4D97-AF65-F5344CB8AC3E}">
        <p14:creationId xmlns:p14="http://schemas.microsoft.com/office/powerpoint/2010/main" val="306550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1F41E1-4F6A-0198-5792-F4BA811B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50" y="2002631"/>
            <a:ext cx="10515600" cy="2852737"/>
          </a:xfrm>
        </p:spPr>
        <p:txBody>
          <a:bodyPr/>
          <a:lstStyle/>
          <a:p>
            <a:r>
              <a:rPr lang="en-US" dirty="0"/>
              <a:t>What is online dating? How does it work? How does it look like? What is at stake?</a:t>
            </a:r>
          </a:p>
        </p:txBody>
      </p:sp>
    </p:spTree>
    <p:extLst>
      <p:ext uri="{BB962C8B-B14F-4D97-AF65-F5344CB8AC3E}">
        <p14:creationId xmlns:p14="http://schemas.microsoft.com/office/powerpoint/2010/main" val="41639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indoor, marketplace, scene&#10;&#10;Description automatically generated">
            <a:extLst>
              <a:ext uri="{FF2B5EF4-FFF2-40B4-BE49-F238E27FC236}">
                <a16:creationId xmlns:a16="http://schemas.microsoft.com/office/drawing/2014/main" id="{14B78FEC-C599-4958-9A7A-5725ECC5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9DF6DF-73D8-4469-8201-C49F599B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Theories of online dating I:</a:t>
            </a: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Market metaphor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8ACF88-0B09-484F-AB21-C2389CD86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“Marriage market” (cf. 1973) or “dating market”</a:t>
            </a:r>
          </a:p>
          <a:p>
            <a:r>
              <a:rPr lang="en-US" dirty="0">
                <a:solidFill>
                  <a:srgbClr val="FFFFFF"/>
                </a:solidFill>
              </a:rPr>
              <a:t>How do online daters understand this market metaphor?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B1A86EF-9B2E-C4F7-E5B8-AEB2BE7A3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8222411"/>
              </p:ext>
            </p:extLst>
          </p:nvPr>
        </p:nvGraphicFramePr>
        <p:xfrm>
          <a:off x="990600" y="264159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542808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indoor, marketplace, scene&#10;&#10;Description automatically generated">
            <a:extLst>
              <a:ext uri="{FF2B5EF4-FFF2-40B4-BE49-F238E27FC236}">
                <a16:creationId xmlns:a16="http://schemas.microsoft.com/office/drawing/2014/main" id="{8BD1D9D8-36CD-A469-26FE-3AA266C224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2E4B-ED7F-4F23-AC7E-6F9908B22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3084"/>
            <a:ext cx="10515600" cy="9623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relationshipping</a:t>
            </a:r>
            <a:r>
              <a:rPr lang="en-US" dirty="0"/>
              <a:t> to </a:t>
            </a:r>
            <a:r>
              <a:rPr lang="en-US" dirty="0" err="1"/>
              <a:t>relationshopping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019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212DE877-7B29-4DA0-AF98-BD3B2E3098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1526EF-3ABD-4259-B035-23611C2F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Theories of online dating II: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Networked sexual publics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A5B19-DAF1-46A3-BFFF-AD1370C42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8629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Publics: </a:t>
            </a:r>
            <a:r>
              <a:rPr lang="en-HK" dirty="0">
                <a:solidFill>
                  <a:srgbClr val="FFFFFF"/>
                </a:solidFill>
              </a:rPr>
              <a:t>a collection of people </a:t>
            </a:r>
          </a:p>
          <a:p>
            <a:r>
              <a:rPr lang="en-HK" dirty="0">
                <a:solidFill>
                  <a:srgbClr val="FFFFFF"/>
                </a:solidFill>
              </a:rPr>
              <a:t>Sexual publics: see themselves as part of a shared experience of sexuality (cf. Katherine Sender)</a:t>
            </a:r>
          </a:p>
          <a:p>
            <a:pPr marL="233363"/>
            <a:r>
              <a:rPr lang="en-HK" dirty="0">
                <a:solidFill>
                  <a:srgbClr val="FFFFFF"/>
                </a:solidFill>
              </a:rPr>
              <a:t>Networked publics: growing engagement with digital media (cf. </a:t>
            </a:r>
            <a:r>
              <a:rPr lang="en-HK" dirty="0" err="1">
                <a:solidFill>
                  <a:srgbClr val="FFFFFF"/>
                </a:solidFill>
              </a:rPr>
              <a:t>Mizuko</a:t>
            </a:r>
            <a:r>
              <a:rPr lang="en-HK" dirty="0">
                <a:solidFill>
                  <a:srgbClr val="FFFFFF"/>
                </a:solidFill>
              </a:rPr>
              <a:t> Ito)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Picture 2" descr="The Politics of Dating Apps by Lik Sam Chan - Penguin Books New Zealand">
            <a:extLst>
              <a:ext uri="{FF2B5EF4-FFF2-40B4-BE49-F238E27FC236}">
                <a16:creationId xmlns:a16="http://schemas.microsoft.com/office/drawing/2014/main" id="{BDD049E0-3FF8-ED4B-027C-DCFADA6FD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13" y="1948543"/>
            <a:ext cx="3029554" cy="454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587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212DE877-7B29-4DA0-AF98-BD3B2E3098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1526EF-3ABD-4259-B035-23611C2F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Theories of online dating II: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Networked sexual publics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A5B19-DAF1-46A3-BFFF-AD1370C42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HK" dirty="0"/>
              <a:t>Both the people and the space</a:t>
            </a:r>
          </a:p>
          <a:p>
            <a:pPr lvl="1"/>
            <a:r>
              <a:rPr lang="en-HK" sz="2800" dirty="0"/>
              <a:t>People: shared positionality and connected by dating apps</a:t>
            </a:r>
          </a:p>
          <a:p>
            <a:pPr lvl="1"/>
            <a:r>
              <a:rPr lang="en-HK" sz="2800" dirty="0"/>
              <a:t>Space: multiple interpretations and relationships</a:t>
            </a:r>
          </a:p>
          <a:p>
            <a:r>
              <a:rPr lang="en-HK" dirty="0"/>
              <a:t>Highlight the political dimension</a:t>
            </a:r>
          </a:p>
          <a:p>
            <a:pPr lvl="1"/>
            <a:r>
              <a:rPr lang="en-HK" sz="2800" dirty="0"/>
              <a:t>Women and men negotiate their power</a:t>
            </a:r>
          </a:p>
          <a:p>
            <a:pPr lvl="1"/>
            <a:r>
              <a:rPr lang="en-HK" sz="2800" dirty="0"/>
              <a:t>Sexual minorities strive for a place in the heteronormative world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38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615523-402B-2EB6-6A34-11E17D1E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statistical understandings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400F2-47F7-124F-1DF8-3A1280DF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(optional)</a:t>
            </a:r>
          </a:p>
        </p:txBody>
      </p:sp>
    </p:spTree>
    <p:extLst>
      <p:ext uri="{BB962C8B-B14F-4D97-AF65-F5344CB8AC3E}">
        <p14:creationId xmlns:p14="http://schemas.microsoft.com/office/powerpoint/2010/main" val="3632779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D4F0-96CA-4E81-8A0A-F7059FB7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Basic statistical understandings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EC47-77EF-481C-8897-0A95665F1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statistics evaluate if there is a relationship between two variables</a:t>
            </a:r>
          </a:p>
          <a:p>
            <a:r>
              <a:rPr lang="en-US" dirty="0"/>
              <a:t>Most statistics results are represented by a number that ranges from - ∞ to ∞</a:t>
            </a:r>
          </a:p>
          <a:p>
            <a:pPr lvl="1"/>
            <a:r>
              <a:rPr lang="en-US" sz="2800" dirty="0"/>
              <a:t>If the number is positive, then the relationship between a variable A and a variable B is positively correlated</a:t>
            </a:r>
          </a:p>
          <a:p>
            <a:pPr lvl="1"/>
            <a:r>
              <a:rPr lang="en-US" sz="2800" dirty="0"/>
              <a:t>If the number is negative, then the relationship between a variable A and a variable B is negative correlated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15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B452809-9BD9-480E-ADE5-391FC37BD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552166"/>
              </p:ext>
            </p:extLst>
          </p:nvPr>
        </p:nvGraphicFramePr>
        <p:xfrm>
          <a:off x="925748" y="1950179"/>
          <a:ext cx="630936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570">
                  <a:extLst>
                    <a:ext uri="{9D8B030D-6E8A-4147-A177-3AD203B41FA5}">
                      <a16:colId xmlns:a16="http://schemas.microsoft.com/office/drawing/2014/main" val="508151948"/>
                    </a:ext>
                  </a:extLst>
                </a:gridCol>
                <a:gridCol w="1896894">
                  <a:extLst>
                    <a:ext uri="{9D8B030D-6E8A-4147-A177-3AD203B41FA5}">
                      <a16:colId xmlns:a16="http://schemas.microsoft.com/office/drawing/2014/main" val="920280464"/>
                    </a:ext>
                  </a:extLst>
                </a:gridCol>
                <a:gridCol w="1884896">
                  <a:extLst>
                    <a:ext uri="{9D8B030D-6E8A-4147-A177-3AD203B41FA5}">
                      <a16:colId xmlns:a16="http://schemas.microsoft.com/office/drawing/2014/main" val="3773568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84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No relationship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dirty="0">
                          <a:latin typeface="Rockwell" panose="020606030202050204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03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Statistical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-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65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582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D4F0-96CA-4E81-8A0A-F7059FB7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Basic statistical understandings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EC47-77EF-481C-8897-0A95665F1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may, however, happen by chance </a:t>
            </a:r>
          </a:p>
          <a:p>
            <a:r>
              <a:rPr lang="en-US" dirty="0"/>
              <a:t>So, we have </a:t>
            </a:r>
            <a:r>
              <a:rPr lang="en-US" i="1" dirty="0"/>
              <a:t>p</a:t>
            </a:r>
            <a:r>
              <a:rPr lang="en-US" dirty="0"/>
              <a:t>-value (significance value), ranging from 0 to 1</a:t>
            </a:r>
          </a:p>
          <a:p>
            <a:r>
              <a:rPr lang="en-US" dirty="0"/>
              <a:t>The smaller the </a:t>
            </a:r>
            <a:r>
              <a:rPr lang="en-US" i="1" dirty="0"/>
              <a:t>p</a:t>
            </a:r>
            <a:r>
              <a:rPr lang="en-US" dirty="0"/>
              <a:t>-value, the less likely the results happen by chance</a:t>
            </a:r>
          </a:p>
          <a:p>
            <a:r>
              <a:rPr lang="en-US" dirty="0"/>
              <a:t>We want p-values to be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smaller than 0.05</a:t>
            </a:r>
          </a:p>
          <a:p>
            <a:r>
              <a:rPr lang="en-US" dirty="0"/>
              <a:t>When the </a:t>
            </a:r>
            <a:r>
              <a:rPr lang="en-US" i="1" dirty="0"/>
              <a:t>p</a:t>
            </a:r>
            <a:r>
              <a:rPr lang="en-US" dirty="0"/>
              <a:t>-value is smaller than 0.05, we use the symbol * to indicate</a:t>
            </a:r>
          </a:p>
          <a:p>
            <a:r>
              <a:rPr lang="en-US" dirty="0"/>
              <a:t>Sometimes, you will see ** or *** </a:t>
            </a:r>
            <a:r>
              <a:rPr lang="en-US" dirty="0">
                <a:sym typeface="Wingdings" panose="05000000000000000000" pitchFamily="2" charset="2"/>
              </a:rPr>
              <a:t> these are good!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37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B452809-9BD9-480E-ADE5-391FC37BD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001919"/>
              </p:ext>
            </p:extLst>
          </p:nvPr>
        </p:nvGraphicFramePr>
        <p:xfrm>
          <a:off x="925748" y="1950179"/>
          <a:ext cx="630936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570">
                  <a:extLst>
                    <a:ext uri="{9D8B030D-6E8A-4147-A177-3AD203B41FA5}">
                      <a16:colId xmlns:a16="http://schemas.microsoft.com/office/drawing/2014/main" val="508151948"/>
                    </a:ext>
                  </a:extLst>
                </a:gridCol>
                <a:gridCol w="1896894">
                  <a:extLst>
                    <a:ext uri="{9D8B030D-6E8A-4147-A177-3AD203B41FA5}">
                      <a16:colId xmlns:a16="http://schemas.microsoft.com/office/drawing/2014/main" val="920280464"/>
                    </a:ext>
                  </a:extLst>
                </a:gridCol>
                <a:gridCol w="1884896">
                  <a:extLst>
                    <a:ext uri="{9D8B030D-6E8A-4147-A177-3AD203B41FA5}">
                      <a16:colId xmlns:a16="http://schemas.microsoft.com/office/drawing/2014/main" val="3773568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84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No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03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Statistical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-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∞</a:t>
                      </a:r>
                      <a:endParaRPr lang="en-US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65943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E36AB083-C959-4B8D-8AD4-1AE1403F23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8101333"/>
              </p:ext>
            </p:extLst>
          </p:nvPr>
        </p:nvGraphicFramePr>
        <p:xfrm>
          <a:off x="925748" y="3641454"/>
          <a:ext cx="63093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283">
                  <a:extLst>
                    <a:ext uri="{9D8B030D-6E8A-4147-A177-3AD203B41FA5}">
                      <a16:colId xmlns:a16="http://schemas.microsoft.com/office/drawing/2014/main" val="508151948"/>
                    </a:ext>
                  </a:extLst>
                </a:gridCol>
                <a:gridCol w="3763077">
                  <a:extLst>
                    <a:ext uri="{9D8B030D-6E8A-4147-A177-3AD203B41FA5}">
                      <a16:colId xmlns:a16="http://schemas.microsoft.com/office/drawing/2014/main" val="920280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p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-value smaller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84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03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6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ckwell" panose="02060603020205020403" pitchFamily="18" charset="0"/>
                        </a:rPr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605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544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67A1E9F-DE0B-4A29-A774-61209E1B093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9471" y="2055504"/>
            <a:ext cx="6584495" cy="4766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BA9F7A-3E8B-4A2C-980B-5DD8A244008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9471" y="2784814"/>
            <a:ext cx="3839182" cy="28221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9E27205-5653-4255-8B2F-A96C89361D27}"/>
              </a:ext>
            </a:extLst>
          </p:cNvPr>
          <p:cNvSpPr/>
          <p:nvPr/>
        </p:nvSpPr>
        <p:spPr>
          <a:xfrm>
            <a:off x="5116746" y="2784814"/>
            <a:ext cx="1374843" cy="10219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76DFBA-7100-42D4-9475-DEF3B909779E}"/>
              </a:ext>
            </a:extLst>
          </p:cNvPr>
          <p:cNvSpPr/>
          <p:nvPr/>
        </p:nvSpPr>
        <p:spPr>
          <a:xfrm>
            <a:off x="9248141" y="3259064"/>
            <a:ext cx="1984443" cy="15926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7164BE55-1619-450A-8725-64CD652079D0}"/>
              </a:ext>
            </a:extLst>
          </p:cNvPr>
          <p:cNvSpPr/>
          <p:nvPr/>
        </p:nvSpPr>
        <p:spPr>
          <a:xfrm rot="5400000">
            <a:off x="5749045" y="3573290"/>
            <a:ext cx="914400" cy="9144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5DA6F0-51C9-4A80-99D1-346FF192A25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789" y="1757078"/>
            <a:ext cx="1870953" cy="38498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A56D73-F28B-4B3E-A5E0-D223F8D9E1C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1640" y="1757078"/>
            <a:ext cx="2240604" cy="38498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502AE56-9FDB-47ED-8A1F-EEB354AD3708}"/>
              </a:ext>
            </a:extLst>
          </p:cNvPr>
          <p:cNvSpPr/>
          <p:nvPr/>
        </p:nvSpPr>
        <p:spPr>
          <a:xfrm>
            <a:off x="2558372" y="2108200"/>
            <a:ext cx="496110" cy="38910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1290CA-B218-47D8-BEFD-C616F74EDD9E}"/>
              </a:ext>
            </a:extLst>
          </p:cNvPr>
          <p:cNvSpPr/>
          <p:nvPr/>
        </p:nvSpPr>
        <p:spPr>
          <a:xfrm>
            <a:off x="4398521" y="4083936"/>
            <a:ext cx="246434" cy="21806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2AFE5A-D76B-4D52-BB0A-046777783D32}"/>
              </a:ext>
            </a:extLst>
          </p:cNvPr>
          <p:cNvSpPr/>
          <p:nvPr/>
        </p:nvSpPr>
        <p:spPr>
          <a:xfrm>
            <a:off x="2546356" y="4033120"/>
            <a:ext cx="496110" cy="29831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28B1D0-79E7-4E19-9740-D61542D5D61E}"/>
              </a:ext>
            </a:extLst>
          </p:cNvPr>
          <p:cNvSpPr/>
          <p:nvPr/>
        </p:nvSpPr>
        <p:spPr>
          <a:xfrm>
            <a:off x="2546356" y="4331434"/>
            <a:ext cx="496110" cy="29831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1D82BE-88CC-4120-8C18-A7C40A16ED22}"/>
              </a:ext>
            </a:extLst>
          </p:cNvPr>
          <p:cNvSpPr/>
          <p:nvPr/>
        </p:nvSpPr>
        <p:spPr>
          <a:xfrm>
            <a:off x="959416" y="2550471"/>
            <a:ext cx="3651492" cy="12141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8E0975-9127-5ED5-59A7-9D3A168EEAC2}"/>
              </a:ext>
            </a:extLst>
          </p:cNvPr>
          <p:cNvSpPr/>
          <p:nvPr/>
        </p:nvSpPr>
        <p:spPr>
          <a:xfrm>
            <a:off x="3263966" y="2108200"/>
            <a:ext cx="1346942" cy="38910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E3B0DA-D5A7-096C-B092-EAEDCC473299}"/>
              </a:ext>
            </a:extLst>
          </p:cNvPr>
          <p:cNvCxnSpPr>
            <a:cxnSpLocks/>
          </p:cNvCxnSpPr>
          <p:nvPr/>
        </p:nvCxnSpPr>
        <p:spPr>
          <a:xfrm flipV="1">
            <a:off x="4431801" y="1328599"/>
            <a:ext cx="797925" cy="761927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5B5423F1-787C-648E-0C20-CB47E8B3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056" y="634311"/>
            <a:ext cx="1375611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accent4"/>
                </a:solidFill>
              </a:rPr>
              <a:t>ignore</a:t>
            </a:r>
          </a:p>
        </p:txBody>
      </p:sp>
    </p:spTree>
    <p:extLst>
      <p:ext uri="{BB962C8B-B14F-4D97-AF65-F5344CB8AC3E}">
        <p14:creationId xmlns:p14="http://schemas.microsoft.com/office/powerpoint/2010/main" val="3172712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0854B0-1F16-2772-9AEB-50A46996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F341BF-87CC-0A46-CA17-873AD1CC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| “Still up?”: Communicating about yourself and your desire</a:t>
            </a:r>
          </a:p>
          <a:p>
            <a:r>
              <a:rPr lang="en-US" dirty="0"/>
              <a:t>Self-disclosure: Dimensions, benefits, risks</a:t>
            </a:r>
          </a:p>
          <a:p>
            <a:r>
              <a:rPr lang="en-US" dirty="0"/>
              <a:t>Dramaturgical view of self-presentation</a:t>
            </a:r>
          </a:p>
          <a:p>
            <a:r>
              <a:rPr lang="en-US" dirty="0"/>
              <a:t>Case studies: Self-presentation and self-disclosure of gay men in the US and China</a:t>
            </a:r>
          </a:p>
          <a:p>
            <a:r>
              <a:rPr lang="en-US" dirty="0"/>
              <a:t>Deviation of information (deception as one kind)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68338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1153</Words>
  <Application>Microsoft Macintosh PowerPoint</Application>
  <PresentationFormat>Widescreen</PresentationFormat>
  <Paragraphs>142</Paragraphs>
  <Slides>23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Rockwell</vt:lpstr>
      <vt:lpstr>Segoe UI Historic</vt:lpstr>
      <vt:lpstr>Source Sans Pro</vt:lpstr>
      <vt:lpstr>Wingdings</vt:lpstr>
      <vt:lpstr>FunkyShapesDarkVTI</vt:lpstr>
      <vt:lpstr>Prof Sam Chan</vt:lpstr>
      <vt:lpstr>Today</vt:lpstr>
      <vt:lpstr>Computer-mediated communication</vt:lpstr>
      <vt:lpstr>Computer-mediated communication</vt:lpstr>
      <vt:lpstr>Social identity model of deindividuation effect (SIDE)</vt:lpstr>
      <vt:lpstr>Social identity model of deindividuation effect (SIDE)</vt:lpstr>
      <vt:lpstr>Social information processing</vt:lpstr>
      <vt:lpstr>Hyperpersonal communication</vt:lpstr>
      <vt:lpstr>PowerPoint Presentation</vt:lpstr>
      <vt:lpstr>Warranting</vt:lpstr>
      <vt:lpstr>Getting to know each other</vt:lpstr>
      <vt:lpstr>What is online dating? How does it work? How does it look like? What is at stake?</vt:lpstr>
      <vt:lpstr>Theories of online dating I: Market metaphor </vt:lpstr>
      <vt:lpstr>PowerPoint Presentation</vt:lpstr>
      <vt:lpstr>Theories of online dating II: Networked sexual publics</vt:lpstr>
      <vt:lpstr>Theories of online dating II: Networked sexual publics</vt:lpstr>
      <vt:lpstr>Basic statistical understandings </vt:lpstr>
      <vt:lpstr>Basic statistical understandings </vt:lpstr>
      <vt:lpstr>PowerPoint Presentation</vt:lpstr>
      <vt:lpstr>Basic statistical understandings </vt:lpstr>
      <vt:lpstr>PowerPoint Presentation</vt:lpstr>
      <vt:lpstr>ignore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 Sam Chan</dc:title>
  <dc:creator>Xam Chan</dc:creator>
  <cp:lastModifiedBy>Francis Lu</cp:lastModifiedBy>
  <cp:revision>20</cp:revision>
  <dcterms:created xsi:type="dcterms:W3CDTF">2024-01-09T15:09:38Z</dcterms:created>
  <dcterms:modified xsi:type="dcterms:W3CDTF">2026-06-25T04:15:47Z</dcterms:modified>
</cp:coreProperties>
</file>