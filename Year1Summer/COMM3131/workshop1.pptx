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Julius Sans One"/>
      <p:regular r:id="rId16"/>
    </p:embeddedFont>
    <p:embeddedFont>
      <p:font typeface="Didact Gothic"/>
      <p:regular r:id="rId17"/>
    </p:embeddedFont>
    <p:embeddedFont>
      <p:font typeface="Questrial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idactGothic-regular.fntdata"/><Relationship Id="rId16" Type="http://schemas.openxmlformats.org/officeDocument/2006/relationships/font" Target="fonts/JuliusSansOne-regular.fntdata"/><Relationship Id="rId18" Type="http://schemas.openxmlformats.org/officeDocument/2006/relationships/font" Target="fonts/Questrial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47f2e9a217_0_2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47f2e9a217_0_2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47f2e9a217_0_2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47f2e9a217_0_2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7bd765563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7bd765563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7bd76556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7bd76556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7bd7655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7bd7655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7bd765563_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f7bd765563_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7bd765563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7bd765563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7bd76556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f7bd7655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7bd76556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7bd76556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7bd765563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f7bd765563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reepik.com/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3537625" y="711975"/>
            <a:ext cx="7035600" cy="32772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1255025"/>
            <a:ext cx="4322700" cy="3891000"/>
          </a:xfrm>
          <a:prstGeom prst="rtTriangle">
            <a:avLst/>
          </a:prstGeom>
          <a:solidFill>
            <a:srgbClr val="DBD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034200" y="0"/>
            <a:ext cx="10867800" cy="5143500"/>
          </a:xfrm>
          <a:prstGeom prst="triangle">
            <a:avLst>
              <a:gd fmla="val 49850" name="adj"/>
            </a:avLst>
          </a:prstGeom>
          <a:solidFill>
            <a:srgbClr val="383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603058" y="1948236"/>
            <a:ext cx="4543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16899" y="4037775"/>
            <a:ext cx="5829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5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5808550" y="1533900"/>
            <a:ext cx="4800600" cy="4800600"/>
          </a:xfrm>
          <a:prstGeom prst="rtTriangle">
            <a:avLst/>
          </a:prstGeom>
          <a:solidFill>
            <a:srgbClr val="383838"/>
          </a:solidFill>
          <a:ln cap="flat" cmpd="sng" w="9525">
            <a:solidFill>
              <a:srgbClr val="DBD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5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833927" y="2641577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5209273" y="2641577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1554977" y="1985760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3" type="title"/>
          </p:nvPr>
        </p:nvSpPr>
        <p:spPr>
          <a:xfrm>
            <a:off x="5930323" y="1985760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5"/>
          <p:cNvSpPr/>
          <p:nvPr/>
        </p:nvSpPr>
        <p:spPr>
          <a:xfrm rot="10800000">
            <a:off x="3588450" y="-22625"/>
            <a:ext cx="1967100" cy="885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5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7024500" y="2600625"/>
            <a:ext cx="3405900" cy="3302400"/>
          </a:xfrm>
          <a:prstGeom prst="rtTriangle">
            <a:avLst/>
          </a:prstGeom>
          <a:noFill/>
          <a:ln cap="flat" cmpd="sng" w="190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</a:endParaRPr>
          </a:p>
        </p:txBody>
      </p:sp>
      <p:sp>
        <p:nvSpPr>
          <p:cNvPr id="34" name="Google Shape;34;p6"/>
          <p:cNvSpPr/>
          <p:nvPr/>
        </p:nvSpPr>
        <p:spPr>
          <a:xfrm flipH="1">
            <a:off x="7128800" y="2600625"/>
            <a:ext cx="3405900" cy="3302400"/>
          </a:xfrm>
          <a:prstGeom prst="rtTriangle">
            <a:avLst/>
          </a:prstGeom>
          <a:solidFill>
            <a:srgbClr val="9292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</a:endParaRPr>
          </a:p>
        </p:txBody>
      </p:sp>
      <p:sp>
        <p:nvSpPr>
          <p:cNvPr id="35" name="Google Shape;35;p6"/>
          <p:cNvSpPr/>
          <p:nvPr/>
        </p:nvSpPr>
        <p:spPr>
          <a:xfrm flipH="1" rot="10800000">
            <a:off x="-762425" y="-915550"/>
            <a:ext cx="3405900" cy="3302400"/>
          </a:xfrm>
          <a:prstGeom prst="rtTriangle">
            <a:avLst/>
          </a:prstGeom>
          <a:solidFill>
            <a:srgbClr val="9292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</a:endParaRPr>
          </a:p>
        </p:txBody>
      </p:sp>
      <p:sp>
        <p:nvSpPr>
          <p:cNvPr id="36" name="Google Shape;36;p6"/>
          <p:cNvSpPr/>
          <p:nvPr/>
        </p:nvSpPr>
        <p:spPr>
          <a:xfrm flipH="1" rot="10800000">
            <a:off x="-1681400" y="-152262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 rot="10800000">
            <a:off x="-19875" y="-19325"/>
            <a:ext cx="9203100" cy="5162700"/>
          </a:xfrm>
          <a:prstGeom prst="triangle">
            <a:avLst>
              <a:gd fmla="val 50000" name="adj"/>
            </a:avLst>
          </a:prstGeom>
          <a:solidFill>
            <a:srgbClr val="383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2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>
                <a:solidFill>
                  <a:schemeClr val="accent5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>
                <a:solidFill>
                  <a:schemeClr val="accent5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  <a:defRPr>
                <a:solidFill>
                  <a:schemeClr val="accent5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>
                <a:solidFill>
                  <a:schemeClr val="accent5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>
                <a:solidFill>
                  <a:schemeClr val="accent5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  <a:defRPr>
                <a:solidFill>
                  <a:schemeClr val="accent5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>
                <a:solidFill>
                  <a:schemeClr val="accent5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>
                <a:solidFill>
                  <a:schemeClr val="accent5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21_1_1">
    <p:bg>
      <p:bgPr>
        <a:solidFill>
          <a:schemeClr val="accent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 flipH="1" rot="10800000">
            <a:off x="-2390100" y="-102475"/>
            <a:ext cx="13887000" cy="6572400"/>
          </a:xfrm>
          <a:prstGeom prst="triangle">
            <a:avLst>
              <a:gd fmla="val 4985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-5261951" y="1545125"/>
            <a:ext cx="7035600" cy="32772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2434275" y="3133271"/>
            <a:ext cx="42753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type="title"/>
          </p:nvPr>
        </p:nvSpPr>
        <p:spPr>
          <a:xfrm>
            <a:off x="1726200" y="347525"/>
            <a:ext cx="5691600" cy="26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13"/>
          <p:cNvSpPr/>
          <p:nvPr/>
        </p:nvSpPr>
        <p:spPr>
          <a:xfrm rot="10800000">
            <a:off x="6919375" y="-738125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 rot="10800000">
            <a:off x="7062250" y="-795275"/>
            <a:ext cx="34059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solidFill>
          <a:schemeClr val="accent5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-169300" y="-64500"/>
            <a:ext cx="4451100" cy="5272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4"/>
          <p:cNvCxnSpPr/>
          <p:nvPr/>
        </p:nvCxnSpPr>
        <p:spPr>
          <a:xfrm rot="10800000">
            <a:off x="-1604675" y="1624350"/>
            <a:ext cx="4819800" cy="4419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 txBox="1"/>
          <p:nvPr>
            <p:ph type="title"/>
          </p:nvPr>
        </p:nvSpPr>
        <p:spPr>
          <a:xfrm>
            <a:off x="5690650" y="1883225"/>
            <a:ext cx="31938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hasCustomPrompt="1" idx="2" type="title"/>
          </p:nvPr>
        </p:nvSpPr>
        <p:spPr>
          <a:xfrm>
            <a:off x="4810771" y="1164068"/>
            <a:ext cx="6846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4"/>
          <p:cNvSpPr txBox="1"/>
          <p:nvPr>
            <p:ph hasCustomPrompt="1" idx="3" type="title"/>
          </p:nvPr>
        </p:nvSpPr>
        <p:spPr>
          <a:xfrm>
            <a:off x="4810771" y="2031990"/>
            <a:ext cx="6846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4"/>
          <p:cNvSpPr txBox="1"/>
          <p:nvPr>
            <p:ph idx="4" type="title"/>
          </p:nvPr>
        </p:nvSpPr>
        <p:spPr>
          <a:xfrm>
            <a:off x="5690650" y="3628275"/>
            <a:ext cx="31938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5" type="title"/>
          </p:nvPr>
        </p:nvSpPr>
        <p:spPr>
          <a:xfrm>
            <a:off x="5690650" y="1044000"/>
            <a:ext cx="31938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6" type="title"/>
          </p:nvPr>
        </p:nvSpPr>
        <p:spPr>
          <a:xfrm>
            <a:off x="5690650" y="2760350"/>
            <a:ext cx="31938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hasCustomPrompt="1" idx="7" type="title"/>
          </p:nvPr>
        </p:nvSpPr>
        <p:spPr>
          <a:xfrm>
            <a:off x="4810771" y="2880418"/>
            <a:ext cx="6846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4"/>
          <p:cNvSpPr txBox="1"/>
          <p:nvPr>
            <p:ph hasCustomPrompt="1" idx="8" type="title"/>
          </p:nvPr>
        </p:nvSpPr>
        <p:spPr>
          <a:xfrm>
            <a:off x="4810771" y="3748340"/>
            <a:ext cx="6846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5690650" y="1319545"/>
            <a:ext cx="2454000" cy="2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9" type="subTitle"/>
          </p:nvPr>
        </p:nvSpPr>
        <p:spPr>
          <a:xfrm>
            <a:off x="5690650" y="3045420"/>
            <a:ext cx="2454000" cy="2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3" type="subTitle"/>
          </p:nvPr>
        </p:nvSpPr>
        <p:spPr>
          <a:xfrm>
            <a:off x="5690650" y="2162698"/>
            <a:ext cx="2454000" cy="2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14" type="subTitle"/>
          </p:nvPr>
        </p:nvSpPr>
        <p:spPr>
          <a:xfrm>
            <a:off x="5690650" y="3907748"/>
            <a:ext cx="2454000" cy="2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5" type="title"/>
          </p:nvPr>
        </p:nvSpPr>
        <p:spPr>
          <a:xfrm>
            <a:off x="713225" y="2198800"/>
            <a:ext cx="3416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solidFill>
          <a:schemeClr val="accent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hasCustomPrompt="1" type="title"/>
          </p:nvPr>
        </p:nvSpPr>
        <p:spPr>
          <a:xfrm>
            <a:off x="815488" y="2995725"/>
            <a:ext cx="6084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5"/>
          <p:cNvSpPr txBox="1"/>
          <p:nvPr>
            <p:ph idx="2" type="title"/>
          </p:nvPr>
        </p:nvSpPr>
        <p:spPr>
          <a:xfrm>
            <a:off x="1633438" y="2931800"/>
            <a:ext cx="29334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" type="subTitle"/>
          </p:nvPr>
        </p:nvSpPr>
        <p:spPr>
          <a:xfrm>
            <a:off x="1633438" y="3207354"/>
            <a:ext cx="29334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88" name="Google Shape;88;p15"/>
          <p:cNvSpPr/>
          <p:nvPr/>
        </p:nvSpPr>
        <p:spPr>
          <a:xfrm rot="10800000">
            <a:off x="-19875" y="-13336"/>
            <a:ext cx="9203100" cy="2690100"/>
          </a:xfrm>
          <a:prstGeom prst="triangle">
            <a:avLst>
              <a:gd fmla="val 49898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>
            <p:ph hasCustomPrompt="1" idx="3" type="title"/>
          </p:nvPr>
        </p:nvSpPr>
        <p:spPr>
          <a:xfrm>
            <a:off x="815488" y="3888750"/>
            <a:ext cx="6084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5"/>
          <p:cNvSpPr txBox="1"/>
          <p:nvPr>
            <p:ph idx="4" type="title"/>
          </p:nvPr>
        </p:nvSpPr>
        <p:spPr>
          <a:xfrm>
            <a:off x="1633438" y="3824821"/>
            <a:ext cx="29334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5" type="subTitle"/>
          </p:nvPr>
        </p:nvSpPr>
        <p:spPr>
          <a:xfrm>
            <a:off x="1633438" y="4100375"/>
            <a:ext cx="29334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hasCustomPrompt="1" idx="6" type="title"/>
          </p:nvPr>
        </p:nvSpPr>
        <p:spPr>
          <a:xfrm>
            <a:off x="4543875" y="2995725"/>
            <a:ext cx="6084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/>
          <p:nvPr>
            <p:ph idx="7" type="title"/>
          </p:nvPr>
        </p:nvSpPr>
        <p:spPr>
          <a:xfrm>
            <a:off x="5395160" y="2931800"/>
            <a:ext cx="29334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8" type="subTitle"/>
          </p:nvPr>
        </p:nvSpPr>
        <p:spPr>
          <a:xfrm>
            <a:off x="5395160" y="3207354"/>
            <a:ext cx="29334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hasCustomPrompt="1" idx="9" type="title"/>
          </p:nvPr>
        </p:nvSpPr>
        <p:spPr>
          <a:xfrm>
            <a:off x="4543875" y="3888750"/>
            <a:ext cx="6084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5"/>
          <p:cNvSpPr txBox="1"/>
          <p:nvPr>
            <p:ph idx="13" type="title"/>
          </p:nvPr>
        </p:nvSpPr>
        <p:spPr>
          <a:xfrm>
            <a:off x="5395160" y="3824822"/>
            <a:ext cx="29334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4" type="subTitle"/>
          </p:nvPr>
        </p:nvSpPr>
        <p:spPr>
          <a:xfrm>
            <a:off x="5395160" y="4100376"/>
            <a:ext cx="29334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cxnSp>
        <p:nvCxnSpPr>
          <p:cNvPr id="98" name="Google Shape;98;p15"/>
          <p:cNvCxnSpPr/>
          <p:nvPr/>
        </p:nvCxnSpPr>
        <p:spPr>
          <a:xfrm rot="10800000">
            <a:off x="-2241975" y="1909725"/>
            <a:ext cx="4819800" cy="441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5"/>
          <p:cNvCxnSpPr/>
          <p:nvPr/>
        </p:nvCxnSpPr>
        <p:spPr>
          <a:xfrm flipH="1" rot="10800000">
            <a:off x="6566175" y="1880250"/>
            <a:ext cx="4819800" cy="441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5"/>
          <p:cNvSpPr txBox="1"/>
          <p:nvPr>
            <p:ph idx="15"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accen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6"/>
          <p:cNvCxnSpPr/>
          <p:nvPr/>
        </p:nvCxnSpPr>
        <p:spPr>
          <a:xfrm>
            <a:off x="6350113" y="-1501125"/>
            <a:ext cx="3757500" cy="418380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6"/>
          <p:cNvSpPr/>
          <p:nvPr/>
        </p:nvSpPr>
        <p:spPr>
          <a:xfrm>
            <a:off x="-64200" y="3825775"/>
            <a:ext cx="1296000" cy="13824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258900" y="-237925"/>
            <a:ext cx="11403900" cy="5844300"/>
          </a:xfrm>
          <a:prstGeom prst="triangle">
            <a:avLst>
              <a:gd fmla="val 50000" name="adj"/>
            </a:avLst>
          </a:prstGeom>
          <a:solidFill>
            <a:srgbClr val="DBDB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 rot="10800000">
            <a:off x="-5389050" y="-2161975"/>
            <a:ext cx="11403900" cy="5844300"/>
          </a:xfrm>
          <a:prstGeom prst="triangle">
            <a:avLst>
              <a:gd fmla="val 50000" name="adj"/>
            </a:avLst>
          </a:prstGeom>
          <a:solidFill>
            <a:srgbClr val="9292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5211275" y="3863525"/>
            <a:ext cx="2907300" cy="14901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9292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 rot="10800000">
            <a:off x="1107975" y="-556075"/>
            <a:ext cx="2907300" cy="14901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2860200" y="2098184"/>
            <a:ext cx="3423600" cy="86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4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hasCustomPrompt="1" idx="2" type="title"/>
          </p:nvPr>
        </p:nvSpPr>
        <p:spPr>
          <a:xfrm>
            <a:off x="3043350" y="1032009"/>
            <a:ext cx="3057300" cy="86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3531300" y="3320300"/>
            <a:ext cx="20814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11" name="Google Shape;111;p16"/>
          <p:cNvSpPr/>
          <p:nvPr/>
        </p:nvSpPr>
        <p:spPr>
          <a:xfrm flipH="1">
            <a:off x="7919875" y="3825775"/>
            <a:ext cx="1296000" cy="1382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5">
    <p:bg>
      <p:bgPr>
        <a:solidFill>
          <a:schemeClr val="accent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4796125" y="-217575"/>
            <a:ext cx="4347900" cy="5619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713225" y="687700"/>
            <a:ext cx="3858900" cy="12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713225" y="2263300"/>
            <a:ext cx="3858900" cy="22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16" name="Google Shape;116;p17"/>
          <p:cNvSpPr/>
          <p:nvPr/>
        </p:nvSpPr>
        <p:spPr>
          <a:xfrm>
            <a:off x="842850" y="154450"/>
            <a:ext cx="459300" cy="492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>
            <p:ph idx="2" type="pic"/>
          </p:nvPr>
        </p:nvSpPr>
        <p:spPr>
          <a:xfrm>
            <a:off x="5634400" y="747975"/>
            <a:ext cx="2619900" cy="3643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5_1">
    <p:bg>
      <p:bgPr>
        <a:solidFill>
          <a:schemeClr val="accent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43479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8"/>
          <p:cNvSpPr txBox="1"/>
          <p:nvPr>
            <p:ph type="title"/>
          </p:nvPr>
        </p:nvSpPr>
        <p:spPr>
          <a:xfrm>
            <a:off x="5024185" y="1440200"/>
            <a:ext cx="3400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1" type="subTitle"/>
          </p:nvPr>
        </p:nvSpPr>
        <p:spPr>
          <a:xfrm>
            <a:off x="5024185" y="2263300"/>
            <a:ext cx="3400800" cy="13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1">
    <p:bg>
      <p:bgPr>
        <a:solidFill>
          <a:schemeClr val="accent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431100" y="695250"/>
            <a:ext cx="8281800" cy="412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3133650" y="-22775"/>
            <a:ext cx="2876700" cy="1295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948725" y="2351950"/>
            <a:ext cx="7246500" cy="2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298450" lvl="1" marL="9144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298450" lvl="2" marL="13716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298450" lvl="3" marL="18288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298450" lvl="4" marL="22860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298450" lvl="5" marL="27432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298450" lvl="6" marL="32004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298450" lvl="7" marL="36576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298450" lvl="8" marL="41148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948725" y="1327900"/>
            <a:ext cx="7246500" cy="83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solidFill>
          <a:schemeClr val="accent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862450" y="3418086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424450" y="3659411"/>
            <a:ext cx="26397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2" type="title"/>
          </p:nvPr>
        </p:nvSpPr>
        <p:spPr>
          <a:xfrm>
            <a:off x="6525755" y="3418086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3" type="subTitle"/>
          </p:nvPr>
        </p:nvSpPr>
        <p:spPr>
          <a:xfrm>
            <a:off x="6087751" y="3659411"/>
            <a:ext cx="26397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4" type="title"/>
          </p:nvPr>
        </p:nvSpPr>
        <p:spPr>
          <a:xfrm>
            <a:off x="3690150" y="3418086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0"/>
          <p:cNvSpPr txBox="1"/>
          <p:nvPr>
            <p:ph idx="5" type="subTitle"/>
          </p:nvPr>
        </p:nvSpPr>
        <p:spPr>
          <a:xfrm>
            <a:off x="3252148" y="3659411"/>
            <a:ext cx="26397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34" name="Google Shape;134;p20"/>
          <p:cNvSpPr txBox="1"/>
          <p:nvPr>
            <p:ph idx="6" type="title"/>
          </p:nvPr>
        </p:nvSpPr>
        <p:spPr>
          <a:xfrm>
            <a:off x="1687950" y="530725"/>
            <a:ext cx="5768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26_1"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2419275" y="712798"/>
            <a:ext cx="8680800" cy="45069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 rot="10800000">
            <a:off x="-1956075" y="-76202"/>
            <a:ext cx="8680800" cy="45069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 txBox="1"/>
          <p:nvPr>
            <p:ph idx="1" type="subTitle"/>
          </p:nvPr>
        </p:nvSpPr>
        <p:spPr>
          <a:xfrm>
            <a:off x="837600" y="1363909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5204373" y="3528545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cxnSp>
        <p:nvCxnSpPr>
          <p:cNvPr id="140" name="Google Shape;140;p21"/>
          <p:cNvCxnSpPr/>
          <p:nvPr/>
        </p:nvCxnSpPr>
        <p:spPr>
          <a:xfrm>
            <a:off x="-1375750" y="2424873"/>
            <a:ext cx="3079500" cy="3177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1"/>
          <p:cNvCxnSpPr/>
          <p:nvPr/>
        </p:nvCxnSpPr>
        <p:spPr>
          <a:xfrm>
            <a:off x="7838750" y="-62702"/>
            <a:ext cx="3079500" cy="3177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21"/>
          <p:cNvSpPr txBox="1"/>
          <p:nvPr>
            <p:ph type="title"/>
          </p:nvPr>
        </p:nvSpPr>
        <p:spPr>
          <a:xfrm>
            <a:off x="5204373" y="2704650"/>
            <a:ext cx="3100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3" type="title"/>
          </p:nvPr>
        </p:nvSpPr>
        <p:spPr>
          <a:xfrm>
            <a:off x="837600" y="530725"/>
            <a:ext cx="3100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30_1">
    <p:bg>
      <p:bgPr>
        <a:solidFill>
          <a:schemeClr val="accent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rot="5400000">
            <a:off x="-3440300" y="-797850"/>
            <a:ext cx="13257600" cy="67392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 rot="-5400000">
            <a:off x="4398975" y="-370300"/>
            <a:ext cx="5766000" cy="55911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>
            <p:ph type="ctrTitle"/>
          </p:nvPr>
        </p:nvSpPr>
        <p:spPr>
          <a:xfrm>
            <a:off x="713225" y="730700"/>
            <a:ext cx="3706800" cy="15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713225" y="2472000"/>
            <a:ext cx="3678000" cy="19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49" name="Google Shape;149;p22"/>
          <p:cNvSpPr/>
          <p:nvPr/>
        </p:nvSpPr>
        <p:spPr>
          <a:xfrm rot="-2700000">
            <a:off x="4008372" y="-4515765"/>
            <a:ext cx="5766173" cy="5590952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22"/>
          <p:cNvCxnSpPr/>
          <p:nvPr/>
        </p:nvCxnSpPr>
        <p:spPr>
          <a:xfrm flipH="1" rot="10800000">
            <a:off x="4562550" y="-204075"/>
            <a:ext cx="6010200" cy="61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 flipH="1">
            <a:off x="1821475" y="2527625"/>
            <a:ext cx="5501100" cy="4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hasCustomPrompt="1" idx="2" type="title"/>
          </p:nvPr>
        </p:nvSpPr>
        <p:spPr>
          <a:xfrm flipH="1">
            <a:off x="3043350" y="1533511"/>
            <a:ext cx="3057300" cy="8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b="1"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4" name="Google Shape;154;p23"/>
          <p:cNvSpPr txBox="1"/>
          <p:nvPr>
            <p:ph idx="1" type="subTitle"/>
          </p:nvPr>
        </p:nvSpPr>
        <p:spPr>
          <a:xfrm flipH="1">
            <a:off x="3198150" y="3293187"/>
            <a:ext cx="2747700" cy="3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cxnSp>
        <p:nvCxnSpPr>
          <p:cNvPr id="155" name="Google Shape;155;p23"/>
          <p:cNvCxnSpPr/>
          <p:nvPr/>
        </p:nvCxnSpPr>
        <p:spPr>
          <a:xfrm>
            <a:off x="6350113" y="-1501125"/>
            <a:ext cx="3757500" cy="4183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3"/>
          <p:cNvSpPr/>
          <p:nvPr/>
        </p:nvSpPr>
        <p:spPr>
          <a:xfrm>
            <a:off x="-64200" y="3825775"/>
            <a:ext cx="1296000" cy="13824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5258900" y="-237925"/>
            <a:ext cx="11403900" cy="58443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 rot="10800000">
            <a:off x="-5389050" y="-2161975"/>
            <a:ext cx="11403900" cy="58443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5211275" y="3863525"/>
            <a:ext cx="2907300" cy="14901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 rot="10800000">
            <a:off x="1107975" y="-556075"/>
            <a:ext cx="2907300" cy="14901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ONE_COLUMN_TEXT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4039975" y="2245288"/>
            <a:ext cx="4390800" cy="6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type="title"/>
          </p:nvPr>
        </p:nvSpPr>
        <p:spPr>
          <a:xfrm>
            <a:off x="4168000" y="963075"/>
            <a:ext cx="4262700" cy="9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bg>
      <p:bgPr>
        <a:solidFill>
          <a:schemeClr val="accent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 rot="-5400000">
            <a:off x="4642941" y="-1673359"/>
            <a:ext cx="7685100" cy="7451400"/>
          </a:xfrm>
          <a:prstGeom prst="rtTriangl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25"/>
          <p:cNvSpPr/>
          <p:nvPr/>
        </p:nvSpPr>
        <p:spPr>
          <a:xfrm flipH="1" rot="-5400000">
            <a:off x="2841550" y="288050"/>
            <a:ext cx="10141200" cy="4567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713225" y="1627150"/>
            <a:ext cx="4659300" cy="18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5"/>
          <p:cNvSpPr/>
          <p:nvPr/>
        </p:nvSpPr>
        <p:spPr>
          <a:xfrm rot="5400000">
            <a:off x="-341212" y="-788137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5"/>
          <p:cNvSpPr/>
          <p:nvPr/>
        </p:nvSpPr>
        <p:spPr>
          <a:xfrm rot="5400000">
            <a:off x="-436462" y="-1007212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" name="Google Shape;170;p25"/>
          <p:cNvSpPr/>
          <p:nvPr/>
        </p:nvSpPr>
        <p:spPr>
          <a:xfrm flipH="1">
            <a:off x="5408725" y="4511825"/>
            <a:ext cx="3458400" cy="1923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_3">
    <p:bg>
      <p:bgPr>
        <a:solidFill>
          <a:schemeClr val="accent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1383600" y="2307450"/>
            <a:ext cx="63768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6"/>
          <p:cNvSpPr txBox="1"/>
          <p:nvPr>
            <p:ph idx="2" type="title"/>
          </p:nvPr>
        </p:nvSpPr>
        <p:spPr>
          <a:xfrm>
            <a:off x="1120875" y="89947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6"/>
          <p:cNvSpPr txBox="1"/>
          <p:nvPr>
            <p:ph idx="1" type="subTitle"/>
          </p:nvPr>
        </p:nvSpPr>
        <p:spPr>
          <a:xfrm>
            <a:off x="734175" y="1166874"/>
            <a:ext cx="27327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75" name="Google Shape;175;p26"/>
          <p:cNvSpPr txBox="1"/>
          <p:nvPr>
            <p:ph idx="3" type="title"/>
          </p:nvPr>
        </p:nvSpPr>
        <p:spPr>
          <a:xfrm>
            <a:off x="1120875" y="347797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6"/>
          <p:cNvSpPr txBox="1"/>
          <p:nvPr>
            <p:ph idx="4" type="subTitle"/>
          </p:nvPr>
        </p:nvSpPr>
        <p:spPr>
          <a:xfrm>
            <a:off x="734175" y="3747815"/>
            <a:ext cx="27327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5" type="title"/>
          </p:nvPr>
        </p:nvSpPr>
        <p:spPr>
          <a:xfrm>
            <a:off x="6063846" y="89947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6" type="subTitle"/>
          </p:nvPr>
        </p:nvSpPr>
        <p:spPr>
          <a:xfrm>
            <a:off x="5677150" y="1166874"/>
            <a:ext cx="27327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7" type="title"/>
          </p:nvPr>
        </p:nvSpPr>
        <p:spPr>
          <a:xfrm>
            <a:off x="6063846" y="347812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8" type="subTitle"/>
          </p:nvPr>
        </p:nvSpPr>
        <p:spPr>
          <a:xfrm>
            <a:off x="5677150" y="3746088"/>
            <a:ext cx="2732700" cy="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931700" y="2019718"/>
            <a:ext cx="32529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27"/>
          <p:cNvSpPr txBox="1"/>
          <p:nvPr>
            <p:ph hasCustomPrompt="1" idx="2" type="title"/>
          </p:nvPr>
        </p:nvSpPr>
        <p:spPr>
          <a:xfrm>
            <a:off x="931700" y="967055"/>
            <a:ext cx="3057300" cy="9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27"/>
          <p:cNvSpPr txBox="1"/>
          <p:nvPr>
            <p:ph idx="1" type="subTitle"/>
          </p:nvPr>
        </p:nvSpPr>
        <p:spPr>
          <a:xfrm>
            <a:off x="931700" y="3326230"/>
            <a:ext cx="1978500" cy="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cxnSp>
        <p:nvCxnSpPr>
          <p:cNvPr id="185" name="Google Shape;185;p27"/>
          <p:cNvCxnSpPr/>
          <p:nvPr/>
        </p:nvCxnSpPr>
        <p:spPr>
          <a:xfrm>
            <a:off x="2581800" y="-1263000"/>
            <a:ext cx="3757500" cy="418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7"/>
          <p:cNvSpPr/>
          <p:nvPr/>
        </p:nvSpPr>
        <p:spPr>
          <a:xfrm>
            <a:off x="-62425" y="3825775"/>
            <a:ext cx="1296000" cy="1382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3">
    <p:bg>
      <p:bgPr>
        <a:solidFill>
          <a:schemeClr val="accent5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716550" y="530725"/>
            <a:ext cx="7710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8"/>
          <p:cNvSpPr/>
          <p:nvPr/>
        </p:nvSpPr>
        <p:spPr>
          <a:xfrm>
            <a:off x="-1681400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p28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1" name="Google Shape;191;p28"/>
          <p:cNvSpPr/>
          <p:nvPr/>
        </p:nvSpPr>
        <p:spPr>
          <a:xfrm rot="10800000">
            <a:off x="5454700" y="-178932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7">
    <p:bg>
      <p:bgPr>
        <a:solidFill>
          <a:schemeClr val="accent5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1176825" y="2158150"/>
            <a:ext cx="14991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9"/>
          <p:cNvSpPr txBox="1"/>
          <p:nvPr>
            <p:ph idx="1" type="subTitle"/>
          </p:nvPr>
        </p:nvSpPr>
        <p:spPr>
          <a:xfrm>
            <a:off x="713225" y="2459250"/>
            <a:ext cx="24261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2" type="title"/>
          </p:nvPr>
        </p:nvSpPr>
        <p:spPr>
          <a:xfrm>
            <a:off x="6468199" y="2158150"/>
            <a:ext cx="14991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3" type="subTitle"/>
          </p:nvPr>
        </p:nvSpPr>
        <p:spPr>
          <a:xfrm>
            <a:off x="6004683" y="2459250"/>
            <a:ext cx="24261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4" type="title"/>
          </p:nvPr>
        </p:nvSpPr>
        <p:spPr>
          <a:xfrm>
            <a:off x="3822450" y="2158150"/>
            <a:ext cx="14991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5" type="subTitle"/>
          </p:nvPr>
        </p:nvSpPr>
        <p:spPr>
          <a:xfrm>
            <a:off x="3358950" y="2459250"/>
            <a:ext cx="24261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199" name="Google Shape;199;p29"/>
          <p:cNvSpPr/>
          <p:nvPr/>
        </p:nvSpPr>
        <p:spPr>
          <a:xfrm>
            <a:off x="3198450" y="3764666"/>
            <a:ext cx="2727900" cy="14163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9"/>
          <p:cNvSpPr txBox="1"/>
          <p:nvPr>
            <p:ph idx="6"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32_1">
    <p:bg>
      <p:bgPr>
        <a:solidFill>
          <a:schemeClr val="accent5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 flipH="1" rot="5400000">
            <a:off x="-3170100" y="96925"/>
            <a:ext cx="10676100" cy="48081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0"/>
          <p:cNvSpPr txBox="1"/>
          <p:nvPr>
            <p:ph type="title"/>
          </p:nvPr>
        </p:nvSpPr>
        <p:spPr>
          <a:xfrm>
            <a:off x="5621850" y="1032225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0"/>
          <p:cNvSpPr txBox="1"/>
          <p:nvPr>
            <p:ph idx="1" type="subTitle"/>
          </p:nvPr>
        </p:nvSpPr>
        <p:spPr>
          <a:xfrm>
            <a:off x="5295600" y="1276125"/>
            <a:ext cx="24162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2" type="title"/>
          </p:nvPr>
        </p:nvSpPr>
        <p:spPr>
          <a:xfrm>
            <a:off x="713225" y="2279700"/>
            <a:ext cx="3328800" cy="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30"/>
          <p:cNvSpPr txBox="1"/>
          <p:nvPr>
            <p:ph idx="3" type="title"/>
          </p:nvPr>
        </p:nvSpPr>
        <p:spPr>
          <a:xfrm>
            <a:off x="5621850" y="2460810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4" type="subTitle"/>
          </p:nvPr>
        </p:nvSpPr>
        <p:spPr>
          <a:xfrm>
            <a:off x="5295600" y="2709472"/>
            <a:ext cx="24162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5" type="title"/>
          </p:nvPr>
        </p:nvSpPr>
        <p:spPr>
          <a:xfrm>
            <a:off x="5621850" y="3877419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6" type="subTitle"/>
          </p:nvPr>
        </p:nvSpPr>
        <p:spPr>
          <a:xfrm>
            <a:off x="5295600" y="4126082"/>
            <a:ext cx="24162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10" name="Google Shape;210;p30"/>
          <p:cNvSpPr/>
          <p:nvPr/>
        </p:nvSpPr>
        <p:spPr>
          <a:xfrm rot="10800000">
            <a:off x="6984125" y="-614375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30"/>
          <p:cNvSpPr/>
          <p:nvPr/>
        </p:nvSpPr>
        <p:spPr>
          <a:xfrm rot="10800000">
            <a:off x="7044125" y="-709625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30"/>
          <p:cNvSpPr/>
          <p:nvPr/>
        </p:nvSpPr>
        <p:spPr>
          <a:xfrm flipH="1">
            <a:off x="7963400" y="3988625"/>
            <a:ext cx="1355400" cy="13143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7338200" y="4256000"/>
            <a:ext cx="2913300" cy="13665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">
    <p:bg>
      <p:bgPr>
        <a:solidFill>
          <a:schemeClr val="accent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/>
          <p:nvPr/>
        </p:nvSpPr>
        <p:spPr>
          <a:xfrm>
            <a:off x="-522475" y="3430700"/>
            <a:ext cx="2292600" cy="208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1"/>
          <p:cNvSpPr txBox="1"/>
          <p:nvPr>
            <p:ph type="title"/>
          </p:nvPr>
        </p:nvSpPr>
        <p:spPr>
          <a:xfrm>
            <a:off x="892050" y="530725"/>
            <a:ext cx="7359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31"/>
          <p:cNvSpPr/>
          <p:nvPr/>
        </p:nvSpPr>
        <p:spPr>
          <a:xfrm rot="10800000">
            <a:off x="7261800" y="-552525"/>
            <a:ext cx="2292600" cy="2084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1"/>
          <p:cNvSpPr/>
          <p:nvPr/>
        </p:nvSpPr>
        <p:spPr>
          <a:xfrm flipH="1">
            <a:off x="-2363425" y="4490900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1"/>
          <p:cNvSpPr/>
          <p:nvPr/>
        </p:nvSpPr>
        <p:spPr>
          <a:xfrm flipH="1" rot="-5400000">
            <a:off x="7959050" y="337625"/>
            <a:ext cx="2457300" cy="11526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1">
    <p:bg>
      <p:bgPr>
        <a:solidFill>
          <a:schemeClr val="accent5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956375" y="35530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32"/>
          <p:cNvSpPr txBox="1"/>
          <p:nvPr>
            <p:ph idx="1" type="subTitle"/>
          </p:nvPr>
        </p:nvSpPr>
        <p:spPr>
          <a:xfrm>
            <a:off x="713225" y="3828005"/>
            <a:ext cx="21450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23" name="Google Shape;223;p32"/>
          <p:cNvSpPr txBox="1"/>
          <p:nvPr>
            <p:ph idx="2" type="title"/>
          </p:nvPr>
        </p:nvSpPr>
        <p:spPr>
          <a:xfrm>
            <a:off x="6528925" y="35530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32"/>
          <p:cNvSpPr txBox="1"/>
          <p:nvPr>
            <p:ph idx="3" type="subTitle"/>
          </p:nvPr>
        </p:nvSpPr>
        <p:spPr>
          <a:xfrm>
            <a:off x="6305275" y="3828005"/>
            <a:ext cx="21450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25" name="Google Shape;225;p32"/>
          <p:cNvSpPr txBox="1"/>
          <p:nvPr>
            <p:ph idx="4" type="title"/>
          </p:nvPr>
        </p:nvSpPr>
        <p:spPr>
          <a:xfrm>
            <a:off x="3752400" y="35530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32"/>
          <p:cNvSpPr txBox="1"/>
          <p:nvPr>
            <p:ph idx="5" type="subTitle"/>
          </p:nvPr>
        </p:nvSpPr>
        <p:spPr>
          <a:xfrm>
            <a:off x="3509250" y="3828005"/>
            <a:ext cx="21450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27" name="Google Shape;227;p32"/>
          <p:cNvSpPr txBox="1"/>
          <p:nvPr>
            <p:ph idx="6" type="title"/>
          </p:nvPr>
        </p:nvSpPr>
        <p:spPr>
          <a:xfrm>
            <a:off x="1687950" y="530725"/>
            <a:ext cx="5768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3_1">
    <p:bg>
      <p:bgPr>
        <a:solidFill>
          <a:schemeClr val="accent5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2056190" y="2074300"/>
            <a:ext cx="2227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0" name="Google Shape;230;p33"/>
          <p:cNvSpPr txBox="1"/>
          <p:nvPr>
            <p:ph idx="1" type="subTitle"/>
          </p:nvPr>
        </p:nvSpPr>
        <p:spPr>
          <a:xfrm>
            <a:off x="2056192" y="2332425"/>
            <a:ext cx="2227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2" type="title"/>
          </p:nvPr>
        </p:nvSpPr>
        <p:spPr>
          <a:xfrm>
            <a:off x="2056190" y="3402924"/>
            <a:ext cx="2227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3" type="subTitle"/>
          </p:nvPr>
        </p:nvSpPr>
        <p:spPr>
          <a:xfrm>
            <a:off x="2056192" y="3661050"/>
            <a:ext cx="2227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4" type="title"/>
          </p:nvPr>
        </p:nvSpPr>
        <p:spPr>
          <a:xfrm>
            <a:off x="5444664" y="2074300"/>
            <a:ext cx="2227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5" type="subTitle"/>
          </p:nvPr>
        </p:nvSpPr>
        <p:spPr>
          <a:xfrm>
            <a:off x="5444664" y="2332425"/>
            <a:ext cx="2227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6" type="title"/>
          </p:nvPr>
        </p:nvSpPr>
        <p:spPr>
          <a:xfrm>
            <a:off x="5444664" y="3402925"/>
            <a:ext cx="2227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7" type="subTitle"/>
          </p:nvPr>
        </p:nvSpPr>
        <p:spPr>
          <a:xfrm>
            <a:off x="5444664" y="3661050"/>
            <a:ext cx="2227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37" name="Google Shape;237;p33"/>
          <p:cNvSpPr/>
          <p:nvPr/>
        </p:nvSpPr>
        <p:spPr>
          <a:xfrm>
            <a:off x="-1462325" y="2386850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8" name="Google Shape;238;p33"/>
          <p:cNvSpPr/>
          <p:nvPr/>
        </p:nvSpPr>
        <p:spPr>
          <a:xfrm>
            <a:off x="-1681400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9" name="Google Shape;239;p33"/>
          <p:cNvSpPr/>
          <p:nvPr/>
        </p:nvSpPr>
        <p:spPr>
          <a:xfrm rot="10800000">
            <a:off x="6132775" y="-9155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p33"/>
          <p:cNvSpPr txBox="1"/>
          <p:nvPr>
            <p:ph idx="8" type="title"/>
          </p:nvPr>
        </p:nvSpPr>
        <p:spPr>
          <a:xfrm>
            <a:off x="716550" y="530725"/>
            <a:ext cx="7710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29">
    <p:bg>
      <p:bgPr>
        <a:solidFill>
          <a:schemeClr val="accent5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/>
          <p:nvPr/>
        </p:nvSpPr>
        <p:spPr>
          <a:xfrm>
            <a:off x="-3485600" y="1687000"/>
            <a:ext cx="7403100" cy="37941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4"/>
          <p:cNvSpPr/>
          <p:nvPr/>
        </p:nvSpPr>
        <p:spPr>
          <a:xfrm>
            <a:off x="779625" y="1433800"/>
            <a:ext cx="7737300" cy="317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4"/>
          <p:cNvSpPr txBox="1"/>
          <p:nvPr>
            <p:ph type="title"/>
          </p:nvPr>
        </p:nvSpPr>
        <p:spPr>
          <a:xfrm>
            <a:off x="1043779" y="1830575"/>
            <a:ext cx="18975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4"/>
          <p:cNvSpPr txBox="1"/>
          <p:nvPr>
            <p:ph idx="1" type="subTitle"/>
          </p:nvPr>
        </p:nvSpPr>
        <p:spPr>
          <a:xfrm>
            <a:off x="1059229" y="2140283"/>
            <a:ext cx="18666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2" type="title"/>
          </p:nvPr>
        </p:nvSpPr>
        <p:spPr>
          <a:xfrm>
            <a:off x="1043779" y="3280851"/>
            <a:ext cx="18975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4"/>
          <p:cNvSpPr txBox="1"/>
          <p:nvPr>
            <p:ph idx="3" type="subTitle"/>
          </p:nvPr>
        </p:nvSpPr>
        <p:spPr>
          <a:xfrm>
            <a:off x="1059229" y="3614442"/>
            <a:ext cx="18666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48" name="Google Shape;248;p34"/>
          <p:cNvSpPr txBox="1"/>
          <p:nvPr>
            <p:ph idx="4" type="title"/>
          </p:nvPr>
        </p:nvSpPr>
        <p:spPr>
          <a:xfrm>
            <a:off x="3631360" y="1830575"/>
            <a:ext cx="18819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34"/>
          <p:cNvSpPr txBox="1"/>
          <p:nvPr>
            <p:ph idx="5" type="subTitle"/>
          </p:nvPr>
        </p:nvSpPr>
        <p:spPr>
          <a:xfrm>
            <a:off x="3639010" y="2140276"/>
            <a:ext cx="18666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6" type="title"/>
          </p:nvPr>
        </p:nvSpPr>
        <p:spPr>
          <a:xfrm>
            <a:off x="3631360" y="3280851"/>
            <a:ext cx="18819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34"/>
          <p:cNvSpPr txBox="1"/>
          <p:nvPr>
            <p:ph idx="7" type="subTitle"/>
          </p:nvPr>
        </p:nvSpPr>
        <p:spPr>
          <a:xfrm>
            <a:off x="3639010" y="3614442"/>
            <a:ext cx="18666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52" name="Google Shape;252;p34"/>
          <p:cNvSpPr txBox="1"/>
          <p:nvPr>
            <p:ph idx="8" type="title"/>
          </p:nvPr>
        </p:nvSpPr>
        <p:spPr>
          <a:xfrm>
            <a:off x="6215127" y="1830575"/>
            <a:ext cx="1875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34"/>
          <p:cNvSpPr txBox="1"/>
          <p:nvPr>
            <p:ph idx="9" type="subTitle"/>
          </p:nvPr>
        </p:nvSpPr>
        <p:spPr>
          <a:xfrm>
            <a:off x="6219627" y="2140276"/>
            <a:ext cx="18666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3" type="title"/>
          </p:nvPr>
        </p:nvSpPr>
        <p:spPr>
          <a:xfrm>
            <a:off x="6215127" y="3280851"/>
            <a:ext cx="1875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34"/>
          <p:cNvSpPr txBox="1"/>
          <p:nvPr>
            <p:ph idx="14" type="subTitle"/>
          </p:nvPr>
        </p:nvSpPr>
        <p:spPr>
          <a:xfrm>
            <a:off x="6219627" y="3614442"/>
            <a:ext cx="18666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56" name="Google Shape;256;p34"/>
          <p:cNvSpPr txBox="1"/>
          <p:nvPr>
            <p:ph idx="15"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_1_3_1_1">
    <p:bg>
      <p:bgPr>
        <a:solidFill>
          <a:srgbClr val="191919">
            <a:alpha val="0"/>
          </a:srgbClr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type="title"/>
          </p:nvPr>
        </p:nvSpPr>
        <p:spPr>
          <a:xfrm>
            <a:off x="713225" y="3349725"/>
            <a:ext cx="1846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35"/>
          <p:cNvSpPr txBox="1"/>
          <p:nvPr>
            <p:ph idx="1" type="subTitle"/>
          </p:nvPr>
        </p:nvSpPr>
        <p:spPr>
          <a:xfrm>
            <a:off x="713225" y="3607847"/>
            <a:ext cx="1846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60" name="Google Shape;260;p35"/>
          <p:cNvSpPr/>
          <p:nvPr/>
        </p:nvSpPr>
        <p:spPr>
          <a:xfrm flipH="1">
            <a:off x="7004125" y="2529725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p35"/>
          <p:cNvSpPr/>
          <p:nvPr/>
        </p:nvSpPr>
        <p:spPr>
          <a:xfrm flipH="1">
            <a:off x="7194625" y="2653550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35"/>
          <p:cNvSpPr/>
          <p:nvPr/>
        </p:nvSpPr>
        <p:spPr>
          <a:xfrm flipH="1" rot="10800000">
            <a:off x="-762425" y="-9155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35"/>
          <p:cNvSpPr/>
          <p:nvPr/>
        </p:nvSpPr>
        <p:spPr>
          <a:xfrm flipH="1" rot="10800000">
            <a:off x="-1681400" y="-152262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4" name="Google Shape;264;p35"/>
          <p:cNvSpPr txBox="1"/>
          <p:nvPr>
            <p:ph idx="2" type="title"/>
          </p:nvPr>
        </p:nvSpPr>
        <p:spPr>
          <a:xfrm>
            <a:off x="2670358" y="3349725"/>
            <a:ext cx="1846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idx="3" type="subTitle"/>
          </p:nvPr>
        </p:nvSpPr>
        <p:spPr>
          <a:xfrm>
            <a:off x="2670358" y="3607847"/>
            <a:ext cx="1846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title"/>
          </p:nvPr>
        </p:nvSpPr>
        <p:spPr>
          <a:xfrm>
            <a:off x="4627491" y="3349725"/>
            <a:ext cx="1846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35"/>
          <p:cNvSpPr txBox="1"/>
          <p:nvPr>
            <p:ph idx="5" type="subTitle"/>
          </p:nvPr>
        </p:nvSpPr>
        <p:spPr>
          <a:xfrm>
            <a:off x="4627491" y="3607847"/>
            <a:ext cx="1846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68" name="Google Shape;268;p35"/>
          <p:cNvSpPr txBox="1"/>
          <p:nvPr>
            <p:ph idx="6" type="title"/>
          </p:nvPr>
        </p:nvSpPr>
        <p:spPr>
          <a:xfrm>
            <a:off x="6584624" y="3349725"/>
            <a:ext cx="1846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9" name="Google Shape;269;p35"/>
          <p:cNvSpPr txBox="1"/>
          <p:nvPr>
            <p:ph idx="7" type="subTitle"/>
          </p:nvPr>
        </p:nvSpPr>
        <p:spPr>
          <a:xfrm>
            <a:off x="6584624" y="3607847"/>
            <a:ext cx="1846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70" name="Google Shape;270;p35"/>
          <p:cNvSpPr txBox="1"/>
          <p:nvPr>
            <p:ph idx="8"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4">
    <p:bg>
      <p:bgPr>
        <a:solidFill>
          <a:schemeClr val="accent5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4260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36"/>
          <p:cNvSpPr/>
          <p:nvPr/>
        </p:nvSpPr>
        <p:spPr>
          <a:xfrm rot="10800000">
            <a:off x="6907925" y="-808550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4" name="Google Shape;274;p36"/>
          <p:cNvSpPr/>
          <p:nvPr/>
        </p:nvSpPr>
        <p:spPr>
          <a:xfrm rot="10800000">
            <a:off x="6967925" y="-903800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4_1">
    <p:bg>
      <p:bgPr>
        <a:solidFill>
          <a:schemeClr val="accent5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type="title"/>
          </p:nvPr>
        </p:nvSpPr>
        <p:spPr>
          <a:xfrm>
            <a:off x="713225" y="530725"/>
            <a:ext cx="5771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37"/>
          <p:cNvSpPr/>
          <p:nvPr/>
        </p:nvSpPr>
        <p:spPr>
          <a:xfrm rot="10800000">
            <a:off x="-2495250" y="-885400"/>
            <a:ext cx="4317900" cy="22131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5">
  <p:cSld name="CUSTOM_1_1_2">
    <p:bg>
      <p:bgPr>
        <a:solidFill>
          <a:schemeClr val="accent5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38"/>
          <p:cNvSpPr txBox="1"/>
          <p:nvPr>
            <p:ph idx="2" type="title"/>
          </p:nvPr>
        </p:nvSpPr>
        <p:spPr>
          <a:xfrm>
            <a:off x="1284681" y="3270025"/>
            <a:ext cx="11598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1" name="Google Shape;281;p38"/>
          <p:cNvSpPr txBox="1"/>
          <p:nvPr>
            <p:ph idx="1" type="subTitle"/>
          </p:nvPr>
        </p:nvSpPr>
        <p:spPr>
          <a:xfrm>
            <a:off x="940581" y="3541195"/>
            <a:ext cx="18480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82" name="Google Shape;282;p38"/>
          <p:cNvSpPr txBox="1"/>
          <p:nvPr>
            <p:ph idx="3" type="title"/>
          </p:nvPr>
        </p:nvSpPr>
        <p:spPr>
          <a:xfrm>
            <a:off x="6699519" y="3257475"/>
            <a:ext cx="11598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3" name="Google Shape;283;p38"/>
          <p:cNvSpPr txBox="1"/>
          <p:nvPr>
            <p:ph idx="4" type="subTitle"/>
          </p:nvPr>
        </p:nvSpPr>
        <p:spPr>
          <a:xfrm>
            <a:off x="6355419" y="3520107"/>
            <a:ext cx="18480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84" name="Google Shape;284;p38"/>
          <p:cNvSpPr txBox="1"/>
          <p:nvPr>
            <p:ph idx="5" type="title"/>
          </p:nvPr>
        </p:nvSpPr>
        <p:spPr>
          <a:xfrm>
            <a:off x="3990022" y="3270025"/>
            <a:ext cx="11598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38"/>
          <p:cNvSpPr txBox="1"/>
          <p:nvPr>
            <p:ph idx="6" type="subTitle"/>
          </p:nvPr>
        </p:nvSpPr>
        <p:spPr>
          <a:xfrm>
            <a:off x="3645922" y="3541195"/>
            <a:ext cx="18480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2_1">
    <p:bg>
      <p:bgPr>
        <a:solidFill>
          <a:schemeClr val="accent5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type="title"/>
          </p:nvPr>
        </p:nvSpPr>
        <p:spPr>
          <a:xfrm>
            <a:off x="892050" y="530725"/>
            <a:ext cx="7359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39"/>
          <p:cNvSpPr/>
          <p:nvPr/>
        </p:nvSpPr>
        <p:spPr>
          <a:xfrm flipH="1" rot="10800000">
            <a:off x="-287750" y="-113775"/>
            <a:ext cx="2978700" cy="3082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9"/>
          <p:cNvSpPr/>
          <p:nvPr/>
        </p:nvSpPr>
        <p:spPr>
          <a:xfrm>
            <a:off x="5008975" y="1687000"/>
            <a:ext cx="7403100" cy="37941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3">
    <p:bg>
      <p:bgPr>
        <a:solidFill>
          <a:schemeClr val="accent5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/>
          <p:nvPr/>
        </p:nvSpPr>
        <p:spPr>
          <a:xfrm flipH="1">
            <a:off x="4458687" y="-942975"/>
            <a:ext cx="8250600" cy="7999800"/>
          </a:xfrm>
          <a:prstGeom prst="rtTriangl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40"/>
          <p:cNvSpPr/>
          <p:nvPr/>
        </p:nvSpPr>
        <p:spPr>
          <a:xfrm>
            <a:off x="3310050" y="1947500"/>
            <a:ext cx="2523900" cy="20247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0"/>
          <p:cNvSpPr/>
          <p:nvPr/>
        </p:nvSpPr>
        <p:spPr>
          <a:xfrm>
            <a:off x="535050" y="1947500"/>
            <a:ext cx="2523900" cy="20247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0"/>
          <p:cNvSpPr/>
          <p:nvPr/>
        </p:nvSpPr>
        <p:spPr>
          <a:xfrm>
            <a:off x="6085050" y="1947500"/>
            <a:ext cx="2523900" cy="20247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0"/>
          <p:cNvSpPr txBox="1"/>
          <p:nvPr>
            <p:ph idx="1" type="subTitle"/>
          </p:nvPr>
        </p:nvSpPr>
        <p:spPr>
          <a:xfrm>
            <a:off x="653699" y="3141175"/>
            <a:ext cx="22866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96" name="Google Shape;296;p40"/>
          <p:cNvSpPr txBox="1"/>
          <p:nvPr>
            <p:ph idx="2" type="subTitle"/>
          </p:nvPr>
        </p:nvSpPr>
        <p:spPr>
          <a:xfrm>
            <a:off x="3439674" y="3141175"/>
            <a:ext cx="22866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97" name="Google Shape;297;p40"/>
          <p:cNvSpPr txBox="1"/>
          <p:nvPr>
            <p:ph idx="3" type="subTitle"/>
          </p:nvPr>
        </p:nvSpPr>
        <p:spPr>
          <a:xfrm>
            <a:off x="6203701" y="3141175"/>
            <a:ext cx="2286600" cy="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298" name="Google Shape;298;p40"/>
          <p:cNvSpPr txBox="1"/>
          <p:nvPr>
            <p:ph hasCustomPrompt="1" type="title"/>
          </p:nvPr>
        </p:nvSpPr>
        <p:spPr>
          <a:xfrm>
            <a:off x="588299" y="2468125"/>
            <a:ext cx="24174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9" name="Google Shape;299;p40"/>
          <p:cNvSpPr txBox="1"/>
          <p:nvPr>
            <p:ph hasCustomPrompt="1" idx="4" type="title"/>
          </p:nvPr>
        </p:nvSpPr>
        <p:spPr>
          <a:xfrm>
            <a:off x="3363300" y="2468125"/>
            <a:ext cx="24174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40"/>
          <p:cNvSpPr txBox="1"/>
          <p:nvPr>
            <p:ph hasCustomPrompt="1" idx="5" type="title"/>
          </p:nvPr>
        </p:nvSpPr>
        <p:spPr>
          <a:xfrm>
            <a:off x="6138301" y="2468125"/>
            <a:ext cx="24174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1" name="Google Shape;301;p40"/>
          <p:cNvSpPr txBox="1"/>
          <p:nvPr>
            <p:ph idx="6"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40"/>
          <p:cNvSpPr/>
          <p:nvPr/>
        </p:nvSpPr>
        <p:spPr>
          <a:xfrm flipH="1">
            <a:off x="7169700" y="2391925"/>
            <a:ext cx="34059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3" name="Google Shape;303;p40"/>
          <p:cNvSpPr/>
          <p:nvPr/>
        </p:nvSpPr>
        <p:spPr>
          <a:xfrm flipH="1" rot="10800000">
            <a:off x="-762425" y="-1182250"/>
            <a:ext cx="34059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4" name="Google Shape;304;p40"/>
          <p:cNvSpPr/>
          <p:nvPr/>
        </p:nvSpPr>
        <p:spPr>
          <a:xfrm flipH="1" rot="10800000">
            <a:off x="-1681400" y="-178932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3_1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>
            <p:ph idx="1" type="subTitle"/>
          </p:nvPr>
        </p:nvSpPr>
        <p:spPr>
          <a:xfrm>
            <a:off x="713250" y="1264629"/>
            <a:ext cx="7717500" cy="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07" name="Google Shape;307;p41"/>
          <p:cNvSpPr txBox="1"/>
          <p:nvPr>
            <p:ph hasCustomPrompt="1" type="title"/>
          </p:nvPr>
        </p:nvSpPr>
        <p:spPr>
          <a:xfrm>
            <a:off x="713227" y="639821"/>
            <a:ext cx="77175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41"/>
          <p:cNvSpPr txBox="1"/>
          <p:nvPr>
            <p:ph idx="2" type="subTitle"/>
          </p:nvPr>
        </p:nvSpPr>
        <p:spPr>
          <a:xfrm>
            <a:off x="713250" y="2701904"/>
            <a:ext cx="7717500" cy="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09" name="Google Shape;309;p41"/>
          <p:cNvSpPr txBox="1"/>
          <p:nvPr>
            <p:ph hasCustomPrompt="1" idx="3" type="title"/>
          </p:nvPr>
        </p:nvSpPr>
        <p:spPr>
          <a:xfrm>
            <a:off x="713227" y="2077096"/>
            <a:ext cx="77175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0" name="Google Shape;310;p41"/>
          <p:cNvSpPr txBox="1"/>
          <p:nvPr>
            <p:ph idx="4" type="subTitle"/>
          </p:nvPr>
        </p:nvSpPr>
        <p:spPr>
          <a:xfrm>
            <a:off x="713250" y="4139179"/>
            <a:ext cx="7717500" cy="3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11" name="Google Shape;311;p41"/>
          <p:cNvSpPr txBox="1"/>
          <p:nvPr>
            <p:ph hasCustomPrompt="1" idx="5" type="title"/>
          </p:nvPr>
        </p:nvSpPr>
        <p:spPr>
          <a:xfrm>
            <a:off x="713227" y="3514371"/>
            <a:ext cx="77175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41"/>
          <p:cNvSpPr/>
          <p:nvPr/>
        </p:nvSpPr>
        <p:spPr>
          <a:xfrm rot="10800000">
            <a:off x="5913650" y="-411375"/>
            <a:ext cx="5264100" cy="26976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1"/>
          <p:cNvSpPr/>
          <p:nvPr/>
        </p:nvSpPr>
        <p:spPr>
          <a:xfrm>
            <a:off x="-5191825" y="2310500"/>
            <a:ext cx="7403100" cy="37941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1"/>
          <p:cNvSpPr/>
          <p:nvPr/>
        </p:nvSpPr>
        <p:spPr>
          <a:xfrm flipH="1">
            <a:off x="-924100" y="3997950"/>
            <a:ext cx="3329700" cy="15618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34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>
            <p:ph type="title"/>
          </p:nvPr>
        </p:nvSpPr>
        <p:spPr>
          <a:xfrm>
            <a:off x="716550" y="530725"/>
            <a:ext cx="7710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42"/>
          <p:cNvSpPr/>
          <p:nvPr/>
        </p:nvSpPr>
        <p:spPr>
          <a:xfrm>
            <a:off x="-1681400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8" name="Google Shape;318;p42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9" name="Google Shape;319;p42"/>
          <p:cNvSpPr/>
          <p:nvPr/>
        </p:nvSpPr>
        <p:spPr>
          <a:xfrm rot="10800000">
            <a:off x="5454700" y="-178932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2"/>
          <p:cNvSpPr txBox="1"/>
          <p:nvPr>
            <p:ph idx="2" type="title"/>
          </p:nvPr>
        </p:nvSpPr>
        <p:spPr>
          <a:xfrm>
            <a:off x="928050" y="3565775"/>
            <a:ext cx="15096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1" name="Google Shape;321;p42"/>
          <p:cNvSpPr txBox="1"/>
          <p:nvPr>
            <p:ph idx="1" type="subTitle"/>
          </p:nvPr>
        </p:nvSpPr>
        <p:spPr>
          <a:xfrm>
            <a:off x="758850" y="3950490"/>
            <a:ext cx="1848000" cy="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22" name="Google Shape;322;p42"/>
          <p:cNvSpPr txBox="1"/>
          <p:nvPr>
            <p:ph idx="3" type="title"/>
          </p:nvPr>
        </p:nvSpPr>
        <p:spPr>
          <a:xfrm>
            <a:off x="6686827" y="3565775"/>
            <a:ext cx="15096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42"/>
          <p:cNvSpPr txBox="1"/>
          <p:nvPr>
            <p:ph idx="4" type="subTitle"/>
          </p:nvPr>
        </p:nvSpPr>
        <p:spPr>
          <a:xfrm>
            <a:off x="6517622" y="3950490"/>
            <a:ext cx="1848000" cy="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24" name="Google Shape;324;p42"/>
          <p:cNvSpPr txBox="1"/>
          <p:nvPr>
            <p:ph idx="5" type="title"/>
          </p:nvPr>
        </p:nvSpPr>
        <p:spPr>
          <a:xfrm>
            <a:off x="3815126" y="3565775"/>
            <a:ext cx="15096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" name="Google Shape;325;p42"/>
          <p:cNvSpPr txBox="1"/>
          <p:nvPr>
            <p:ph idx="6" type="subTitle"/>
          </p:nvPr>
        </p:nvSpPr>
        <p:spPr>
          <a:xfrm>
            <a:off x="3645921" y="3950490"/>
            <a:ext cx="1848000" cy="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26" name="Google Shape;326;p42"/>
          <p:cNvSpPr txBox="1"/>
          <p:nvPr>
            <p:ph hasCustomPrompt="1" idx="7" type="title"/>
          </p:nvPr>
        </p:nvSpPr>
        <p:spPr>
          <a:xfrm>
            <a:off x="4006513" y="2497875"/>
            <a:ext cx="1131000" cy="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42"/>
          <p:cNvSpPr txBox="1"/>
          <p:nvPr>
            <p:ph hasCustomPrompt="1" idx="8" type="title"/>
          </p:nvPr>
        </p:nvSpPr>
        <p:spPr>
          <a:xfrm>
            <a:off x="1117350" y="2497873"/>
            <a:ext cx="1131000" cy="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8" name="Google Shape;328;p42"/>
          <p:cNvSpPr txBox="1"/>
          <p:nvPr>
            <p:ph hasCustomPrompt="1" idx="9" type="title"/>
          </p:nvPr>
        </p:nvSpPr>
        <p:spPr>
          <a:xfrm>
            <a:off x="6876113" y="2497873"/>
            <a:ext cx="1131000" cy="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solidFill>
          <a:schemeClr val="dk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/>
          <p:nvPr/>
        </p:nvSpPr>
        <p:spPr>
          <a:xfrm>
            <a:off x="4165600" y="2820426"/>
            <a:ext cx="8077200" cy="38757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31" name="Google Shape;331;p43"/>
          <p:cNvSpPr/>
          <p:nvPr/>
        </p:nvSpPr>
        <p:spPr>
          <a:xfrm rot="10800000">
            <a:off x="-1006525" y="-294700"/>
            <a:ext cx="4029300" cy="19335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3"/>
          <p:cNvSpPr txBox="1"/>
          <p:nvPr>
            <p:ph type="title"/>
          </p:nvPr>
        </p:nvSpPr>
        <p:spPr>
          <a:xfrm>
            <a:off x="713250" y="6727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5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43"/>
          <p:cNvSpPr txBox="1"/>
          <p:nvPr>
            <p:ph idx="1" type="body"/>
          </p:nvPr>
        </p:nvSpPr>
        <p:spPr>
          <a:xfrm>
            <a:off x="3068250" y="2129523"/>
            <a:ext cx="30075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34" name="Google Shape;334;p43"/>
          <p:cNvSpPr txBox="1"/>
          <p:nvPr/>
        </p:nvSpPr>
        <p:spPr>
          <a:xfrm>
            <a:off x="2483550" y="3392650"/>
            <a:ext cx="41769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icons, infographics &amp; images by </a:t>
            </a:r>
            <a:r>
              <a:rPr b="1" lang="en" sz="1100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100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35" name="Google Shape;335;p43"/>
          <p:cNvSpPr txBox="1"/>
          <p:nvPr>
            <p:ph idx="2" type="subTitle"/>
          </p:nvPr>
        </p:nvSpPr>
        <p:spPr>
          <a:xfrm>
            <a:off x="3069175" y="1843125"/>
            <a:ext cx="3007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1">
    <p:bg>
      <p:bgPr>
        <a:solidFill>
          <a:schemeClr val="accent5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4"/>
          <p:cNvSpPr/>
          <p:nvPr/>
        </p:nvSpPr>
        <p:spPr>
          <a:xfrm flipH="1">
            <a:off x="7413700" y="2482100"/>
            <a:ext cx="34059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9" name="Google Shape;339;p44"/>
          <p:cNvSpPr/>
          <p:nvPr/>
        </p:nvSpPr>
        <p:spPr>
          <a:xfrm flipH="1" rot="10800000">
            <a:off x="-924550" y="-1354075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0" name="Google Shape;340;p44"/>
          <p:cNvSpPr/>
          <p:nvPr/>
        </p:nvSpPr>
        <p:spPr>
          <a:xfrm flipH="1" rot="10800000">
            <a:off x="-1996725" y="-198567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"/>
          <p:cNvSpPr txBox="1"/>
          <p:nvPr>
            <p:ph idx="1" type="body"/>
          </p:nvPr>
        </p:nvSpPr>
        <p:spPr>
          <a:xfrm>
            <a:off x="713225" y="1424150"/>
            <a:ext cx="7710900" cy="3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50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3">
    <p:bg>
      <p:bgPr>
        <a:solidFill>
          <a:schemeClr val="accent5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/>
          <p:nvPr>
            <p:ph type="title"/>
          </p:nvPr>
        </p:nvSpPr>
        <p:spPr>
          <a:xfrm>
            <a:off x="4572000" y="1737675"/>
            <a:ext cx="3636600" cy="13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4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5"/>
          <p:cNvSpPr txBox="1"/>
          <p:nvPr>
            <p:ph hasCustomPrompt="1" idx="2" type="title"/>
          </p:nvPr>
        </p:nvSpPr>
        <p:spPr>
          <a:xfrm>
            <a:off x="5151175" y="424768"/>
            <a:ext cx="3057300" cy="14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45"/>
          <p:cNvSpPr txBox="1"/>
          <p:nvPr>
            <p:ph idx="1" type="subTitle"/>
          </p:nvPr>
        </p:nvSpPr>
        <p:spPr>
          <a:xfrm>
            <a:off x="5367475" y="3320300"/>
            <a:ext cx="28410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cxnSp>
        <p:nvCxnSpPr>
          <p:cNvPr id="346" name="Google Shape;346;p45"/>
          <p:cNvCxnSpPr/>
          <p:nvPr/>
        </p:nvCxnSpPr>
        <p:spPr>
          <a:xfrm flipH="1">
            <a:off x="2814150" y="-1263000"/>
            <a:ext cx="3757500" cy="418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5"/>
          <p:cNvSpPr/>
          <p:nvPr/>
        </p:nvSpPr>
        <p:spPr>
          <a:xfrm flipH="1">
            <a:off x="7919875" y="3825775"/>
            <a:ext cx="1296000" cy="1382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21_1_3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/>
          <p:nvPr>
            <p:ph idx="1" type="body"/>
          </p:nvPr>
        </p:nvSpPr>
        <p:spPr>
          <a:xfrm>
            <a:off x="713225" y="2347850"/>
            <a:ext cx="4941600" cy="22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50" name="Google Shape;350;p46"/>
          <p:cNvSpPr txBox="1"/>
          <p:nvPr>
            <p:ph type="title"/>
          </p:nvPr>
        </p:nvSpPr>
        <p:spPr>
          <a:xfrm>
            <a:off x="713225" y="1061025"/>
            <a:ext cx="5218800" cy="9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46"/>
          <p:cNvSpPr/>
          <p:nvPr/>
        </p:nvSpPr>
        <p:spPr>
          <a:xfrm rot="5400000">
            <a:off x="-761012" y="-790512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2" name="Google Shape;352;p46"/>
          <p:cNvSpPr/>
          <p:nvPr/>
        </p:nvSpPr>
        <p:spPr>
          <a:xfrm rot="5400000">
            <a:off x="-856262" y="-1009587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3" name="Google Shape;353;p46"/>
          <p:cNvSpPr/>
          <p:nvPr/>
        </p:nvSpPr>
        <p:spPr>
          <a:xfrm rot="-5400000">
            <a:off x="2896850" y="288000"/>
            <a:ext cx="10141200" cy="4567500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2">
  <p:cSld name="SECTION_TITLE_AND_DESCRIPTION_2">
    <p:bg>
      <p:bgPr>
        <a:solidFill>
          <a:schemeClr val="accent5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/>
          <p:nvPr/>
        </p:nvSpPr>
        <p:spPr>
          <a:xfrm rot="5400000">
            <a:off x="-64425" y="64350"/>
            <a:ext cx="4243200" cy="4114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7"/>
          <p:cNvSpPr/>
          <p:nvPr/>
        </p:nvSpPr>
        <p:spPr>
          <a:xfrm flipH="1" rot="-5400000">
            <a:off x="4941700" y="26525"/>
            <a:ext cx="4364700" cy="4227600"/>
          </a:xfrm>
          <a:prstGeom prst="rtTriangl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7"/>
          <p:cNvSpPr txBox="1"/>
          <p:nvPr>
            <p:ph type="ctrTitle"/>
          </p:nvPr>
        </p:nvSpPr>
        <p:spPr>
          <a:xfrm>
            <a:off x="1690800" y="1707225"/>
            <a:ext cx="5762400" cy="14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b="1" sz="8000"/>
            </a:lvl9pPr>
          </a:lstStyle>
          <a:p/>
        </p:txBody>
      </p:sp>
      <p:sp>
        <p:nvSpPr>
          <p:cNvPr id="358" name="Google Shape;358;p47"/>
          <p:cNvSpPr txBox="1"/>
          <p:nvPr>
            <p:ph idx="1" type="subTitle"/>
          </p:nvPr>
        </p:nvSpPr>
        <p:spPr>
          <a:xfrm>
            <a:off x="1431175" y="3334300"/>
            <a:ext cx="6281400" cy="11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2">
    <p:bg>
      <p:bgPr>
        <a:solidFill>
          <a:schemeClr val="accent5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 txBox="1"/>
          <p:nvPr>
            <p:ph idx="1" type="subTitle"/>
          </p:nvPr>
        </p:nvSpPr>
        <p:spPr>
          <a:xfrm>
            <a:off x="833927" y="2641577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61" name="Google Shape;361;p48"/>
          <p:cNvSpPr txBox="1"/>
          <p:nvPr>
            <p:ph idx="2" type="subTitle"/>
          </p:nvPr>
        </p:nvSpPr>
        <p:spPr>
          <a:xfrm>
            <a:off x="5209273" y="2641577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62" name="Google Shape;362;p48"/>
          <p:cNvSpPr txBox="1"/>
          <p:nvPr>
            <p:ph type="title"/>
          </p:nvPr>
        </p:nvSpPr>
        <p:spPr>
          <a:xfrm>
            <a:off x="1554977" y="1985760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48"/>
          <p:cNvSpPr txBox="1"/>
          <p:nvPr>
            <p:ph idx="3" type="title"/>
          </p:nvPr>
        </p:nvSpPr>
        <p:spPr>
          <a:xfrm>
            <a:off x="5930323" y="1985760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4" name="Google Shape;364;p48"/>
          <p:cNvSpPr/>
          <p:nvPr/>
        </p:nvSpPr>
        <p:spPr>
          <a:xfrm rot="10800000">
            <a:off x="3588450" y="-22625"/>
            <a:ext cx="1967100" cy="8859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0_3">
    <p:bg>
      <p:bgPr>
        <a:solidFill>
          <a:schemeClr val="accent5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/>
          <p:nvPr/>
        </p:nvSpPr>
        <p:spPr>
          <a:xfrm rot="-5400000">
            <a:off x="5236050" y="1293550"/>
            <a:ext cx="3924900" cy="3891000"/>
          </a:xfrm>
          <a:prstGeom prst="rtTriangle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9"/>
          <p:cNvSpPr/>
          <p:nvPr/>
        </p:nvSpPr>
        <p:spPr>
          <a:xfrm flipH="1" rot="10800000">
            <a:off x="37875" y="150"/>
            <a:ext cx="9106200" cy="44697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9"/>
          <p:cNvSpPr/>
          <p:nvPr/>
        </p:nvSpPr>
        <p:spPr>
          <a:xfrm flipH="1">
            <a:off x="3580800" y="1387275"/>
            <a:ext cx="9554400" cy="4859700"/>
          </a:xfrm>
          <a:prstGeom prst="triangle">
            <a:avLst>
              <a:gd fmla="val 49428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9"/>
          <p:cNvSpPr txBox="1"/>
          <p:nvPr>
            <p:ph type="ctrTitle"/>
          </p:nvPr>
        </p:nvSpPr>
        <p:spPr>
          <a:xfrm>
            <a:off x="816825" y="1232050"/>
            <a:ext cx="5762400" cy="5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b="1"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0" name="Google Shape;370;p49"/>
          <p:cNvSpPr txBox="1"/>
          <p:nvPr>
            <p:ph idx="1" type="subTitle"/>
          </p:nvPr>
        </p:nvSpPr>
        <p:spPr>
          <a:xfrm>
            <a:off x="816825" y="1873375"/>
            <a:ext cx="5762400" cy="15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bg>
      <p:bgPr>
        <a:solidFill>
          <a:schemeClr val="accent5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/>
          <p:nvPr/>
        </p:nvSpPr>
        <p:spPr>
          <a:xfrm>
            <a:off x="-50" y="5600"/>
            <a:ext cx="9144000" cy="5143500"/>
          </a:xfrm>
          <a:prstGeom prst="rect">
            <a:avLst/>
          </a:prstGeom>
          <a:solidFill>
            <a:schemeClr val="lt1">
              <a:alpha val="2355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0"/>
          <p:cNvSpPr/>
          <p:nvPr/>
        </p:nvSpPr>
        <p:spPr>
          <a:xfrm>
            <a:off x="4312400" y="3669275"/>
            <a:ext cx="4886400" cy="105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4572000" y="3729575"/>
            <a:ext cx="3858900" cy="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5" name="Google Shape;375;p50"/>
          <p:cNvSpPr/>
          <p:nvPr/>
        </p:nvSpPr>
        <p:spPr>
          <a:xfrm rot="5400000">
            <a:off x="-341212" y="-788137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6" name="Google Shape;376;p50"/>
          <p:cNvSpPr/>
          <p:nvPr/>
        </p:nvSpPr>
        <p:spPr>
          <a:xfrm rot="5400000">
            <a:off x="-436462" y="-1007212"/>
            <a:ext cx="34059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2">
    <p:bg>
      <p:bgPr>
        <a:solidFill>
          <a:schemeClr val="accent5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/>
          <p:nvPr/>
        </p:nvSpPr>
        <p:spPr>
          <a:xfrm>
            <a:off x="-50" y="5600"/>
            <a:ext cx="9144000" cy="5143500"/>
          </a:xfrm>
          <a:prstGeom prst="rect">
            <a:avLst/>
          </a:prstGeom>
          <a:solidFill>
            <a:schemeClr val="lt1">
              <a:alpha val="2355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1"/>
          <p:cNvSpPr/>
          <p:nvPr/>
        </p:nvSpPr>
        <p:spPr>
          <a:xfrm>
            <a:off x="-75550" y="463300"/>
            <a:ext cx="4886400" cy="105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1"/>
          <p:cNvSpPr/>
          <p:nvPr/>
        </p:nvSpPr>
        <p:spPr>
          <a:xfrm rot="10800000">
            <a:off x="6530450" y="-614375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1" name="Google Shape;381;p51"/>
          <p:cNvSpPr/>
          <p:nvPr/>
        </p:nvSpPr>
        <p:spPr>
          <a:xfrm rot="10800000">
            <a:off x="6749525" y="-709625"/>
            <a:ext cx="3405900" cy="33024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2" name="Google Shape;382;p51"/>
          <p:cNvSpPr txBox="1"/>
          <p:nvPr>
            <p:ph type="title"/>
          </p:nvPr>
        </p:nvSpPr>
        <p:spPr>
          <a:xfrm>
            <a:off x="713225" y="530725"/>
            <a:ext cx="3858900" cy="8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1_1_5">
    <p:bg>
      <p:bgPr>
        <a:solidFill>
          <a:schemeClr val="accent5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/>
          <p:nvPr>
            <p:ph type="title"/>
          </p:nvPr>
        </p:nvSpPr>
        <p:spPr>
          <a:xfrm>
            <a:off x="1319574" y="201112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" name="Google Shape;385;p52"/>
          <p:cNvSpPr txBox="1"/>
          <p:nvPr>
            <p:ph idx="1" type="subTitle"/>
          </p:nvPr>
        </p:nvSpPr>
        <p:spPr>
          <a:xfrm>
            <a:off x="1319576" y="2286575"/>
            <a:ext cx="22215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86" name="Google Shape;386;p52"/>
          <p:cNvSpPr txBox="1"/>
          <p:nvPr>
            <p:ph idx="2" type="title"/>
          </p:nvPr>
        </p:nvSpPr>
        <p:spPr>
          <a:xfrm>
            <a:off x="4681398" y="201127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52"/>
          <p:cNvSpPr txBox="1"/>
          <p:nvPr>
            <p:ph idx="3" type="subTitle"/>
          </p:nvPr>
        </p:nvSpPr>
        <p:spPr>
          <a:xfrm>
            <a:off x="4681376" y="2285050"/>
            <a:ext cx="22215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88" name="Google Shape;388;p52"/>
          <p:cNvSpPr txBox="1"/>
          <p:nvPr>
            <p:ph idx="4" type="title"/>
          </p:nvPr>
        </p:nvSpPr>
        <p:spPr>
          <a:xfrm>
            <a:off x="2410949" y="326842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9" name="Google Shape;389;p52"/>
          <p:cNvSpPr txBox="1"/>
          <p:nvPr>
            <p:ph idx="5" type="subTitle"/>
          </p:nvPr>
        </p:nvSpPr>
        <p:spPr>
          <a:xfrm>
            <a:off x="2410951" y="3543875"/>
            <a:ext cx="22215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90" name="Google Shape;390;p52"/>
          <p:cNvSpPr txBox="1"/>
          <p:nvPr>
            <p:ph idx="6" type="title"/>
          </p:nvPr>
        </p:nvSpPr>
        <p:spPr>
          <a:xfrm>
            <a:off x="5772773" y="3268575"/>
            <a:ext cx="1959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1" name="Google Shape;391;p52"/>
          <p:cNvSpPr txBox="1"/>
          <p:nvPr>
            <p:ph idx="7" type="subTitle"/>
          </p:nvPr>
        </p:nvSpPr>
        <p:spPr>
          <a:xfrm>
            <a:off x="5772750" y="3542350"/>
            <a:ext cx="22215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392" name="Google Shape;392;p52"/>
          <p:cNvSpPr/>
          <p:nvPr/>
        </p:nvSpPr>
        <p:spPr>
          <a:xfrm rot="-5400000">
            <a:off x="7319425" y="3228300"/>
            <a:ext cx="2112600" cy="2048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2"/>
          <p:cNvSpPr/>
          <p:nvPr/>
        </p:nvSpPr>
        <p:spPr>
          <a:xfrm>
            <a:off x="-519650" y="2386850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4" name="Google Shape;394;p52"/>
          <p:cNvSpPr/>
          <p:nvPr/>
        </p:nvSpPr>
        <p:spPr>
          <a:xfrm>
            <a:off x="-738725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5" name="Google Shape;395;p52"/>
          <p:cNvSpPr/>
          <p:nvPr/>
        </p:nvSpPr>
        <p:spPr>
          <a:xfrm rot="10800000">
            <a:off x="6727825" y="-9155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52"/>
          <p:cNvSpPr/>
          <p:nvPr/>
        </p:nvSpPr>
        <p:spPr>
          <a:xfrm rot="5400000">
            <a:off x="-262475" y="-1889875"/>
            <a:ext cx="3405900" cy="3302400"/>
          </a:xfrm>
          <a:prstGeom prst="rtTriangl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p52"/>
          <p:cNvSpPr txBox="1"/>
          <p:nvPr>
            <p:ph idx="8"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6_3">
    <p:bg>
      <p:bgPr>
        <a:solidFill>
          <a:schemeClr val="accent5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 txBox="1"/>
          <p:nvPr>
            <p:ph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53"/>
          <p:cNvSpPr txBox="1"/>
          <p:nvPr>
            <p:ph idx="1" type="subTitle"/>
          </p:nvPr>
        </p:nvSpPr>
        <p:spPr>
          <a:xfrm>
            <a:off x="1742675" y="3508850"/>
            <a:ext cx="2379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401" name="Google Shape;401;p53"/>
          <p:cNvSpPr txBox="1"/>
          <p:nvPr>
            <p:ph idx="2" type="subTitle"/>
          </p:nvPr>
        </p:nvSpPr>
        <p:spPr>
          <a:xfrm>
            <a:off x="5021770" y="3508850"/>
            <a:ext cx="2379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402" name="Google Shape;402;p53"/>
          <p:cNvSpPr txBox="1"/>
          <p:nvPr>
            <p:ph idx="3" type="title"/>
          </p:nvPr>
        </p:nvSpPr>
        <p:spPr>
          <a:xfrm>
            <a:off x="1865338" y="3248250"/>
            <a:ext cx="21342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53"/>
          <p:cNvSpPr txBox="1"/>
          <p:nvPr>
            <p:ph idx="4" type="title"/>
          </p:nvPr>
        </p:nvSpPr>
        <p:spPr>
          <a:xfrm>
            <a:off x="5144462" y="3248250"/>
            <a:ext cx="21342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53"/>
          <p:cNvSpPr/>
          <p:nvPr/>
        </p:nvSpPr>
        <p:spPr>
          <a:xfrm flipH="1" rot="10800000">
            <a:off x="0" y="-36200"/>
            <a:ext cx="2292600" cy="2084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3"/>
          <p:cNvSpPr/>
          <p:nvPr/>
        </p:nvSpPr>
        <p:spPr>
          <a:xfrm>
            <a:off x="6053100" y="306482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2_3">
    <p:bg>
      <p:bgPr>
        <a:solidFill>
          <a:schemeClr val="accent5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4"/>
          <p:cNvSpPr/>
          <p:nvPr/>
        </p:nvSpPr>
        <p:spPr>
          <a:xfrm rot="10800000">
            <a:off x="5891850" y="-387100"/>
            <a:ext cx="5264100" cy="26976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4"/>
          <p:cNvSpPr/>
          <p:nvPr/>
        </p:nvSpPr>
        <p:spPr>
          <a:xfrm>
            <a:off x="-5191825" y="2310500"/>
            <a:ext cx="7403100" cy="37941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4"/>
          <p:cNvSpPr txBox="1"/>
          <p:nvPr>
            <p:ph type="title"/>
          </p:nvPr>
        </p:nvSpPr>
        <p:spPr>
          <a:xfrm>
            <a:off x="862450" y="3324450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0" name="Google Shape;410;p54"/>
          <p:cNvSpPr txBox="1"/>
          <p:nvPr>
            <p:ph idx="1" type="subTitle"/>
          </p:nvPr>
        </p:nvSpPr>
        <p:spPr>
          <a:xfrm>
            <a:off x="424450" y="3583211"/>
            <a:ext cx="2639700" cy="8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411" name="Google Shape;411;p54"/>
          <p:cNvSpPr txBox="1"/>
          <p:nvPr>
            <p:ph idx="2" type="title"/>
          </p:nvPr>
        </p:nvSpPr>
        <p:spPr>
          <a:xfrm>
            <a:off x="6525755" y="3324450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2" name="Google Shape;412;p54"/>
          <p:cNvSpPr txBox="1"/>
          <p:nvPr>
            <p:ph idx="3" type="subTitle"/>
          </p:nvPr>
        </p:nvSpPr>
        <p:spPr>
          <a:xfrm>
            <a:off x="6087751" y="3583211"/>
            <a:ext cx="2639700" cy="8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413" name="Google Shape;413;p54"/>
          <p:cNvSpPr txBox="1"/>
          <p:nvPr>
            <p:ph idx="4" type="title"/>
          </p:nvPr>
        </p:nvSpPr>
        <p:spPr>
          <a:xfrm>
            <a:off x="3690150" y="3324450"/>
            <a:ext cx="1763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54"/>
          <p:cNvSpPr txBox="1"/>
          <p:nvPr>
            <p:ph idx="5" type="subTitle"/>
          </p:nvPr>
        </p:nvSpPr>
        <p:spPr>
          <a:xfrm>
            <a:off x="3252148" y="3583211"/>
            <a:ext cx="2639700" cy="8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  <p:sp>
        <p:nvSpPr>
          <p:cNvPr id="415" name="Google Shape;415;p54"/>
          <p:cNvSpPr txBox="1"/>
          <p:nvPr>
            <p:ph idx="6" type="title"/>
          </p:nvPr>
        </p:nvSpPr>
        <p:spPr>
          <a:xfrm>
            <a:off x="1687950" y="530725"/>
            <a:ext cx="5768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2_3">
    <p:bg>
      <p:bgPr>
        <a:solidFill>
          <a:schemeClr val="accent5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 txBox="1"/>
          <p:nvPr>
            <p:ph type="title"/>
          </p:nvPr>
        </p:nvSpPr>
        <p:spPr>
          <a:xfrm>
            <a:off x="713225" y="530725"/>
            <a:ext cx="73599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8" name="Google Shape;418;p55"/>
          <p:cNvSpPr/>
          <p:nvPr/>
        </p:nvSpPr>
        <p:spPr>
          <a:xfrm>
            <a:off x="-1776650" y="2701175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9" name="Google Shape;419;p55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0" name="Google Shape;420;p55"/>
          <p:cNvSpPr/>
          <p:nvPr/>
        </p:nvSpPr>
        <p:spPr>
          <a:xfrm rot="10800000">
            <a:off x="5454700" y="-1789325"/>
            <a:ext cx="5364900" cy="25164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"/>
          <p:cNvSpPr txBox="1"/>
          <p:nvPr>
            <p:ph type="ctrTitle"/>
          </p:nvPr>
        </p:nvSpPr>
        <p:spPr>
          <a:xfrm>
            <a:off x="3894633" y="1400061"/>
            <a:ext cx="4543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Workshop 1 </a:t>
            </a:r>
            <a:endParaRPr b="1"/>
          </a:p>
        </p:txBody>
      </p:sp>
      <p:sp>
        <p:nvSpPr>
          <p:cNvPr id="426" name="Google Shape;426;p56"/>
          <p:cNvSpPr txBox="1"/>
          <p:nvPr>
            <p:ph idx="1" type="subTitle"/>
          </p:nvPr>
        </p:nvSpPr>
        <p:spPr>
          <a:xfrm>
            <a:off x="2608525" y="3363400"/>
            <a:ext cx="5829600" cy="14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Case A: </a:t>
            </a:r>
            <a:r>
              <a:rPr lang="en" sz="3000"/>
              <a:t>Clement</a:t>
            </a:r>
            <a:endParaRPr sz="3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Alice Leung, Lucy Luan, Alice Shen, Estella,Francis, Joe</a:t>
            </a:r>
            <a:r>
              <a:rPr lang="en" sz="3000"/>
              <a:t> </a:t>
            </a:r>
            <a:endParaRPr sz="3000"/>
          </a:p>
        </p:txBody>
      </p:sp>
      <p:cxnSp>
        <p:nvCxnSpPr>
          <p:cNvPr id="427" name="Google Shape;427;p56"/>
          <p:cNvCxnSpPr/>
          <p:nvPr/>
        </p:nvCxnSpPr>
        <p:spPr>
          <a:xfrm>
            <a:off x="7635400" y="3363405"/>
            <a:ext cx="647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7"/>
          <p:cNvSpPr txBox="1"/>
          <p:nvPr>
            <p:ph type="title"/>
          </p:nvPr>
        </p:nvSpPr>
        <p:spPr>
          <a:xfrm>
            <a:off x="556275" y="290850"/>
            <a:ext cx="789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Contents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3" name="Google Shape;433;p57"/>
          <p:cNvSpPr txBox="1"/>
          <p:nvPr>
            <p:ph idx="1" type="body"/>
          </p:nvPr>
        </p:nvSpPr>
        <p:spPr>
          <a:xfrm>
            <a:off x="556275" y="863550"/>
            <a:ext cx="726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ANALYSIS</a:t>
            </a:r>
            <a:endParaRPr sz="2400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- SELF PRESENTATION</a:t>
            </a:r>
            <a:endParaRPr sz="2400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-SELF DISCLOSURE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- HYPERPERSONAL COMMUNICATION ON CMC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- SOCIAL </a:t>
            </a: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IDENTITY</a:t>
            </a: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 MODEL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Didact Gothic"/>
                <a:ea typeface="Didact Gothic"/>
                <a:cs typeface="Didact Gothic"/>
                <a:sym typeface="Didact Gothic"/>
              </a:rPr>
              <a:t>RECOMMENDATIONS</a:t>
            </a:r>
            <a:endParaRPr sz="24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- UNCERTAINTY REDUCTION THEORY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Didact Gothic"/>
                <a:ea typeface="Didact Gothic"/>
                <a:cs typeface="Didact Gothic"/>
                <a:sym typeface="Didact Gothic"/>
              </a:rPr>
              <a:t>- SELF PRESENTATION STRATEGY</a:t>
            </a: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2400"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5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434" name="Google Shape;434;p57"/>
          <p:cNvCxnSpPr/>
          <p:nvPr/>
        </p:nvCxnSpPr>
        <p:spPr>
          <a:xfrm>
            <a:off x="679575" y="863561"/>
            <a:ext cx="6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8"/>
          <p:cNvSpPr txBox="1"/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</a:t>
            </a:r>
            <a:r>
              <a:rPr b="0" lang="en" sz="1900">
                <a:latin typeface="Arial"/>
                <a:ea typeface="Arial"/>
                <a:cs typeface="Arial"/>
                <a:sym typeface="Arial"/>
              </a:rPr>
              <a:t>Self-Presentation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8"/>
          <p:cNvSpPr txBox="1"/>
          <p:nvPr>
            <p:ph idx="1" type="body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 Presentation (Identity)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Profile shows on the social media - Dcard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can “I” find?  (Image)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Studied law 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Different university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Many male friends / go out every weekends -&gt;  social butterfly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Post picture with other guy, sitting close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9"/>
          <p:cNvSpPr txBox="1"/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Self disclosure</a:t>
            </a:r>
            <a:endParaRPr/>
          </a:p>
        </p:txBody>
      </p:sp>
      <p:sp>
        <p:nvSpPr>
          <p:cNvPr id="446" name="Google Shape;446;p59"/>
          <p:cNvSpPr txBox="1"/>
          <p:nvPr>
            <p:ph idx="1" type="body"/>
          </p:nvPr>
        </p:nvSpPr>
        <p:spPr>
          <a:xfrm>
            <a:off x="626250" y="1304875"/>
            <a:ext cx="72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Dcard law student initially discloses a lot of personal information.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– The dimensions of self-disclosure indicates how the Dcard law student went directly to the core, bypassing social and superficial layers of depth in conversation.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– This </a:t>
            </a:r>
            <a:r>
              <a:rPr lang="en"/>
              <a:t>directly</a:t>
            </a:r>
            <a:r>
              <a:rPr lang="en"/>
              <a:t> causes Clement to trust the Dcard law student more because he shared personal information, which implies honesty and builds connection.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– Clement and the Dcard law student texted daily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– Frequency of conversation matters because it indicates consistent interest and </a:t>
            </a:r>
            <a:r>
              <a:rPr lang="en"/>
              <a:t>sincerity in maintaining CMC.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– Due to these factors, Clement felt like things were progressing into a relationship.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0"/>
          <p:cNvSpPr txBox="1"/>
          <p:nvPr>
            <p:ph type="title"/>
          </p:nvPr>
        </p:nvSpPr>
        <p:spPr>
          <a:xfrm>
            <a:off x="416300" y="422475"/>
            <a:ext cx="909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r>
              <a:rPr lang="en"/>
              <a:t>-</a:t>
            </a:r>
            <a:r>
              <a:rPr lang="en" sz="2400"/>
              <a:t>Hyperpersonal Communication on CMC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52" name="Google Shape;452;p60"/>
          <p:cNvSpPr txBox="1"/>
          <p:nvPr>
            <p:ph idx="1" type="body"/>
          </p:nvPr>
        </p:nvSpPr>
        <p:spPr>
          <a:xfrm>
            <a:off x="416300" y="1088475"/>
            <a:ext cx="78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did Clement fall in love with the Dcard law student?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①Unlike face-to-face interactions, CMC allows individuals to </a:t>
            </a:r>
            <a:r>
              <a:rPr lang="en" u="sng"/>
              <a:t>edit</a:t>
            </a:r>
            <a:r>
              <a:rPr lang="en"/>
              <a:t> their messages before sending. </a:t>
            </a:r>
            <a:r>
              <a:rPr lang="en">
                <a:solidFill>
                  <a:srgbClr val="4A86E8"/>
                </a:solidFill>
              </a:rPr>
              <a:t>For instance, the Dcard law students claimed to have aspirations of becoming a lawyer to help others — yet in reality, they may not have great passion on law at all.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② Online communication </a:t>
            </a:r>
            <a:r>
              <a:rPr lang="en" u="sng"/>
              <a:t>strips away non-verbal cues </a:t>
            </a:r>
            <a:r>
              <a:rPr lang="en"/>
              <a:t>such as facial expressions and body language. In the absence of these cues, the brain naturally fills in the gaps, </a:t>
            </a:r>
            <a:r>
              <a:rPr lang="en">
                <a:solidFill>
                  <a:srgbClr val="4A86E8"/>
                </a:solidFill>
              </a:rPr>
              <a:t>leading Clement to </a:t>
            </a:r>
            <a:r>
              <a:rPr lang="en" u="sng">
                <a:solidFill>
                  <a:srgbClr val="4A86E8"/>
                </a:solidFill>
              </a:rPr>
              <a:t>idealized</a:t>
            </a:r>
            <a:r>
              <a:rPr lang="en">
                <a:solidFill>
                  <a:srgbClr val="4A86E8"/>
                </a:solidFill>
              </a:rPr>
              <a:t> the person.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③</a:t>
            </a:r>
            <a:r>
              <a:rPr lang="en" u="sng"/>
              <a:t> Senders</a:t>
            </a:r>
            <a:r>
              <a:rPr lang="en"/>
              <a:t> in online environments, such as </a:t>
            </a:r>
            <a:r>
              <a:rPr lang="en">
                <a:solidFill>
                  <a:srgbClr val="4A86E8"/>
                </a:solidFill>
              </a:rPr>
              <a:t>the law student on Dcard </a:t>
            </a:r>
            <a:r>
              <a:rPr lang="en"/>
              <a:t>, tend to engage in </a:t>
            </a:r>
            <a:r>
              <a:rPr lang="en">
                <a:solidFill>
                  <a:srgbClr val="4A86E8"/>
                </a:solidFill>
              </a:rPr>
              <a:t>more </a:t>
            </a:r>
            <a:r>
              <a:rPr lang="en" u="sng">
                <a:solidFill>
                  <a:srgbClr val="4A86E8"/>
                </a:solidFill>
              </a:rPr>
              <a:t>strategic</a:t>
            </a:r>
            <a:r>
              <a:rPr lang="en" u="sng"/>
              <a:t> </a:t>
            </a:r>
            <a:r>
              <a:rPr lang="en"/>
              <a:t>self-presentation. When </a:t>
            </a:r>
            <a:r>
              <a:rPr lang="en" u="sng"/>
              <a:t>receivers</a:t>
            </a:r>
            <a:r>
              <a:rPr lang="en"/>
              <a:t> (</a:t>
            </a:r>
            <a:r>
              <a:rPr lang="en">
                <a:solidFill>
                  <a:srgbClr val="4A86E8"/>
                </a:solidFill>
              </a:rPr>
              <a:t>Clement</a:t>
            </a:r>
            <a:r>
              <a:rPr lang="en"/>
              <a:t>) encounter such disclosures, they interpret them as a sign of trust, which </a:t>
            </a:r>
            <a:r>
              <a:rPr lang="en" u="sng"/>
              <a:t>in turn</a:t>
            </a:r>
            <a:r>
              <a:rPr lang="en"/>
              <a:t> encourages them to </a:t>
            </a:r>
            <a:r>
              <a:rPr lang="en" u="sng">
                <a:solidFill>
                  <a:srgbClr val="4A86E8"/>
                </a:solidFill>
              </a:rPr>
              <a:t>self-disclose</a:t>
            </a:r>
            <a:r>
              <a:rPr lang="en">
                <a:solidFill>
                  <a:srgbClr val="4A86E8"/>
                </a:solidFill>
              </a:rPr>
              <a:t> as well</a:t>
            </a:r>
            <a:r>
              <a:rPr lang="en"/>
              <a:t> , creating a cycle of emotional </a:t>
            </a:r>
            <a:r>
              <a:rPr lang="en" u="sng"/>
              <a:t>intimacy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1"/>
          <p:cNvSpPr txBox="1"/>
          <p:nvPr>
            <p:ph type="title"/>
          </p:nvPr>
        </p:nvSpPr>
        <p:spPr>
          <a:xfrm>
            <a:off x="353725" y="435125"/>
            <a:ext cx="803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– inferring from a strategy</a:t>
            </a:r>
            <a:endParaRPr/>
          </a:p>
        </p:txBody>
      </p:sp>
      <p:sp>
        <p:nvSpPr>
          <p:cNvPr id="458" name="Google Shape;458;p61"/>
          <p:cNvSpPr txBox="1"/>
          <p:nvPr>
            <p:ph idx="1" type="body"/>
          </p:nvPr>
        </p:nvSpPr>
        <p:spPr>
          <a:xfrm>
            <a:off x="353725" y="1007825"/>
            <a:ext cx="8489100" cy="3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Social Identity Model Theory</a:t>
            </a:r>
            <a:r>
              <a:rPr lang="en"/>
              <a:t>— This guy’s strategy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During first chat, he shared his Law student’s identity and his ideality to become a lawyer. All these had formed the </a:t>
            </a:r>
            <a:r>
              <a:rPr lang="en">
                <a:highlight>
                  <a:srgbClr val="FFFFFF"/>
                </a:highlight>
              </a:rPr>
              <a:t>Social identity model of</a:t>
            </a:r>
            <a:r>
              <a:rPr lang="en"/>
              <a:t> </a:t>
            </a:r>
            <a:r>
              <a:rPr lang="en">
                <a:highlight>
                  <a:srgbClr val="FFFFFF"/>
                </a:highlight>
              </a:rPr>
              <a:t>deindividuation effect: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	—Visual</a:t>
            </a:r>
            <a:r>
              <a:rPr lang="en"/>
              <a:t> </a:t>
            </a:r>
            <a:r>
              <a:rPr lang="en">
                <a:highlight>
                  <a:srgbClr val="FFFFFF"/>
                </a:highlight>
              </a:rPr>
              <a:t>anonymity in CMC →</a:t>
            </a:r>
            <a:r>
              <a:rPr lang="en"/>
              <a:t> </a:t>
            </a:r>
            <a:r>
              <a:rPr lang="en">
                <a:highlight>
                  <a:srgbClr val="FFFFFF"/>
                </a:highlight>
              </a:rPr>
              <a:t>deindividuation + social-based interactions(about law) → in</a:t>
            </a:r>
            <a:r>
              <a:rPr lang="en">
                <a:highlight>
                  <a:srgbClr val="FFFFFF"/>
                </a:highlight>
              </a:rPr>
              <a:t>-</a:t>
            </a:r>
            <a:r>
              <a:rPr lang="en">
                <a:highlight>
                  <a:srgbClr val="FFFFFF"/>
                </a:highlight>
              </a:rPr>
              <a:t>group dynamics(law students) </a:t>
            </a:r>
            <a:r>
              <a:rPr lang="en">
                <a:highlight>
                  <a:srgbClr val="FFFFFF"/>
                </a:highlight>
              </a:rPr>
              <a:t>→</a:t>
            </a:r>
            <a:r>
              <a:rPr lang="en"/>
              <a:t> </a:t>
            </a:r>
            <a:r>
              <a:rPr lang="en"/>
              <a:t>making Clement appreciate him.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this infers: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—He is looking for a relationship? Or just a friendship?(Dcard is a social media platform)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former : He had made effort to get Clement’s appreciation.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latter : He wanted to find an intimate law student friend. But why he flaked out on Clement?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 probably wanted a relationship but still liked other male friends. Still chance.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uncertainty</a:t>
            </a:r>
            <a:endParaRPr/>
          </a:p>
        </p:txBody>
      </p:sp>
      <p:sp>
        <p:nvSpPr>
          <p:cNvPr id="464" name="Google Shape;464;p62"/>
          <p:cNvSpPr txBox="1"/>
          <p:nvPr>
            <p:ph idx="1" type="body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Self-uncertainty / </a:t>
            </a:r>
            <a:r>
              <a:rPr b="1" lang="en"/>
              <a:t>Partner uncertainty </a:t>
            </a:r>
            <a:r>
              <a:rPr lang="en"/>
              <a:t>/ </a:t>
            </a:r>
            <a:r>
              <a:rPr b="1" lang="en"/>
              <a:t>Relationship uncertainty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Uncertainty Reduction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Passive : unobtrusive observation of the target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Active: asking the third part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Interactive: direct contact with the target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Extractive: search of information online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Passive:   profile -&gt; guess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Uncertainty is not always bad.  Negative emotions &amp; Positive emotions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Modality switching: 1-3 months, text every day (frequency)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/>
          <p:nvPr>
            <p:ph type="title"/>
          </p:nvPr>
        </p:nvSpPr>
        <p:spPr>
          <a:xfrm>
            <a:off x="608375" y="323250"/>
            <a:ext cx="789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470" name="Google Shape;470;p63"/>
          <p:cNvSpPr txBox="1"/>
          <p:nvPr>
            <p:ph idx="1" type="body"/>
          </p:nvPr>
        </p:nvSpPr>
        <p:spPr>
          <a:xfrm>
            <a:off x="608375" y="1036650"/>
            <a:ext cx="827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 sz="1500"/>
              <a:t>Uncertainty Reduction Strategies </a:t>
            </a:r>
            <a:br>
              <a:rPr b="1" lang="en" sz="1500"/>
            </a:br>
            <a:r>
              <a:rPr b="1" lang="en"/>
              <a:t>a)</a:t>
            </a:r>
            <a:r>
              <a:rPr b="1" lang="en"/>
              <a:t> Interactive: direct contact with target </a:t>
            </a:r>
            <a:br>
              <a:rPr b="1" lang="en"/>
            </a:br>
            <a:r>
              <a:rPr lang="en"/>
              <a:t> </a:t>
            </a:r>
            <a:r>
              <a:rPr lang="en"/>
              <a:t>- </a:t>
            </a:r>
            <a:r>
              <a:rPr b="1" lang="en">
                <a:solidFill>
                  <a:srgbClr val="5F8195"/>
                </a:solidFill>
              </a:rPr>
              <a:t>Clement’s pov problem</a:t>
            </a:r>
            <a:r>
              <a:rPr lang="en"/>
              <a:t>: the Dcard Law student did not contact him before Christmas Eve. </a:t>
            </a:r>
            <a:br>
              <a:rPr lang="en"/>
            </a:br>
            <a:r>
              <a:rPr lang="en"/>
              <a:t> - </a:t>
            </a:r>
            <a:r>
              <a:rPr b="1" lang="en">
                <a:solidFill>
                  <a:srgbClr val="5F8195"/>
                </a:solidFill>
              </a:rPr>
              <a:t>Dcard Law student pov</a:t>
            </a:r>
            <a:r>
              <a:rPr lang="en"/>
              <a:t>: face the same problem of not receiving </a:t>
            </a:r>
            <a:r>
              <a:rPr lang="en"/>
              <a:t>messages from Clement</a:t>
            </a:r>
            <a:br>
              <a:rPr lang="en"/>
            </a:br>
            <a:r>
              <a:rPr lang="en"/>
              <a:t>	 (as Clement assume he was busy and refrained from texting him) </a:t>
            </a:r>
            <a:br>
              <a:rPr lang="en"/>
            </a:br>
            <a:r>
              <a:rPr lang="en"/>
              <a:t>- The actual problem they are facing: </a:t>
            </a:r>
            <a:r>
              <a:rPr b="1" lang="en"/>
              <a:t>lack communication</a:t>
            </a:r>
            <a:br>
              <a:rPr b="1" lang="en"/>
            </a:br>
            <a:r>
              <a:rPr lang="en"/>
              <a:t>- interactive uncertainty reduction strategy helps them to know more about the realistic thoughts of each other but not only limit to assumptions and imaginations &gt; reduce misunderstandings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 b) </a:t>
            </a:r>
            <a:r>
              <a:rPr b="1" lang="en"/>
              <a:t>Active：asking third parties like friends</a:t>
            </a:r>
            <a:r>
              <a:rPr lang="en"/>
              <a:t> for more opinions</a:t>
            </a:r>
            <a:br>
              <a:rPr lang="en"/>
            </a:br>
            <a:r>
              <a:rPr lang="en"/>
              <a:t>-Clement made many </a:t>
            </a:r>
            <a:r>
              <a:rPr b="1" lang="en">
                <a:solidFill>
                  <a:srgbClr val="5F8195"/>
                </a:solidFill>
              </a:rPr>
              <a:t>assumptions</a:t>
            </a:r>
            <a:r>
              <a:rPr lang="en"/>
              <a:t> (eg he was in exam period so he is busy, two people </a:t>
            </a:r>
            <a:br>
              <a:rPr lang="en"/>
            </a:br>
            <a:r>
              <a:rPr lang="en"/>
              <a:t>sitting very close to each other) that make him overthink but may not be the truth</a:t>
            </a:r>
            <a:br>
              <a:rPr lang="en"/>
            </a:br>
            <a:r>
              <a:rPr lang="en"/>
              <a:t>-asking third parties can make Clement be more </a:t>
            </a:r>
            <a:r>
              <a:rPr b="1" lang="en">
                <a:solidFill>
                  <a:srgbClr val="5F8195"/>
                </a:solidFill>
              </a:rPr>
              <a:t>rational</a:t>
            </a:r>
            <a:r>
              <a:rPr lang="en"/>
              <a:t> and understand different </a:t>
            </a:r>
            <a:br>
              <a:rPr lang="en"/>
            </a:br>
            <a:r>
              <a:rPr lang="en"/>
              <a:t>possibilities of the photo/ the </a:t>
            </a:r>
            <a:r>
              <a:rPr lang="en"/>
              <a:t>reason</a:t>
            </a:r>
            <a:r>
              <a:rPr lang="en"/>
              <a:t> of not contacting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4"/>
          <p:cNvSpPr txBox="1"/>
          <p:nvPr>
            <p:ph idx="1" type="body"/>
          </p:nvPr>
        </p:nvSpPr>
        <p:spPr>
          <a:xfrm>
            <a:off x="626250" y="510750"/>
            <a:ext cx="78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2. </a:t>
            </a:r>
            <a:r>
              <a:rPr b="1" lang="en" sz="1600"/>
              <a:t>Self Presentation</a:t>
            </a:r>
            <a:r>
              <a:rPr lang="en" sz="1600"/>
              <a:t> </a:t>
            </a:r>
            <a:r>
              <a:rPr b="1" lang="en" sz="1700"/>
              <a:t>Strategies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-Clement mentioned that the Dcard Law student has shared his aspiration through online chatting. However, Clement’s self-disclosure level is uncertain ( will he be in the fear of losing that guy so he is not willing to share his genuine thoughts?)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- In terms of self-disclosure, Clement can also share his thoughts with depth and breath</a:t>
            </a:r>
            <a:br>
              <a:rPr lang="en" sz="1500"/>
            </a:br>
            <a:r>
              <a:rPr lang="en" sz="1500"/>
              <a:t>With norm of reciprocity, when a person discloses something, the responder is obligated to disclose something at the same level of intimacy to maintain the norm or equity.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 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/>
          <p:nvPr>
            <p:ph type="ctrTitle"/>
          </p:nvPr>
        </p:nvSpPr>
        <p:spPr>
          <a:xfrm>
            <a:off x="3603058" y="1948236"/>
            <a:ext cx="4543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Grayscale Pitch Deck XL by Slidesgo">
  <a:themeElements>
    <a:clrScheme name="Simple Light">
      <a:dk1>
        <a:srgbClr val="000000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