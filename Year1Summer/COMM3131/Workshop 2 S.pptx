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notesMasterIdLst>
    <p:notesMasterId r:id="rId12"/>
  </p:notesMasterIdLst>
  <p:sldIdLst>
    <p:sldId id="256" r:id="rId2"/>
    <p:sldId id="529" r:id="rId3"/>
    <p:sldId id="554" r:id="rId4"/>
    <p:sldId id="550" r:id="rId5"/>
    <p:sldId id="555" r:id="rId6"/>
    <p:sldId id="551" r:id="rId7"/>
    <p:sldId id="557" r:id="rId8"/>
    <p:sldId id="558" r:id="rId9"/>
    <p:sldId id="552" r:id="rId10"/>
    <p:sldId id="523" r:id="rId11"/>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153" autoAdjust="0"/>
    <p:restoredTop sz="80915" autoAdjust="0"/>
  </p:normalViewPr>
  <p:slideViewPr>
    <p:cSldViewPr snapToGrid="0">
      <p:cViewPr varScale="1">
        <p:scale>
          <a:sx n="89" d="100"/>
          <a:sy n="89" d="100"/>
        </p:scale>
        <p:origin x="1020" y="90"/>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26438DB-A733-497D-817D-4B2C35E0F843}" type="doc">
      <dgm:prSet loTypeId="urn:microsoft.com/office/officeart/2005/8/layout/process1" loCatId="process" qsTypeId="urn:microsoft.com/office/officeart/2005/8/quickstyle/simple1" qsCatId="simple" csTypeId="urn:microsoft.com/office/officeart/2005/8/colors/accent5_2" csCatId="accent5" phldr="1"/>
      <dgm:spPr/>
      <dgm:t>
        <a:bodyPr/>
        <a:lstStyle/>
        <a:p>
          <a:endParaRPr lang="en-AU"/>
        </a:p>
      </dgm:t>
    </dgm:pt>
    <dgm:pt modelId="{E9B5A76B-3E50-4DF9-A65E-D5B83CDE2FDC}">
      <dgm:prSet phldrT="[Text]"/>
      <dgm:spPr/>
      <dgm:t>
        <a:bodyPr/>
        <a:lstStyle/>
        <a:p>
          <a:r>
            <a:rPr lang="en-US" dirty="0"/>
            <a:t>A pop-up box after two weeks: “Do you want to meet this person in real life?”</a:t>
          </a:r>
        </a:p>
        <a:p>
          <a:r>
            <a:rPr lang="en-US" dirty="0"/>
            <a:t>Yes = a date will be suggested</a:t>
          </a:r>
        </a:p>
        <a:p>
          <a:r>
            <a:rPr lang="en-US" dirty="0"/>
            <a:t>No = profiles will be unmatched immediately</a:t>
          </a:r>
        </a:p>
      </dgm:t>
    </dgm:pt>
    <dgm:pt modelId="{3A55F8CB-986E-4BA1-AA6D-5CC886E21B87}" type="parTrans" cxnId="{C25FBA5A-72C3-4D30-BC7B-F0B1FD2F0CD3}">
      <dgm:prSet/>
      <dgm:spPr/>
      <dgm:t>
        <a:bodyPr/>
        <a:lstStyle/>
        <a:p>
          <a:endParaRPr lang="en-US"/>
        </a:p>
      </dgm:t>
    </dgm:pt>
    <dgm:pt modelId="{C862AEBE-4294-4D8A-9CAC-679A8C1457A8}" type="sibTrans" cxnId="{C25FBA5A-72C3-4D30-BC7B-F0B1FD2F0CD3}">
      <dgm:prSet/>
      <dgm:spPr/>
      <dgm:t>
        <a:bodyPr/>
        <a:lstStyle/>
        <a:p>
          <a:endParaRPr lang="en-US"/>
        </a:p>
      </dgm:t>
    </dgm:pt>
    <dgm:pt modelId="{AD35775D-0FD5-43F0-AAFD-F8916B17C799}">
      <dgm:prSet phldrT="[Text]"/>
      <dgm:spPr/>
      <dgm:t>
        <a:bodyPr/>
        <a:lstStyle/>
        <a:p>
          <a:r>
            <a:rPr lang="en-US" dirty="0"/>
            <a:t>Modality switching</a:t>
          </a:r>
        </a:p>
      </dgm:t>
    </dgm:pt>
    <dgm:pt modelId="{A42DA953-A49C-40E4-BC0E-2772701E7107}" type="parTrans" cxnId="{C214F7B7-3FD1-471A-8243-C5B4D9C783B2}">
      <dgm:prSet/>
      <dgm:spPr/>
      <dgm:t>
        <a:bodyPr/>
        <a:lstStyle/>
        <a:p>
          <a:endParaRPr lang="en-US"/>
        </a:p>
      </dgm:t>
    </dgm:pt>
    <dgm:pt modelId="{4D90F99F-ED66-4AC9-9BA3-EF8E8CA560CA}" type="sibTrans" cxnId="{C214F7B7-3FD1-471A-8243-C5B4D9C783B2}">
      <dgm:prSet/>
      <dgm:spPr/>
      <dgm:t>
        <a:bodyPr/>
        <a:lstStyle/>
        <a:p>
          <a:endParaRPr lang="en-US"/>
        </a:p>
      </dgm:t>
    </dgm:pt>
    <dgm:pt modelId="{DC7A2BC7-E356-4391-80DB-4E774EAFD1A7}">
      <dgm:prSet phldrT="[Text]"/>
      <dgm:spPr/>
      <dgm:t>
        <a:bodyPr/>
        <a:lstStyle/>
        <a:p>
          <a:r>
            <a:rPr lang="en-US" dirty="0"/>
            <a:t>Long-term relationship</a:t>
          </a:r>
        </a:p>
      </dgm:t>
    </dgm:pt>
    <dgm:pt modelId="{455ACD07-D36F-4193-AE00-AC903A5CB469}" type="parTrans" cxnId="{08B9EF84-8F6C-408D-A572-AB95425004A2}">
      <dgm:prSet/>
      <dgm:spPr/>
      <dgm:t>
        <a:bodyPr/>
        <a:lstStyle/>
        <a:p>
          <a:endParaRPr lang="en-US"/>
        </a:p>
      </dgm:t>
    </dgm:pt>
    <dgm:pt modelId="{ADBCDDAC-942C-4CD5-AB7C-E35CA58F1290}" type="sibTrans" cxnId="{08B9EF84-8F6C-408D-A572-AB95425004A2}">
      <dgm:prSet/>
      <dgm:spPr/>
      <dgm:t>
        <a:bodyPr/>
        <a:lstStyle/>
        <a:p>
          <a:endParaRPr lang="en-US"/>
        </a:p>
      </dgm:t>
    </dgm:pt>
    <dgm:pt modelId="{BB20F863-92A9-4DBF-A696-137B3AE18673}" type="pres">
      <dgm:prSet presAssocID="{126438DB-A733-497D-817D-4B2C35E0F843}" presName="Name0" presStyleCnt="0">
        <dgm:presLayoutVars>
          <dgm:dir/>
          <dgm:resizeHandles val="exact"/>
        </dgm:presLayoutVars>
      </dgm:prSet>
      <dgm:spPr/>
    </dgm:pt>
    <dgm:pt modelId="{FC3DE9BA-0C92-456E-9B3E-1ECF259D030E}" type="pres">
      <dgm:prSet presAssocID="{E9B5A76B-3E50-4DF9-A65E-D5B83CDE2FDC}" presName="node" presStyleLbl="node1" presStyleIdx="0" presStyleCnt="3" custScaleY="195200" custLinFactNeighborY="-19386">
        <dgm:presLayoutVars>
          <dgm:bulletEnabled val="1"/>
        </dgm:presLayoutVars>
      </dgm:prSet>
      <dgm:spPr/>
    </dgm:pt>
    <dgm:pt modelId="{903F99DA-5493-4385-80C9-FB6E8D7FDF9F}" type="pres">
      <dgm:prSet presAssocID="{C862AEBE-4294-4D8A-9CAC-679A8C1457A8}" presName="sibTrans" presStyleLbl="sibTrans2D1" presStyleIdx="0" presStyleCnt="2"/>
      <dgm:spPr/>
    </dgm:pt>
    <dgm:pt modelId="{A388F3EB-A710-4137-B74F-814211C57307}" type="pres">
      <dgm:prSet presAssocID="{C862AEBE-4294-4D8A-9CAC-679A8C1457A8}" presName="connectorText" presStyleLbl="sibTrans2D1" presStyleIdx="0" presStyleCnt="2"/>
      <dgm:spPr/>
    </dgm:pt>
    <dgm:pt modelId="{2B7E7335-6D2E-4C27-8C79-7A01E99F417D}" type="pres">
      <dgm:prSet presAssocID="{AD35775D-0FD5-43F0-AAFD-F8916B17C799}" presName="node" presStyleLbl="node1" presStyleIdx="1" presStyleCnt="3">
        <dgm:presLayoutVars>
          <dgm:bulletEnabled val="1"/>
        </dgm:presLayoutVars>
      </dgm:prSet>
      <dgm:spPr/>
    </dgm:pt>
    <dgm:pt modelId="{F931B798-F408-490F-B115-CF5E9D4A61B1}" type="pres">
      <dgm:prSet presAssocID="{4D90F99F-ED66-4AC9-9BA3-EF8E8CA560CA}" presName="sibTrans" presStyleLbl="sibTrans2D1" presStyleIdx="1" presStyleCnt="2"/>
      <dgm:spPr/>
    </dgm:pt>
    <dgm:pt modelId="{A873B795-A216-44F1-93BB-1853CA6459FE}" type="pres">
      <dgm:prSet presAssocID="{4D90F99F-ED66-4AC9-9BA3-EF8E8CA560CA}" presName="connectorText" presStyleLbl="sibTrans2D1" presStyleIdx="1" presStyleCnt="2"/>
      <dgm:spPr/>
    </dgm:pt>
    <dgm:pt modelId="{6848ADF4-B55A-42CC-9970-96FF75DB7469}" type="pres">
      <dgm:prSet presAssocID="{DC7A2BC7-E356-4391-80DB-4E774EAFD1A7}" presName="node" presStyleLbl="node1" presStyleIdx="2" presStyleCnt="3">
        <dgm:presLayoutVars>
          <dgm:bulletEnabled val="1"/>
        </dgm:presLayoutVars>
      </dgm:prSet>
      <dgm:spPr/>
    </dgm:pt>
  </dgm:ptLst>
  <dgm:cxnLst>
    <dgm:cxn modelId="{7AF8CE03-98CD-40B4-9A8D-DEA2AEBC9DB1}" type="presOf" srcId="{C862AEBE-4294-4D8A-9CAC-679A8C1457A8}" destId="{A388F3EB-A710-4137-B74F-814211C57307}" srcOrd="1" destOrd="0" presId="urn:microsoft.com/office/officeart/2005/8/layout/process1"/>
    <dgm:cxn modelId="{90840739-0CC1-4CE1-AFE2-AE627E436C1E}" type="presOf" srcId="{DC7A2BC7-E356-4391-80DB-4E774EAFD1A7}" destId="{6848ADF4-B55A-42CC-9970-96FF75DB7469}" srcOrd="0" destOrd="0" presId="urn:microsoft.com/office/officeart/2005/8/layout/process1"/>
    <dgm:cxn modelId="{95DDF364-043D-4FF8-B51A-CC092318E076}" type="presOf" srcId="{126438DB-A733-497D-817D-4B2C35E0F843}" destId="{BB20F863-92A9-4DBF-A696-137B3AE18673}" srcOrd="0" destOrd="0" presId="urn:microsoft.com/office/officeart/2005/8/layout/process1"/>
    <dgm:cxn modelId="{ED07EB68-B3A6-4092-8516-CCB2DC1760EE}" type="presOf" srcId="{E9B5A76B-3E50-4DF9-A65E-D5B83CDE2FDC}" destId="{FC3DE9BA-0C92-456E-9B3E-1ECF259D030E}" srcOrd="0" destOrd="0" presId="urn:microsoft.com/office/officeart/2005/8/layout/process1"/>
    <dgm:cxn modelId="{38585251-AFA3-4267-BE32-28B22223BDBC}" type="presOf" srcId="{4D90F99F-ED66-4AC9-9BA3-EF8E8CA560CA}" destId="{F931B798-F408-490F-B115-CF5E9D4A61B1}" srcOrd="0" destOrd="0" presId="urn:microsoft.com/office/officeart/2005/8/layout/process1"/>
    <dgm:cxn modelId="{9C16DA76-3053-4529-BC38-5AEF053C31FB}" type="presOf" srcId="{4D90F99F-ED66-4AC9-9BA3-EF8E8CA560CA}" destId="{A873B795-A216-44F1-93BB-1853CA6459FE}" srcOrd="1" destOrd="0" presId="urn:microsoft.com/office/officeart/2005/8/layout/process1"/>
    <dgm:cxn modelId="{C25FBA5A-72C3-4D30-BC7B-F0B1FD2F0CD3}" srcId="{126438DB-A733-497D-817D-4B2C35E0F843}" destId="{E9B5A76B-3E50-4DF9-A65E-D5B83CDE2FDC}" srcOrd="0" destOrd="0" parTransId="{3A55F8CB-986E-4BA1-AA6D-5CC886E21B87}" sibTransId="{C862AEBE-4294-4D8A-9CAC-679A8C1457A8}"/>
    <dgm:cxn modelId="{08B9EF84-8F6C-408D-A572-AB95425004A2}" srcId="{126438DB-A733-497D-817D-4B2C35E0F843}" destId="{DC7A2BC7-E356-4391-80DB-4E774EAFD1A7}" srcOrd="2" destOrd="0" parTransId="{455ACD07-D36F-4193-AE00-AC903A5CB469}" sibTransId="{ADBCDDAC-942C-4CD5-AB7C-E35CA58F1290}"/>
    <dgm:cxn modelId="{9A29BC9E-E65E-485E-82F4-E886EE363164}" type="presOf" srcId="{C862AEBE-4294-4D8A-9CAC-679A8C1457A8}" destId="{903F99DA-5493-4385-80C9-FB6E8D7FDF9F}" srcOrd="0" destOrd="0" presId="urn:microsoft.com/office/officeart/2005/8/layout/process1"/>
    <dgm:cxn modelId="{C214F7B7-3FD1-471A-8243-C5B4D9C783B2}" srcId="{126438DB-A733-497D-817D-4B2C35E0F843}" destId="{AD35775D-0FD5-43F0-AAFD-F8916B17C799}" srcOrd="1" destOrd="0" parTransId="{A42DA953-A49C-40E4-BC0E-2772701E7107}" sibTransId="{4D90F99F-ED66-4AC9-9BA3-EF8E8CA560CA}"/>
    <dgm:cxn modelId="{FF4AEFFD-B528-491B-93F9-7AB5DAFF0E94}" type="presOf" srcId="{AD35775D-0FD5-43F0-AAFD-F8916B17C799}" destId="{2B7E7335-6D2E-4C27-8C79-7A01E99F417D}" srcOrd="0" destOrd="0" presId="urn:microsoft.com/office/officeart/2005/8/layout/process1"/>
    <dgm:cxn modelId="{853613F8-702E-40A8-B625-B017B1741DCC}" type="presParOf" srcId="{BB20F863-92A9-4DBF-A696-137B3AE18673}" destId="{FC3DE9BA-0C92-456E-9B3E-1ECF259D030E}" srcOrd="0" destOrd="0" presId="urn:microsoft.com/office/officeart/2005/8/layout/process1"/>
    <dgm:cxn modelId="{5E4F90B5-1553-4E7F-BD9F-A71F2F3A1345}" type="presParOf" srcId="{BB20F863-92A9-4DBF-A696-137B3AE18673}" destId="{903F99DA-5493-4385-80C9-FB6E8D7FDF9F}" srcOrd="1" destOrd="0" presId="urn:microsoft.com/office/officeart/2005/8/layout/process1"/>
    <dgm:cxn modelId="{EE2B9709-6050-4031-9DC7-30DA983B29D3}" type="presParOf" srcId="{903F99DA-5493-4385-80C9-FB6E8D7FDF9F}" destId="{A388F3EB-A710-4137-B74F-814211C57307}" srcOrd="0" destOrd="0" presId="urn:microsoft.com/office/officeart/2005/8/layout/process1"/>
    <dgm:cxn modelId="{47463FE2-2FE9-43D3-B7CD-01E42378A969}" type="presParOf" srcId="{BB20F863-92A9-4DBF-A696-137B3AE18673}" destId="{2B7E7335-6D2E-4C27-8C79-7A01E99F417D}" srcOrd="2" destOrd="0" presId="urn:microsoft.com/office/officeart/2005/8/layout/process1"/>
    <dgm:cxn modelId="{DDBBCD5C-71AD-459E-89E3-250BF075105D}" type="presParOf" srcId="{BB20F863-92A9-4DBF-A696-137B3AE18673}" destId="{F931B798-F408-490F-B115-CF5E9D4A61B1}" srcOrd="3" destOrd="0" presId="urn:microsoft.com/office/officeart/2005/8/layout/process1"/>
    <dgm:cxn modelId="{02FD8410-0A3E-4407-8310-F9183F05520E}" type="presParOf" srcId="{F931B798-F408-490F-B115-CF5E9D4A61B1}" destId="{A873B795-A216-44F1-93BB-1853CA6459FE}" srcOrd="0" destOrd="0" presId="urn:microsoft.com/office/officeart/2005/8/layout/process1"/>
    <dgm:cxn modelId="{9D2DBCA6-F958-4176-B20D-BCB8D13FB0A4}" type="presParOf" srcId="{BB20F863-92A9-4DBF-A696-137B3AE18673}" destId="{6848ADF4-B55A-42CC-9970-96FF75DB7469}"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26438DB-A733-497D-817D-4B2C35E0F843}" type="doc">
      <dgm:prSet loTypeId="urn:microsoft.com/office/officeart/2005/8/layout/process1" loCatId="process" qsTypeId="urn:microsoft.com/office/officeart/2005/8/quickstyle/simple1" qsCatId="simple" csTypeId="urn:microsoft.com/office/officeart/2005/8/colors/accent5_2" csCatId="accent5" phldr="1"/>
      <dgm:spPr/>
      <dgm:t>
        <a:bodyPr/>
        <a:lstStyle/>
        <a:p>
          <a:endParaRPr lang="en-AU"/>
        </a:p>
      </dgm:t>
    </dgm:pt>
    <dgm:pt modelId="{E9B5A76B-3E50-4DF9-A65E-D5B83CDE2FDC}">
      <dgm:prSet phldrT="[Text]"/>
      <dgm:spPr/>
      <dgm:t>
        <a:bodyPr/>
        <a:lstStyle/>
        <a:p>
          <a:r>
            <a:rPr lang="en-US" dirty="0"/>
            <a:t>Features</a:t>
          </a:r>
        </a:p>
      </dgm:t>
    </dgm:pt>
    <dgm:pt modelId="{3A55F8CB-986E-4BA1-AA6D-5CC886E21B87}" type="parTrans" cxnId="{C25FBA5A-72C3-4D30-BC7B-F0B1FD2F0CD3}">
      <dgm:prSet/>
      <dgm:spPr/>
      <dgm:t>
        <a:bodyPr/>
        <a:lstStyle/>
        <a:p>
          <a:endParaRPr lang="en-US"/>
        </a:p>
      </dgm:t>
    </dgm:pt>
    <dgm:pt modelId="{C862AEBE-4294-4D8A-9CAC-679A8C1457A8}" type="sibTrans" cxnId="{C25FBA5A-72C3-4D30-BC7B-F0B1FD2F0CD3}">
      <dgm:prSet/>
      <dgm:spPr/>
      <dgm:t>
        <a:bodyPr/>
        <a:lstStyle/>
        <a:p>
          <a:endParaRPr lang="en-US"/>
        </a:p>
      </dgm:t>
    </dgm:pt>
    <dgm:pt modelId="{AD35775D-0FD5-43F0-AAFD-F8916B17C799}">
      <dgm:prSet phldrT="[Text]"/>
      <dgm:spPr/>
      <dgm:t>
        <a:bodyPr/>
        <a:lstStyle/>
        <a:p>
          <a:r>
            <a:rPr lang="en-US" dirty="0"/>
            <a:t>Interpersonal process</a:t>
          </a:r>
        </a:p>
      </dgm:t>
    </dgm:pt>
    <dgm:pt modelId="{A42DA953-A49C-40E4-BC0E-2772701E7107}" type="parTrans" cxnId="{C214F7B7-3FD1-471A-8243-C5B4D9C783B2}">
      <dgm:prSet/>
      <dgm:spPr/>
      <dgm:t>
        <a:bodyPr/>
        <a:lstStyle/>
        <a:p>
          <a:endParaRPr lang="en-US"/>
        </a:p>
      </dgm:t>
    </dgm:pt>
    <dgm:pt modelId="{4D90F99F-ED66-4AC9-9BA3-EF8E8CA560CA}" type="sibTrans" cxnId="{C214F7B7-3FD1-471A-8243-C5B4D9C783B2}">
      <dgm:prSet/>
      <dgm:spPr/>
      <dgm:t>
        <a:bodyPr/>
        <a:lstStyle/>
        <a:p>
          <a:endParaRPr lang="en-US"/>
        </a:p>
      </dgm:t>
    </dgm:pt>
    <dgm:pt modelId="{DC7A2BC7-E356-4391-80DB-4E774EAFD1A7}">
      <dgm:prSet phldrT="[Text]"/>
      <dgm:spPr/>
      <dgm:t>
        <a:bodyPr/>
        <a:lstStyle/>
        <a:p>
          <a:r>
            <a:rPr lang="en-US" dirty="0"/>
            <a:t>Relational goals</a:t>
          </a:r>
        </a:p>
      </dgm:t>
    </dgm:pt>
    <dgm:pt modelId="{455ACD07-D36F-4193-AE00-AC903A5CB469}" type="parTrans" cxnId="{08B9EF84-8F6C-408D-A572-AB95425004A2}">
      <dgm:prSet/>
      <dgm:spPr/>
      <dgm:t>
        <a:bodyPr/>
        <a:lstStyle/>
        <a:p>
          <a:endParaRPr lang="en-US"/>
        </a:p>
      </dgm:t>
    </dgm:pt>
    <dgm:pt modelId="{ADBCDDAC-942C-4CD5-AB7C-E35CA58F1290}" type="sibTrans" cxnId="{08B9EF84-8F6C-408D-A572-AB95425004A2}">
      <dgm:prSet/>
      <dgm:spPr/>
      <dgm:t>
        <a:bodyPr/>
        <a:lstStyle/>
        <a:p>
          <a:endParaRPr lang="en-US"/>
        </a:p>
      </dgm:t>
    </dgm:pt>
    <dgm:pt modelId="{BB20F863-92A9-4DBF-A696-137B3AE18673}" type="pres">
      <dgm:prSet presAssocID="{126438DB-A733-497D-817D-4B2C35E0F843}" presName="Name0" presStyleCnt="0">
        <dgm:presLayoutVars>
          <dgm:dir/>
          <dgm:resizeHandles val="exact"/>
        </dgm:presLayoutVars>
      </dgm:prSet>
      <dgm:spPr/>
    </dgm:pt>
    <dgm:pt modelId="{FC3DE9BA-0C92-456E-9B3E-1ECF259D030E}" type="pres">
      <dgm:prSet presAssocID="{E9B5A76B-3E50-4DF9-A65E-D5B83CDE2FDC}" presName="node" presStyleLbl="node1" presStyleIdx="0" presStyleCnt="3" custScaleY="195200" custLinFactNeighborY="-19386">
        <dgm:presLayoutVars>
          <dgm:bulletEnabled val="1"/>
        </dgm:presLayoutVars>
      </dgm:prSet>
      <dgm:spPr/>
    </dgm:pt>
    <dgm:pt modelId="{903F99DA-5493-4385-80C9-FB6E8D7FDF9F}" type="pres">
      <dgm:prSet presAssocID="{C862AEBE-4294-4D8A-9CAC-679A8C1457A8}" presName="sibTrans" presStyleLbl="sibTrans2D1" presStyleIdx="0" presStyleCnt="2"/>
      <dgm:spPr/>
    </dgm:pt>
    <dgm:pt modelId="{A388F3EB-A710-4137-B74F-814211C57307}" type="pres">
      <dgm:prSet presAssocID="{C862AEBE-4294-4D8A-9CAC-679A8C1457A8}" presName="connectorText" presStyleLbl="sibTrans2D1" presStyleIdx="0" presStyleCnt="2"/>
      <dgm:spPr/>
    </dgm:pt>
    <dgm:pt modelId="{2B7E7335-6D2E-4C27-8C79-7A01E99F417D}" type="pres">
      <dgm:prSet presAssocID="{AD35775D-0FD5-43F0-AAFD-F8916B17C799}" presName="node" presStyleLbl="node1" presStyleIdx="1" presStyleCnt="3">
        <dgm:presLayoutVars>
          <dgm:bulletEnabled val="1"/>
        </dgm:presLayoutVars>
      </dgm:prSet>
      <dgm:spPr/>
    </dgm:pt>
    <dgm:pt modelId="{F931B798-F408-490F-B115-CF5E9D4A61B1}" type="pres">
      <dgm:prSet presAssocID="{4D90F99F-ED66-4AC9-9BA3-EF8E8CA560CA}" presName="sibTrans" presStyleLbl="sibTrans2D1" presStyleIdx="1" presStyleCnt="2"/>
      <dgm:spPr/>
    </dgm:pt>
    <dgm:pt modelId="{A873B795-A216-44F1-93BB-1853CA6459FE}" type="pres">
      <dgm:prSet presAssocID="{4D90F99F-ED66-4AC9-9BA3-EF8E8CA560CA}" presName="connectorText" presStyleLbl="sibTrans2D1" presStyleIdx="1" presStyleCnt="2"/>
      <dgm:spPr/>
    </dgm:pt>
    <dgm:pt modelId="{6848ADF4-B55A-42CC-9970-96FF75DB7469}" type="pres">
      <dgm:prSet presAssocID="{DC7A2BC7-E356-4391-80DB-4E774EAFD1A7}" presName="node" presStyleLbl="node1" presStyleIdx="2" presStyleCnt="3">
        <dgm:presLayoutVars>
          <dgm:bulletEnabled val="1"/>
        </dgm:presLayoutVars>
      </dgm:prSet>
      <dgm:spPr/>
    </dgm:pt>
  </dgm:ptLst>
  <dgm:cxnLst>
    <dgm:cxn modelId="{7AF8CE03-98CD-40B4-9A8D-DEA2AEBC9DB1}" type="presOf" srcId="{C862AEBE-4294-4D8A-9CAC-679A8C1457A8}" destId="{A388F3EB-A710-4137-B74F-814211C57307}" srcOrd="1" destOrd="0" presId="urn:microsoft.com/office/officeart/2005/8/layout/process1"/>
    <dgm:cxn modelId="{90840739-0CC1-4CE1-AFE2-AE627E436C1E}" type="presOf" srcId="{DC7A2BC7-E356-4391-80DB-4E774EAFD1A7}" destId="{6848ADF4-B55A-42CC-9970-96FF75DB7469}" srcOrd="0" destOrd="0" presId="urn:microsoft.com/office/officeart/2005/8/layout/process1"/>
    <dgm:cxn modelId="{95DDF364-043D-4FF8-B51A-CC092318E076}" type="presOf" srcId="{126438DB-A733-497D-817D-4B2C35E0F843}" destId="{BB20F863-92A9-4DBF-A696-137B3AE18673}" srcOrd="0" destOrd="0" presId="urn:microsoft.com/office/officeart/2005/8/layout/process1"/>
    <dgm:cxn modelId="{ED07EB68-B3A6-4092-8516-CCB2DC1760EE}" type="presOf" srcId="{E9B5A76B-3E50-4DF9-A65E-D5B83CDE2FDC}" destId="{FC3DE9BA-0C92-456E-9B3E-1ECF259D030E}" srcOrd="0" destOrd="0" presId="urn:microsoft.com/office/officeart/2005/8/layout/process1"/>
    <dgm:cxn modelId="{38585251-AFA3-4267-BE32-28B22223BDBC}" type="presOf" srcId="{4D90F99F-ED66-4AC9-9BA3-EF8E8CA560CA}" destId="{F931B798-F408-490F-B115-CF5E9D4A61B1}" srcOrd="0" destOrd="0" presId="urn:microsoft.com/office/officeart/2005/8/layout/process1"/>
    <dgm:cxn modelId="{9C16DA76-3053-4529-BC38-5AEF053C31FB}" type="presOf" srcId="{4D90F99F-ED66-4AC9-9BA3-EF8E8CA560CA}" destId="{A873B795-A216-44F1-93BB-1853CA6459FE}" srcOrd="1" destOrd="0" presId="urn:microsoft.com/office/officeart/2005/8/layout/process1"/>
    <dgm:cxn modelId="{C25FBA5A-72C3-4D30-BC7B-F0B1FD2F0CD3}" srcId="{126438DB-A733-497D-817D-4B2C35E0F843}" destId="{E9B5A76B-3E50-4DF9-A65E-D5B83CDE2FDC}" srcOrd="0" destOrd="0" parTransId="{3A55F8CB-986E-4BA1-AA6D-5CC886E21B87}" sibTransId="{C862AEBE-4294-4D8A-9CAC-679A8C1457A8}"/>
    <dgm:cxn modelId="{08B9EF84-8F6C-408D-A572-AB95425004A2}" srcId="{126438DB-A733-497D-817D-4B2C35E0F843}" destId="{DC7A2BC7-E356-4391-80DB-4E774EAFD1A7}" srcOrd="2" destOrd="0" parTransId="{455ACD07-D36F-4193-AE00-AC903A5CB469}" sibTransId="{ADBCDDAC-942C-4CD5-AB7C-E35CA58F1290}"/>
    <dgm:cxn modelId="{9A29BC9E-E65E-485E-82F4-E886EE363164}" type="presOf" srcId="{C862AEBE-4294-4D8A-9CAC-679A8C1457A8}" destId="{903F99DA-5493-4385-80C9-FB6E8D7FDF9F}" srcOrd="0" destOrd="0" presId="urn:microsoft.com/office/officeart/2005/8/layout/process1"/>
    <dgm:cxn modelId="{C214F7B7-3FD1-471A-8243-C5B4D9C783B2}" srcId="{126438DB-A733-497D-817D-4B2C35E0F843}" destId="{AD35775D-0FD5-43F0-AAFD-F8916B17C799}" srcOrd="1" destOrd="0" parTransId="{A42DA953-A49C-40E4-BC0E-2772701E7107}" sibTransId="{4D90F99F-ED66-4AC9-9BA3-EF8E8CA560CA}"/>
    <dgm:cxn modelId="{FF4AEFFD-B528-491B-93F9-7AB5DAFF0E94}" type="presOf" srcId="{AD35775D-0FD5-43F0-AAFD-F8916B17C799}" destId="{2B7E7335-6D2E-4C27-8C79-7A01E99F417D}" srcOrd="0" destOrd="0" presId="urn:microsoft.com/office/officeart/2005/8/layout/process1"/>
    <dgm:cxn modelId="{853613F8-702E-40A8-B625-B017B1741DCC}" type="presParOf" srcId="{BB20F863-92A9-4DBF-A696-137B3AE18673}" destId="{FC3DE9BA-0C92-456E-9B3E-1ECF259D030E}" srcOrd="0" destOrd="0" presId="urn:microsoft.com/office/officeart/2005/8/layout/process1"/>
    <dgm:cxn modelId="{5E4F90B5-1553-4E7F-BD9F-A71F2F3A1345}" type="presParOf" srcId="{BB20F863-92A9-4DBF-A696-137B3AE18673}" destId="{903F99DA-5493-4385-80C9-FB6E8D7FDF9F}" srcOrd="1" destOrd="0" presId="urn:microsoft.com/office/officeart/2005/8/layout/process1"/>
    <dgm:cxn modelId="{EE2B9709-6050-4031-9DC7-30DA983B29D3}" type="presParOf" srcId="{903F99DA-5493-4385-80C9-FB6E8D7FDF9F}" destId="{A388F3EB-A710-4137-B74F-814211C57307}" srcOrd="0" destOrd="0" presId="urn:microsoft.com/office/officeart/2005/8/layout/process1"/>
    <dgm:cxn modelId="{47463FE2-2FE9-43D3-B7CD-01E42378A969}" type="presParOf" srcId="{BB20F863-92A9-4DBF-A696-137B3AE18673}" destId="{2B7E7335-6D2E-4C27-8C79-7A01E99F417D}" srcOrd="2" destOrd="0" presId="urn:microsoft.com/office/officeart/2005/8/layout/process1"/>
    <dgm:cxn modelId="{DDBBCD5C-71AD-459E-89E3-250BF075105D}" type="presParOf" srcId="{BB20F863-92A9-4DBF-A696-137B3AE18673}" destId="{F931B798-F408-490F-B115-CF5E9D4A61B1}" srcOrd="3" destOrd="0" presId="urn:microsoft.com/office/officeart/2005/8/layout/process1"/>
    <dgm:cxn modelId="{02FD8410-0A3E-4407-8310-F9183F05520E}" type="presParOf" srcId="{F931B798-F408-490F-B115-CF5E9D4A61B1}" destId="{A873B795-A216-44F1-93BB-1853CA6459FE}" srcOrd="0" destOrd="0" presId="urn:microsoft.com/office/officeart/2005/8/layout/process1"/>
    <dgm:cxn modelId="{9D2DBCA6-F958-4176-B20D-BCB8D13FB0A4}" type="presParOf" srcId="{BB20F863-92A9-4DBF-A696-137B3AE18673}" destId="{6848ADF4-B55A-42CC-9970-96FF75DB7469}"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3449081-7A68-4A8A-8508-845C6FD77F9E}" type="doc">
      <dgm:prSet loTypeId="urn:microsoft.com/office/officeart/2005/8/layout/list1" loCatId="list" qsTypeId="urn:microsoft.com/office/officeart/2005/8/quickstyle/simple1" qsCatId="simple" csTypeId="urn:microsoft.com/office/officeart/2005/8/colors/colorful2" csCatId="colorful" phldr="1"/>
      <dgm:spPr/>
      <dgm:t>
        <a:bodyPr/>
        <a:lstStyle/>
        <a:p>
          <a:endParaRPr lang="en-US"/>
        </a:p>
      </dgm:t>
    </dgm:pt>
    <dgm:pt modelId="{EA7C66F9-5DCC-42C4-98EA-4F8C7729CF04}">
      <dgm:prSet/>
      <dgm:spPr/>
      <dgm:t>
        <a:bodyPr/>
        <a:lstStyle/>
        <a:p>
          <a:r>
            <a:rPr lang="en-US" dirty="0"/>
            <a:t>A group of 5 persons (i.e., six groups in total)</a:t>
          </a:r>
        </a:p>
      </dgm:t>
    </dgm:pt>
    <dgm:pt modelId="{4B7D0549-68BB-45AE-AB14-FB74692C7D15}" type="parTrans" cxnId="{4BD27AEA-A374-4D65-8BBA-D3ACB7E0E805}">
      <dgm:prSet/>
      <dgm:spPr/>
      <dgm:t>
        <a:bodyPr/>
        <a:lstStyle/>
        <a:p>
          <a:endParaRPr lang="en-US"/>
        </a:p>
      </dgm:t>
    </dgm:pt>
    <dgm:pt modelId="{BF620074-B534-40BA-89DB-B51BA9F17D31}" type="sibTrans" cxnId="{4BD27AEA-A374-4D65-8BBA-D3ACB7E0E805}">
      <dgm:prSet/>
      <dgm:spPr/>
      <dgm:t>
        <a:bodyPr/>
        <a:lstStyle/>
        <a:p>
          <a:endParaRPr lang="en-US"/>
        </a:p>
      </dgm:t>
    </dgm:pt>
    <dgm:pt modelId="{3186A13F-9670-4BE8-A034-38E27B177588}">
      <dgm:prSet/>
      <dgm:spPr/>
      <dgm:t>
        <a:bodyPr/>
        <a:lstStyle/>
        <a:p>
          <a:r>
            <a:rPr lang="en-US" dirty="0"/>
            <a:t>Create a name for your app </a:t>
          </a:r>
          <a:r>
            <a:rPr lang="en-US" dirty="0">
              <a:sym typeface="Wingdings" panose="05000000000000000000" pitchFamily="2" charset="2"/>
            </a:rPr>
            <a:t></a:t>
          </a:r>
          <a:endParaRPr lang="en-US" dirty="0"/>
        </a:p>
      </dgm:t>
    </dgm:pt>
    <dgm:pt modelId="{35FB2A2A-7433-486C-B2EF-F7899E92B8B9}" type="parTrans" cxnId="{0CB5F866-4636-4097-802C-7192F7A8768A}">
      <dgm:prSet/>
      <dgm:spPr/>
      <dgm:t>
        <a:bodyPr/>
        <a:lstStyle/>
        <a:p>
          <a:endParaRPr lang="en-US"/>
        </a:p>
      </dgm:t>
    </dgm:pt>
    <dgm:pt modelId="{510373E1-D861-4279-9A50-ACBD6CF5F0C1}" type="sibTrans" cxnId="{0CB5F866-4636-4097-802C-7192F7A8768A}">
      <dgm:prSet/>
      <dgm:spPr/>
      <dgm:t>
        <a:bodyPr/>
        <a:lstStyle/>
        <a:p>
          <a:endParaRPr lang="en-US"/>
        </a:p>
      </dgm:t>
    </dgm:pt>
    <dgm:pt modelId="{A5EAC018-A7CA-4467-A154-3F6091B4A5DF}">
      <dgm:prSet/>
      <dgm:spPr/>
      <dgm:t>
        <a:bodyPr/>
        <a:lstStyle/>
        <a:p>
          <a:r>
            <a:rPr lang="en-US" dirty="0"/>
            <a:t>In 75 minutes</a:t>
          </a:r>
        </a:p>
      </dgm:t>
    </dgm:pt>
    <dgm:pt modelId="{96FA9D63-E6A6-4AB1-B550-65F4E24EC02B}" type="parTrans" cxnId="{970DA03F-A726-4F35-83E0-A9ADF5B2C6A7}">
      <dgm:prSet/>
      <dgm:spPr/>
      <dgm:t>
        <a:bodyPr/>
        <a:lstStyle/>
        <a:p>
          <a:endParaRPr lang="en-US"/>
        </a:p>
      </dgm:t>
    </dgm:pt>
    <dgm:pt modelId="{CBB904C7-04A0-452F-A895-722E278771A2}" type="sibTrans" cxnId="{970DA03F-A726-4F35-83E0-A9ADF5B2C6A7}">
      <dgm:prSet/>
      <dgm:spPr/>
      <dgm:t>
        <a:bodyPr/>
        <a:lstStyle/>
        <a:p>
          <a:endParaRPr lang="en-US"/>
        </a:p>
      </dgm:t>
    </dgm:pt>
    <dgm:pt modelId="{14C0C716-0F5F-497E-ADE9-D76AB6CD8277}">
      <dgm:prSet/>
      <dgm:spPr/>
      <dgm:t>
        <a:bodyPr/>
        <a:lstStyle/>
        <a:p>
          <a:r>
            <a:rPr lang="en-US" dirty="0"/>
            <a:t>Envision your “ideal” app – types of relationships, users?</a:t>
          </a:r>
        </a:p>
      </dgm:t>
    </dgm:pt>
    <dgm:pt modelId="{E3C1F51E-8C93-485A-8D4A-A7923142EE5D}" type="parTrans" cxnId="{7C6E1099-867C-482C-A3FF-C4549FC98637}">
      <dgm:prSet/>
      <dgm:spPr/>
      <dgm:t>
        <a:bodyPr/>
        <a:lstStyle/>
        <a:p>
          <a:endParaRPr lang="en-US"/>
        </a:p>
      </dgm:t>
    </dgm:pt>
    <dgm:pt modelId="{68902F8E-51B1-45DE-A4B1-D905D70662AD}" type="sibTrans" cxnId="{7C6E1099-867C-482C-A3FF-C4549FC98637}">
      <dgm:prSet/>
      <dgm:spPr/>
      <dgm:t>
        <a:bodyPr/>
        <a:lstStyle/>
        <a:p>
          <a:endParaRPr lang="en-US"/>
        </a:p>
      </dgm:t>
    </dgm:pt>
    <dgm:pt modelId="{75182A71-FCA1-4AA2-A0AE-4C06A23D3481}">
      <dgm:prSet/>
      <dgm:spPr/>
      <dgm:t>
        <a:bodyPr/>
        <a:lstStyle/>
        <a:p>
          <a:r>
            <a:rPr lang="en-US" dirty="0"/>
            <a:t>Apply theories/concepts from Meetings 2 to 4 and 6 (assessment criteria)</a:t>
          </a:r>
        </a:p>
      </dgm:t>
    </dgm:pt>
    <dgm:pt modelId="{05A85ECF-D16A-4B1F-8E0F-94114CF4D432}" type="parTrans" cxnId="{F3A021D3-A293-47B9-8944-351C82EA9BC9}">
      <dgm:prSet/>
      <dgm:spPr/>
      <dgm:t>
        <a:bodyPr/>
        <a:lstStyle/>
        <a:p>
          <a:endParaRPr lang="en-US"/>
        </a:p>
      </dgm:t>
    </dgm:pt>
    <dgm:pt modelId="{589617F7-1688-4AE5-AEFF-C8FAA0231B7F}" type="sibTrans" cxnId="{F3A021D3-A293-47B9-8944-351C82EA9BC9}">
      <dgm:prSet/>
      <dgm:spPr/>
      <dgm:t>
        <a:bodyPr/>
        <a:lstStyle/>
        <a:p>
          <a:endParaRPr lang="en-US"/>
        </a:p>
      </dgm:t>
    </dgm:pt>
    <dgm:pt modelId="{CBFEAD6F-B4BE-4C68-974F-8DA933D65702}">
      <dgm:prSet/>
      <dgm:spPr/>
      <dgm:t>
        <a:bodyPr/>
        <a:lstStyle/>
        <a:p>
          <a:r>
            <a:rPr lang="en-US" dirty="0"/>
            <a:t>Create an 8-minute presentation using papers and pens</a:t>
          </a:r>
        </a:p>
      </dgm:t>
    </dgm:pt>
    <dgm:pt modelId="{A2F1C80B-8ED6-4E81-8814-A1FABF086325}" type="parTrans" cxnId="{150411AE-FD59-4BF6-A3EE-C8927B6E890F}">
      <dgm:prSet/>
      <dgm:spPr/>
      <dgm:t>
        <a:bodyPr/>
        <a:lstStyle/>
        <a:p>
          <a:endParaRPr lang="en-US"/>
        </a:p>
      </dgm:t>
    </dgm:pt>
    <dgm:pt modelId="{5CE1CC04-8A30-476F-A7CF-189F7215F3C3}" type="sibTrans" cxnId="{150411AE-FD59-4BF6-A3EE-C8927B6E890F}">
      <dgm:prSet/>
      <dgm:spPr/>
      <dgm:t>
        <a:bodyPr/>
        <a:lstStyle/>
        <a:p>
          <a:endParaRPr lang="en-US"/>
        </a:p>
      </dgm:t>
    </dgm:pt>
    <dgm:pt modelId="{C750E9A5-41D2-4281-9F33-575D8EB94DCA}">
      <dgm:prSet/>
      <dgm:spPr/>
      <dgm:t>
        <a:bodyPr/>
        <a:lstStyle/>
        <a:p>
          <a:r>
            <a:rPr lang="en-US" dirty="0"/>
            <a:t>The most compelling design will receive highest points (15 points)</a:t>
          </a:r>
        </a:p>
      </dgm:t>
    </dgm:pt>
    <dgm:pt modelId="{ECE8CA0F-C1D5-475E-9B0A-F29CFC345760}" type="parTrans" cxnId="{06211A77-A970-40C1-A0E0-810C2CBF2AD1}">
      <dgm:prSet/>
      <dgm:spPr/>
      <dgm:t>
        <a:bodyPr/>
        <a:lstStyle/>
        <a:p>
          <a:endParaRPr lang="en-US"/>
        </a:p>
      </dgm:t>
    </dgm:pt>
    <dgm:pt modelId="{200CCAA2-5ACD-44CF-82E0-47C2433B63A8}" type="sibTrans" cxnId="{06211A77-A970-40C1-A0E0-810C2CBF2AD1}">
      <dgm:prSet/>
      <dgm:spPr/>
      <dgm:t>
        <a:bodyPr/>
        <a:lstStyle/>
        <a:p>
          <a:endParaRPr lang="en-US"/>
        </a:p>
      </dgm:t>
    </dgm:pt>
    <dgm:pt modelId="{7D1C6BE0-6B48-4C8E-89A0-09A121F19103}">
      <dgm:prSet/>
      <dgm:spPr/>
      <dgm:t>
        <a:bodyPr/>
        <a:lstStyle/>
        <a:p>
          <a:r>
            <a:rPr lang="en-US" dirty="0"/>
            <a:t>Original/innovative designs will also receive bonus points</a:t>
          </a:r>
        </a:p>
      </dgm:t>
    </dgm:pt>
    <dgm:pt modelId="{043C42EC-EBA7-4FA6-B686-2FBB941E15B5}" type="parTrans" cxnId="{79665C40-AFF1-410F-83DD-DEB8732D648B}">
      <dgm:prSet/>
      <dgm:spPr/>
      <dgm:t>
        <a:bodyPr/>
        <a:lstStyle/>
        <a:p>
          <a:endParaRPr lang="en-AU"/>
        </a:p>
      </dgm:t>
    </dgm:pt>
    <dgm:pt modelId="{EEA342A1-2FCC-4146-8169-C95BA2448967}" type="sibTrans" cxnId="{79665C40-AFF1-410F-83DD-DEB8732D648B}">
      <dgm:prSet/>
      <dgm:spPr/>
      <dgm:t>
        <a:bodyPr/>
        <a:lstStyle/>
        <a:p>
          <a:endParaRPr lang="en-AU"/>
        </a:p>
      </dgm:t>
    </dgm:pt>
    <dgm:pt modelId="{5CB1F48D-5C98-4E7B-A181-6E6DDF7C7183}">
      <dgm:prSet/>
      <dgm:spPr/>
      <dgm:t>
        <a:bodyPr/>
        <a:lstStyle/>
        <a:p>
          <a:r>
            <a:rPr lang="en-US" dirty="0"/>
            <a:t>Take questions (not graded; really for questions)</a:t>
          </a:r>
        </a:p>
      </dgm:t>
    </dgm:pt>
    <dgm:pt modelId="{22C2CB58-7571-45BE-8CEF-65D06FE662A2}" type="parTrans" cxnId="{110637B4-8431-491B-9495-B8D09E1BF3A4}">
      <dgm:prSet/>
      <dgm:spPr/>
      <dgm:t>
        <a:bodyPr/>
        <a:lstStyle/>
        <a:p>
          <a:endParaRPr lang="en-AU"/>
        </a:p>
      </dgm:t>
    </dgm:pt>
    <dgm:pt modelId="{18E83E60-AAE6-467F-88BF-28A2876B575A}" type="sibTrans" cxnId="{110637B4-8431-491B-9495-B8D09E1BF3A4}">
      <dgm:prSet/>
      <dgm:spPr/>
      <dgm:t>
        <a:bodyPr/>
        <a:lstStyle/>
        <a:p>
          <a:endParaRPr lang="en-AU"/>
        </a:p>
      </dgm:t>
    </dgm:pt>
    <dgm:pt modelId="{00CFFB9B-E2E1-45DC-9A05-958709B44D74}" type="pres">
      <dgm:prSet presAssocID="{C3449081-7A68-4A8A-8508-845C6FD77F9E}" presName="linear" presStyleCnt="0">
        <dgm:presLayoutVars>
          <dgm:dir/>
          <dgm:animLvl val="lvl"/>
          <dgm:resizeHandles val="exact"/>
        </dgm:presLayoutVars>
      </dgm:prSet>
      <dgm:spPr/>
    </dgm:pt>
    <dgm:pt modelId="{0FF51C91-C863-4945-98BF-B3575DDBC06F}" type="pres">
      <dgm:prSet presAssocID="{EA7C66F9-5DCC-42C4-98EA-4F8C7729CF04}" presName="parentLin" presStyleCnt="0"/>
      <dgm:spPr/>
    </dgm:pt>
    <dgm:pt modelId="{E73788FD-2A61-4258-9CD0-C65A373064EE}" type="pres">
      <dgm:prSet presAssocID="{EA7C66F9-5DCC-42C4-98EA-4F8C7729CF04}" presName="parentLeftMargin" presStyleLbl="node1" presStyleIdx="0" presStyleCnt="2"/>
      <dgm:spPr/>
    </dgm:pt>
    <dgm:pt modelId="{DC0128A7-ABF4-41E6-9642-EE758623D7DF}" type="pres">
      <dgm:prSet presAssocID="{EA7C66F9-5DCC-42C4-98EA-4F8C7729CF04}" presName="parentText" presStyleLbl="node1" presStyleIdx="0" presStyleCnt="2">
        <dgm:presLayoutVars>
          <dgm:chMax val="0"/>
          <dgm:bulletEnabled val="1"/>
        </dgm:presLayoutVars>
      </dgm:prSet>
      <dgm:spPr/>
    </dgm:pt>
    <dgm:pt modelId="{F43B5B2A-BF7F-445E-826C-5F11245B5C4F}" type="pres">
      <dgm:prSet presAssocID="{EA7C66F9-5DCC-42C4-98EA-4F8C7729CF04}" presName="negativeSpace" presStyleCnt="0"/>
      <dgm:spPr/>
    </dgm:pt>
    <dgm:pt modelId="{6687F8FB-EB1C-4AF8-BD2E-B940C356742C}" type="pres">
      <dgm:prSet presAssocID="{EA7C66F9-5DCC-42C4-98EA-4F8C7729CF04}" presName="childText" presStyleLbl="conFgAcc1" presStyleIdx="0" presStyleCnt="2">
        <dgm:presLayoutVars>
          <dgm:bulletEnabled val="1"/>
        </dgm:presLayoutVars>
      </dgm:prSet>
      <dgm:spPr/>
    </dgm:pt>
    <dgm:pt modelId="{051B43A8-0924-4563-BD8C-605423694201}" type="pres">
      <dgm:prSet presAssocID="{BF620074-B534-40BA-89DB-B51BA9F17D31}" presName="spaceBetweenRectangles" presStyleCnt="0"/>
      <dgm:spPr/>
    </dgm:pt>
    <dgm:pt modelId="{21E93A66-1047-4367-85C1-56C7D59C5280}" type="pres">
      <dgm:prSet presAssocID="{A5EAC018-A7CA-4467-A154-3F6091B4A5DF}" presName="parentLin" presStyleCnt="0"/>
      <dgm:spPr/>
    </dgm:pt>
    <dgm:pt modelId="{24888594-AF8A-4533-AF87-8DBAB9A837C8}" type="pres">
      <dgm:prSet presAssocID="{A5EAC018-A7CA-4467-A154-3F6091B4A5DF}" presName="parentLeftMargin" presStyleLbl="node1" presStyleIdx="0" presStyleCnt="2"/>
      <dgm:spPr/>
    </dgm:pt>
    <dgm:pt modelId="{F3EB38A8-3EF9-43FC-BDBC-D118413F970B}" type="pres">
      <dgm:prSet presAssocID="{A5EAC018-A7CA-4467-A154-3F6091B4A5DF}" presName="parentText" presStyleLbl="node1" presStyleIdx="1" presStyleCnt="2">
        <dgm:presLayoutVars>
          <dgm:chMax val="0"/>
          <dgm:bulletEnabled val="1"/>
        </dgm:presLayoutVars>
      </dgm:prSet>
      <dgm:spPr/>
    </dgm:pt>
    <dgm:pt modelId="{5DA8101D-AA96-487D-8322-DB11B8E43524}" type="pres">
      <dgm:prSet presAssocID="{A5EAC018-A7CA-4467-A154-3F6091B4A5DF}" presName="negativeSpace" presStyleCnt="0"/>
      <dgm:spPr/>
    </dgm:pt>
    <dgm:pt modelId="{04EB1FF6-D6A6-4646-897A-88D357B5E587}" type="pres">
      <dgm:prSet presAssocID="{A5EAC018-A7CA-4467-A154-3F6091B4A5DF}" presName="childText" presStyleLbl="conFgAcc1" presStyleIdx="1" presStyleCnt="2">
        <dgm:presLayoutVars>
          <dgm:bulletEnabled val="1"/>
        </dgm:presLayoutVars>
      </dgm:prSet>
      <dgm:spPr/>
    </dgm:pt>
  </dgm:ptLst>
  <dgm:cxnLst>
    <dgm:cxn modelId="{0AF4CA06-78D3-4147-8BDD-07454D833757}" type="presOf" srcId="{CBFEAD6F-B4BE-4C68-974F-8DA933D65702}" destId="{04EB1FF6-D6A6-4646-897A-88D357B5E587}" srcOrd="0" destOrd="2" presId="urn:microsoft.com/office/officeart/2005/8/layout/list1"/>
    <dgm:cxn modelId="{970DA03F-A726-4F35-83E0-A9ADF5B2C6A7}" srcId="{C3449081-7A68-4A8A-8508-845C6FD77F9E}" destId="{A5EAC018-A7CA-4467-A154-3F6091B4A5DF}" srcOrd="1" destOrd="0" parTransId="{96FA9D63-E6A6-4AB1-B550-65F4E24EC02B}" sibTransId="{CBB904C7-04A0-452F-A895-722E278771A2}"/>
    <dgm:cxn modelId="{79665C40-AFF1-410F-83DD-DEB8732D648B}" srcId="{A5EAC018-A7CA-4467-A154-3F6091B4A5DF}" destId="{7D1C6BE0-6B48-4C8E-89A0-09A121F19103}" srcOrd="5" destOrd="0" parTransId="{043C42EC-EBA7-4FA6-B686-2FBB941E15B5}" sibTransId="{EEA342A1-2FCC-4146-8169-C95BA2448967}"/>
    <dgm:cxn modelId="{6B80DE63-AD69-4783-A29C-DEB727DCF814}" type="presOf" srcId="{3186A13F-9670-4BE8-A034-38E27B177588}" destId="{6687F8FB-EB1C-4AF8-BD2E-B940C356742C}" srcOrd="0" destOrd="0" presId="urn:microsoft.com/office/officeart/2005/8/layout/list1"/>
    <dgm:cxn modelId="{0CB5F866-4636-4097-802C-7192F7A8768A}" srcId="{EA7C66F9-5DCC-42C4-98EA-4F8C7729CF04}" destId="{3186A13F-9670-4BE8-A034-38E27B177588}" srcOrd="0" destOrd="0" parTransId="{35FB2A2A-7433-486C-B2EF-F7899E92B8B9}" sibTransId="{510373E1-D861-4279-9A50-ACBD6CF5F0C1}"/>
    <dgm:cxn modelId="{7B5F7C4B-A99B-45C3-A1A6-5E05D044FF53}" type="presOf" srcId="{EA7C66F9-5DCC-42C4-98EA-4F8C7729CF04}" destId="{DC0128A7-ABF4-41E6-9642-EE758623D7DF}" srcOrd="1" destOrd="0" presId="urn:microsoft.com/office/officeart/2005/8/layout/list1"/>
    <dgm:cxn modelId="{06211A77-A970-40C1-A0E0-810C2CBF2AD1}" srcId="{A5EAC018-A7CA-4467-A154-3F6091B4A5DF}" destId="{C750E9A5-41D2-4281-9F33-575D8EB94DCA}" srcOrd="4" destOrd="0" parTransId="{ECE8CA0F-C1D5-475E-9B0A-F29CFC345760}" sibTransId="{200CCAA2-5ACD-44CF-82E0-47C2433B63A8}"/>
    <dgm:cxn modelId="{02EFF777-63DE-4B8F-8F1E-57938CDEA08F}" type="presOf" srcId="{A5EAC018-A7CA-4467-A154-3F6091B4A5DF}" destId="{24888594-AF8A-4533-AF87-8DBAB9A837C8}" srcOrd="0" destOrd="0" presId="urn:microsoft.com/office/officeart/2005/8/layout/list1"/>
    <dgm:cxn modelId="{C792697E-6E00-4EC4-A1B1-0CDBCFB1E2DD}" type="presOf" srcId="{C3449081-7A68-4A8A-8508-845C6FD77F9E}" destId="{00CFFB9B-E2E1-45DC-9A05-958709B44D74}" srcOrd="0" destOrd="0" presId="urn:microsoft.com/office/officeart/2005/8/layout/list1"/>
    <dgm:cxn modelId="{7C6E1099-867C-482C-A3FF-C4549FC98637}" srcId="{A5EAC018-A7CA-4467-A154-3F6091B4A5DF}" destId="{14C0C716-0F5F-497E-ADE9-D76AB6CD8277}" srcOrd="0" destOrd="0" parTransId="{E3C1F51E-8C93-485A-8D4A-A7923142EE5D}" sibTransId="{68902F8E-51B1-45DE-A4B1-D905D70662AD}"/>
    <dgm:cxn modelId="{684E2A9E-FCFF-4A9D-983D-660AE9F91448}" type="presOf" srcId="{7D1C6BE0-6B48-4C8E-89A0-09A121F19103}" destId="{04EB1FF6-D6A6-4646-897A-88D357B5E587}" srcOrd="0" destOrd="5" presId="urn:microsoft.com/office/officeart/2005/8/layout/list1"/>
    <dgm:cxn modelId="{99B298A8-7BF3-4EB9-A092-F10AF13C767A}" type="presOf" srcId="{75182A71-FCA1-4AA2-A0AE-4C06A23D3481}" destId="{04EB1FF6-D6A6-4646-897A-88D357B5E587}" srcOrd="0" destOrd="1" presId="urn:microsoft.com/office/officeart/2005/8/layout/list1"/>
    <dgm:cxn modelId="{150411AE-FD59-4BF6-A3EE-C8927B6E890F}" srcId="{A5EAC018-A7CA-4467-A154-3F6091B4A5DF}" destId="{CBFEAD6F-B4BE-4C68-974F-8DA933D65702}" srcOrd="2" destOrd="0" parTransId="{A2F1C80B-8ED6-4E81-8814-A1FABF086325}" sibTransId="{5CE1CC04-8A30-476F-A7CF-189F7215F3C3}"/>
    <dgm:cxn modelId="{110637B4-8431-491B-9495-B8D09E1BF3A4}" srcId="{A5EAC018-A7CA-4467-A154-3F6091B4A5DF}" destId="{5CB1F48D-5C98-4E7B-A181-6E6DDF7C7183}" srcOrd="3" destOrd="0" parTransId="{22C2CB58-7571-45BE-8CEF-65D06FE662A2}" sibTransId="{18E83E60-AAE6-467F-88BF-28A2876B575A}"/>
    <dgm:cxn modelId="{1CA3D3B8-2C5E-4DA7-8D52-73E7608B4277}" type="presOf" srcId="{14C0C716-0F5F-497E-ADE9-D76AB6CD8277}" destId="{04EB1FF6-D6A6-4646-897A-88D357B5E587}" srcOrd="0" destOrd="0" presId="urn:microsoft.com/office/officeart/2005/8/layout/list1"/>
    <dgm:cxn modelId="{7A908CC3-C112-4B5A-B5AE-8FDF5F92C3A6}" type="presOf" srcId="{A5EAC018-A7CA-4467-A154-3F6091B4A5DF}" destId="{F3EB38A8-3EF9-43FC-BDBC-D118413F970B}" srcOrd="1" destOrd="0" presId="urn:microsoft.com/office/officeart/2005/8/layout/list1"/>
    <dgm:cxn modelId="{59FD37CC-F0AC-40D8-9732-6A0FCD8B5E27}" type="presOf" srcId="{5CB1F48D-5C98-4E7B-A181-6E6DDF7C7183}" destId="{04EB1FF6-D6A6-4646-897A-88D357B5E587}" srcOrd="0" destOrd="3" presId="urn:microsoft.com/office/officeart/2005/8/layout/list1"/>
    <dgm:cxn modelId="{F3A021D3-A293-47B9-8944-351C82EA9BC9}" srcId="{A5EAC018-A7CA-4467-A154-3F6091B4A5DF}" destId="{75182A71-FCA1-4AA2-A0AE-4C06A23D3481}" srcOrd="1" destOrd="0" parTransId="{05A85ECF-D16A-4B1F-8E0F-94114CF4D432}" sibTransId="{589617F7-1688-4AE5-AEFF-C8FAA0231B7F}"/>
    <dgm:cxn modelId="{4BD27AEA-A374-4D65-8BBA-D3ACB7E0E805}" srcId="{C3449081-7A68-4A8A-8508-845C6FD77F9E}" destId="{EA7C66F9-5DCC-42C4-98EA-4F8C7729CF04}" srcOrd="0" destOrd="0" parTransId="{4B7D0549-68BB-45AE-AB14-FB74692C7D15}" sibTransId="{BF620074-B534-40BA-89DB-B51BA9F17D31}"/>
    <dgm:cxn modelId="{6EA7E2F0-636F-4A31-9136-DF1A575827B4}" type="presOf" srcId="{C750E9A5-41D2-4281-9F33-575D8EB94DCA}" destId="{04EB1FF6-D6A6-4646-897A-88D357B5E587}" srcOrd="0" destOrd="4" presId="urn:microsoft.com/office/officeart/2005/8/layout/list1"/>
    <dgm:cxn modelId="{9FFD1BF6-81F1-4360-A2AF-AF89901DA26E}" type="presOf" srcId="{EA7C66F9-5DCC-42C4-98EA-4F8C7729CF04}" destId="{E73788FD-2A61-4258-9CD0-C65A373064EE}" srcOrd="0" destOrd="0" presId="urn:microsoft.com/office/officeart/2005/8/layout/list1"/>
    <dgm:cxn modelId="{9AF4A20F-0D1A-4EBB-BDBC-C789C8D1E16E}" type="presParOf" srcId="{00CFFB9B-E2E1-45DC-9A05-958709B44D74}" destId="{0FF51C91-C863-4945-98BF-B3575DDBC06F}" srcOrd="0" destOrd="0" presId="urn:microsoft.com/office/officeart/2005/8/layout/list1"/>
    <dgm:cxn modelId="{BFD6B110-07A1-479B-949F-8882123D68A2}" type="presParOf" srcId="{0FF51C91-C863-4945-98BF-B3575DDBC06F}" destId="{E73788FD-2A61-4258-9CD0-C65A373064EE}" srcOrd="0" destOrd="0" presId="urn:microsoft.com/office/officeart/2005/8/layout/list1"/>
    <dgm:cxn modelId="{AFE173AE-D1C4-44CB-8262-530A3C8FF477}" type="presParOf" srcId="{0FF51C91-C863-4945-98BF-B3575DDBC06F}" destId="{DC0128A7-ABF4-41E6-9642-EE758623D7DF}" srcOrd="1" destOrd="0" presId="urn:microsoft.com/office/officeart/2005/8/layout/list1"/>
    <dgm:cxn modelId="{099D778D-E30A-40BE-9FD9-40B5FDB2F1A1}" type="presParOf" srcId="{00CFFB9B-E2E1-45DC-9A05-958709B44D74}" destId="{F43B5B2A-BF7F-445E-826C-5F11245B5C4F}" srcOrd="1" destOrd="0" presId="urn:microsoft.com/office/officeart/2005/8/layout/list1"/>
    <dgm:cxn modelId="{6BE99C02-5DB7-4119-B6BD-6544947450F4}" type="presParOf" srcId="{00CFFB9B-E2E1-45DC-9A05-958709B44D74}" destId="{6687F8FB-EB1C-4AF8-BD2E-B940C356742C}" srcOrd="2" destOrd="0" presId="urn:microsoft.com/office/officeart/2005/8/layout/list1"/>
    <dgm:cxn modelId="{3437857B-56BC-4835-A9A7-73E9F674FA62}" type="presParOf" srcId="{00CFFB9B-E2E1-45DC-9A05-958709B44D74}" destId="{051B43A8-0924-4563-BD8C-605423694201}" srcOrd="3" destOrd="0" presId="urn:microsoft.com/office/officeart/2005/8/layout/list1"/>
    <dgm:cxn modelId="{127BC915-F2C8-4394-9793-16A166602631}" type="presParOf" srcId="{00CFFB9B-E2E1-45DC-9A05-958709B44D74}" destId="{21E93A66-1047-4367-85C1-56C7D59C5280}" srcOrd="4" destOrd="0" presId="urn:microsoft.com/office/officeart/2005/8/layout/list1"/>
    <dgm:cxn modelId="{71662FCB-556D-4905-BB1F-6B6EF86DA85C}" type="presParOf" srcId="{21E93A66-1047-4367-85C1-56C7D59C5280}" destId="{24888594-AF8A-4533-AF87-8DBAB9A837C8}" srcOrd="0" destOrd="0" presId="urn:microsoft.com/office/officeart/2005/8/layout/list1"/>
    <dgm:cxn modelId="{A7B4991A-D27E-446D-867A-D878882ECCA5}" type="presParOf" srcId="{21E93A66-1047-4367-85C1-56C7D59C5280}" destId="{F3EB38A8-3EF9-43FC-BDBC-D118413F970B}" srcOrd="1" destOrd="0" presId="urn:microsoft.com/office/officeart/2005/8/layout/list1"/>
    <dgm:cxn modelId="{CF9CC179-FF52-4853-921E-A0D3791AB1AC}" type="presParOf" srcId="{00CFFB9B-E2E1-45DC-9A05-958709B44D74}" destId="{5DA8101D-AA96-487D-8322-DB11B8E43524}" srcOrd="5" destOrd="0" presId="urn:microsoft.com/office/officeart/2005/8/layout/list1"/>
    <dgm:cxn modelId="{EA3368D6-3556-479D-98FC-0F274AF90978}" type="presParOf" srcId="{00CFFB9B-E2E1-45DC-9A05-958709B44D74}" destId="{04EB1FF6-D6A6-4646-897A-88D357B5E587}"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3449081-7A68-4A8A-8508-845C6FD77F9E}" type="doc">
      <dgm:prSet loTypeId="urn:microsoft.com/office/officeart/2005/8/layout/list1" loCatId="list" qsTypeId="urn:microsoft.com/office/officeart/2005/8/quickstyle/simple1" qsCatId="simple" csTypeId="urn:microsoft.com/office/officeart/2005/8/colors/colorful2" csCatId="colorful" phldr="1"/>
      <dgm:spPr/>
      <dgm:t>
        <a:bodyPr/>
        <a:lstStyle/>
        <a:p>
          <a:endParaRPr lang="en-US"/>
        </a:p>
      </dgm:t>
    </dgm:pt>
    <dgm:pt modelId="{A5EAC018-A7CA-4467-A154-3F6091B4A5DF}">
      <dgm:prSet/>
      <dgm:spPr>
        <a:solidFill>
          <a:schemeClr val="accent5">
            <a:lumMod val="20000"/>
            <a:lumOff val="80000"/>
          </a:schemeClr>
        </a:solidFill>
      </dgm:spPr>
      <dgm:t>
        <a:bodyPr/>
        <a:lstStyle/>
        <a:p>
          <a:r>
            <a:rPr lang="en-US" dirty="0"/>
            <a:t>A 300-word reflection</a:t>
          </a:r>
        </a:p>
      </dgm:t>
    </dgm:pt>
    <dgm:pt modelId="{96FA9D63-E6A6-4AB1-B550-65F4E24EC02B}" type="parTrans" cxnId="{970DA03F-A726-4F35-83E0-A9ADF5B2C6A7}">
      <dgm:prSet/>
      <dgm:spPr/>
      <dgm:t>
        <a:bodyPr/>
        <a:lstStyle/>
        <a:p>
          <a:endParaRPr lang="en-US"/>
        </a:p>
      </dgm:t>
    </dgm:pt>
    <dgm:pt modelId="{CBB904C7-04A0-452F-A895-722E278771A2}" type="sibTrans" cxnId="{970DA03F-A726-4F35-83E0-A9ADF5B2C6A7}">
      <dgm:prSet/>
      <dgm:spPr/>
      <dgm:t>
        <a:bodyPr/>
        <a:lstStyle/>
        <a:p>
          <a:endParaRPr lang="en-US"/>
        </a:p>
      </dgm:t>
    </dgm:pt>
    <dgm:pt modelId="{14C0C716-0F5F-497E-ADE9-D76AB6CD8277}">
      <dgm:prSet/>
      <dgm:spPr/>
      <dgm:t>
        <a:bodyPr/>
        <a:lstStyle/>
        <a:p>
          <a:r>
            <a:rPr lang="en-US" dirty="0"/>
            <a:t>Critically reflect on the design process: what did your design do best? what can be improved? overall, what did you learn? </a:t>
          </a:r>
        </a:p>
      </dgm:t>
    </dgm:pt>
    <dgm:pt modelId="{E3C1F51E-8C93-485A-8D4A-A7923142EE5D}" type="parTrans" cxnId="{7C6E1099-867C-482C-A3FF-C4549FC98637}">
      <dgm:prSet/>
      <dgm:spPr/>
      <dgm:t>
        <a:bodyPr/>
        <a:lstStyle/>
        <a:p>
          <a:endParaRPr lang="en-US"/>
        </a:p>
      </dgm:t>
    </dgm:pt>
    <dgm:pt modelId="{68902F8E-51B1-45DE-A4B1-D905D70662AD}" type="sibTrans" cxnId="{7C6E1099-867C-482C-A3FF-C4549FC98637}">
      <dgm:prSet/>
      <dgm:spPr/>
      <dgm:t>
        <a:bodyPr/>
        <a:lstStyle/>
        <a:p>
          <a:endParaRPr lang="en-US"/>
        </a:p>
      </dgm:t>
    </dgm:pt>
    <dgm:pt modelId="{7497F272-A1E5-43B6-9C0F-3387B4F1D3B7}">
      <dgm:prSet/>
      <dgm:spPr/>
      <dgm:t>
        <a:bodyPr/>
        <a:lstStyle/>
        <a:p>
          <a:r>
            <a:rPr lang="en-US" dirty="0"/>
            <a:t>In the reflection, show an </a:t>
          </a:r>
          <a:r>
            <a:rPr lang="en-US" u="sng" dirty="0"/>
            <a:t>at least one</a:t>
          </a:r>
          <a:r>
            <a:rPr lang="en-US" dirty="0"/>
            <a:t> comparison with the design of another group</a:t>
          </a:r>
        </a:p>
      </dgm:t>
    </dgm:pt>
    <dgm:pt modelId="{0F109897-60F9-4101-9D49-B14C25365771}" type="parTrans" cxnId="{1A6881CC-D39A-468B-AE3B-F8F09C3BB182}">
      <dgm:prSet/>
      <dgm:spPr/>
      <dgm:t>
        <a:bodyPr/>
        <a:lstStyle/>
        <a:p>
          <a:endParaRPr lang="en-AU"/>
        </a:p>
      </dgm:t>
    </dgm:pt>
    <dgm:pt modelId="{DD7FAC1C-C4FE-4E97-926D-7DA9A31DA1E4}" type="sibTrans" cxnId="{1A6881CC-D39A-468B-AE3B-F8F09C3BB182}">
      <dgm:prSet/>
      <dgm:spPr/>
      <dgm:t>
        <a:bodyPr/>
        <a:lstStyle/>
        <a:p>
          <a:endParaRPr lang="en-AU"/>
        </a:p>
      </dgm:t>
    </dgm:pt>
    <dgm:pt modelId="{093DF645-46CF-4C2E-A993-5CE39CFB4D0C}">
      <dgm:prSet/>
      <dgm:spPr/>
      <dgm:t>
        <a:bodyPr/>
        <a:lstStyle/>
        <a:p>
          <a:r>
            <a:rPr lang="en-US" dirty="0"/>
            <a:t>Submit your reflection to Blackboard before </a:t>
          </a:r>
          <a:r>
            <a:rPr lang="en-US" u="sng" dirty="0"/>
            <a:t>9pm Hong Kong time tonight</a:t>
          </a:r>
        </a:p>
      </dgm:t>
    </dgm:pt>
    <dgm:pt modelId="{95EF6622-C231-4675-A772-D78BB9BCDF9B}" type="parTrans" cxnId="{916FB79F-CC79-4702-8535-3B389B32416E}">
      <dgm:prSet/>
      <dgm:spPr/>
      <dgm:t>
        <a:bodyPr/>
        <a:lstStyle/>
        <a:p>
          <a:endParaRPr lang="en-AU"/>
        </a:p>
      </dgm:t>
    </dgm:pt>
    <dgm:pt modelId="{4DCBE724-C2BB-4D80-8055-1A3E1808FBEB}" type="sibTrans" cxnId="{916FB79F-CC79-4702-8535-3B389B32416E}">
      <dgm:prSet/>
      <dgm:spPr/>
      <dgm:t>
        <a:bodyPr/>
        <a:lstStyle/>
        <a:p>
          <a:endParaRPr lang="en-AU"/>
        </a:p>
      </dgm:t>
    </dgm:pt>
    <dgm:pt modelId="{6866D927-DF1E-40A6-BFD2-115B5C9D4798}">
      <dgm:prSet/>
      <dgm:spPr/>
      <dgm:t>
        <a:bodyPr/>
        <a:lstStyle/>
        <a:p>
          <a:r>
            <a:rPr lang="en-US" dirty="0"/>
            <a:t>Take some 15 mins to recall and reflect</a:t>
          </a:r>
        </a:p>
      </dgm:t>
    </dgm:pt>
    <dgm:pt modelId="{541BEA16-9423-43F6-8651-DEA6855A9E34}" type="parTrans" cxnId="{BF9FD9AB-46F9-42D2-9D20-E3D1CF8BAE6F}">
      <dgm:prSet/>
      <dgm:spPr/>
      <dgm:t>
        <a:bodyPr/>
        <a:lstStyle/>
        <a:p>
          <a:endParaRPr lang="en-AU"/>
        </a:p>
      </dgm:t>
    </dgm:pt>
    <dgm:pt modelId="{D49ABC5A-6FE5-470F-AFA4-AA6007106D06}" type="sibTrans" cxnId="{BF9FD9AB-46F9-42D2-9D20-E3D1CF8BAE6F}">
      <dgm:prSet/>
      <dgm:spPr/>
      <dgm:t>
        <a:bodyPr/>
        <a:lstStyle/>
        <a:p>
          <a:endParaRPr lang="en-AU"/>
        </a:p>
      </dgm:t>
    </dgm:pt>
    <dgm:pt modelId="{00CFFB9B-E2E1-45DC-9A05-958709B44D74}" type="pres">
      <dgm:prSet presAssocID="{C3449081-7A68-4A8A-8508-845C6FD77F9E}" presName="linear" presStyleCnt="0">
        <dgm:presLayoutVars>
          <dgm:dir/>
          <dgm:animLvl val="lvl"/>
          <dgm:resizeHandles val="exact"/>
        </dgm:presLayoutVars>
      </dgm:prSet>
      <dgm:spPr/>
    </dgm:pt>
    <dgm:pt modelId="{21E93A66-1047-4367-85C1-56C7D59C5280}" type="pres">
      <dgm:prSet presAssocID="{A5EAC018-A7CA-4467-A154-3F6091B4A5DF}" presName="parentLin" presStyleCnt="0"/>
      <dgm:spPr/>
    </dgm:pt>
    <dgm:pt modelId="{24888594-AF8A-4533-AF87-8DBAB9A837C8}" type="pres">
      <dgm:prSet presAssocID="{A5EAC018-A7CA-4467-A154-3F6091B4A5DF}" presName="parentLeftMargin" presStyleLbl="node1" presStyleIdx="0" presStyleCnt="1"/>
      <dgm:spPr/>
    </dgm:pt>
    <dgm:pt modelId="{F3EB38A8-3EF9-43FC-BDBC-D118413F970B}" type="pres">
      <dgm:prSet presAssocID="{A5EAC018-A7CA-4467-A154-3F6091B4A5DF}" presName="parentText" presStyleLbl="node1" presStyleIdx="0" presStyleCnt="1">
        <dgm:presLayoutVars>
          <dgm:chMax val="0"/>
          <dgm:bulletEnabled val="1"/>
        </dgm:presLayoutVars>
      </dgm:prSet>
      <dgm:spPr/>
    </dgm:pt>
    <dgm:pt modelId="{5DA8101D-AA96-487D-8322-DB11B8E43524}" type="pres">
      <dgm:prSet presAssocID="{A5EAC018-A7CA-4467-A154-3F6091B4A5DF}" presName="negativeSpace" presStyleCnt="0"/>
      <dgm:spPr/>
    </dgm:pt>
    <dgm:pt modelId="{04EB1FF6-D6A6-4646-897A-88D357B5E587}" type="pres">
      <dgm:prSet presAssocID="{A5EAC018-A7CA-4467-A154-3F6091B4A5DF}" presName="childText" presStyleLbl="conFgAcc1" presStyleIdx="0" presStyleCnt="1">
        <dgm:presLayoutVars>
          <dgm:bulletEnabled val="1"/>
        </dgm:presLayoutVars>
      </dgm:prSet>
      <dgm:spPr/>
    </dgm:pt>
  </dgm:ptLst>
  <dgm:cxnLst>
    <dgm:cxn modelId="{48F09538-F161-4337-92D9-9E0FD31DB280}" type="presOf" srcId="{A5EAC018-A7CA-4467-A154-3F6091B4A5DF}" destId="{F3EB38A8-3EF9-43FC-BDBC-D118413F970B}" srcOrd="1" destOrd="0" presId="urn:microsoft.com/office/officeart/2005/8/layout/list1"/>
    <dgm:cxn modelId="{970DA03F-A726-4F35-83E0-A9ADF5B2C6A7}" srcId="{C3449081-7A68-4A8A-8508-845C6FD77F9E}" destId="{A5EAC018-A7CA-4467-A154-3F6091B4A5DF}" srcOrd="0" destOrd="0" parTransId="{96FA9D63-E6A6-4AB1-B550-65F4E24EC02B}" sibTransId="{CBB904C7-04A0-452F-A895-722E278771A2}"/>
    <dgm:cxn modelId="{11AFE861-FB21-445B-BCD6-8F0EDB260795}" type="presOf" srcId="{A5EAC018-A7CA-4467-A154-3F6091B4A5DF}" destId="{24888594-AF8A-4533-AF87-8DBAB9A837C8}" srcOrd="0" destOrd="0" presId="urn:microsoft.com/office/officeart/2005/8/layout/list1"/>
    <dgm:cxn modelId="{DCE3F56F-016E-4283-8E6E-C7D011E76549}" type="presOf" srcId="{093DF645-46CF-4C2E-A993-5CE39CFB4D0C}" destId="{04EB1FF6-D6A6-4646-897A-88D357B5E587}" srcOrd="0" destOrd="2" presId="urn:microsoft.com/office/officeart/2005/8/layout/list1"/>
    <dgm:cxn modelId="{C792697E-6E00-4EC4-A1B1-0CDBCFB1E2DD}" type="presOf" srcId="{C3449081-7A68-4A8A-8508-845C6FD77F9E}" destId="{00CFFB9B-E2E1-45DC-9A05-958709B44D74}" srcOrd="0" destOrd="0" presId="urn:microsoft.com/office/officeart/2005/8/layout/list1"/>
    <dgm:cxn modelId="{7C6E1099-867C-482C-A3FF-C4549FC98637}" srcId="{A5EAC018-A7CA-4467-A154-3F6091B4A5DF}" destId="{14C0C716-0F5F-497E-ADE9-D76AB6CD8277}" srcOrd="0" destOrd="0" parTransId="{E3C1F51E-8C93-485A-8D4A-A7923142EE5D}" sibTransId="{68902F8E-51B1-45DE-A4B1-D905D70662AD}"/>
    <dgm:cxn modelId="{916FB79F-CC79-4702-8535-3B389B32416E}" srcId="{A5EAC018-A7CA-4467-A154-3F6091B4A5DF}" destId="{093DF645-46CF-4C2E-A993-5CE39CFB4D0C}" srcOrd="2" destOrd="0" parTransId="{95EF6622-C231-4675-A772-D78BB9BCDF9B}" sibTransId="{4DCBE724-C2BB-4D80-8055-1A3E1808FBEB}"/>
    <dgm:cxn modelId="{5A7533A0-8518-42C4-8B76-B9649349AEE1}" type="presOf" srcId="{6866D927-DF1E-40A6-BFD2-115B5C9D4798}" destId="{04EB1FF6-D6A6-4646-897A-88D357B5E587}" srcOrd="0" destOrd="3" presId="urn:microsoft.com/office/officeart/2005/8/layout/list1"/>
    <dgm:cxn modelId="{BF9FD9AB-46F9-42D2-9D20-E3D1CF8BAE6F}" srcId="{A5EAC018-A7CA-4467-A154-3F6091B4A5DF}" destId="{6866D927-DF1E-40A6-BFD2-115B5C9D4798}" srcOrd="3" destOrd="0" parTransId="{541BEA16-9423-43F6-8651-DEA6855A9E34}" sibTransId="{D49ABC5A-6FE5-470F-AFA4-AA6007106D06}"/>
    <dgm:cxn modelId="{1A6881CC-D39A-468B-AE3B-F8F09C3BB182}" srcId="{A5EAC018-A7CA-4467-A154-3F6091B4A5DF}" destId="{7497F272-A1E5-43B6-9C0F-3387B4F1D3B7}" srcOrd="1" destOrd="0" parTransId="{0F109897-60F9-4101-9D49-B14C25365771}" sibTransId="{DD7FAC1C-C4FE-4E97-926D-7DA9A31DA1E4}"/>
    <dgm:cxn modelId="{941093EE-4865-4511-B394-52FA59330E92}" type="presOf" srcId="{7497F272-A1E5-43B6-9C0F-3387B4F1D3B7}" destId="{04EB1FF6-D6A6-4646-897A-88D357B5E587}" srcOrd="0" destOrd="1" presId="urn:microsoft.com/office/officeart/2005/8/layout/list1"/>
    <dgm:cxn modelId="{173521F7-B8CC-4EFB-B233-332696B3A3FB}" type="presOf" srcId="{14C0C716-0F5F-497E-ADE9-D76AB6CD8277}" destId="{04EB1FF6-D6A6-4646-897A-88D357B5E587}" srcOrd="0" destOrd="0" presId="urn:microsoft.com/office/officeart/2005/8/layout/list1"/>
    <dgm:cxn modelId="{BB3B9F0B-2D40-4FBF-9223-2E085562A792}" type="presParOf" srcId="{00CFFB9B-E2E1-45DC-9A05-958709B44D74}" destId="{21E93A66-1047-4367-85C1-56C7D59C5280}" srcOrd="0" destOrd="0" presId="urn:microsoft.com/office/officeart/2005/8/layout/list1"/>
    <dgm:cxn modelId="{4DB6224D-D737-42CA-8418-C17344908AA3}" type="presParOf" srcId="{21E93A66-1047-4367-85C1-56C7D59C5280}" destId="{24888594-AF8A-4533-AF87-8DBAB9A837C8}" srcOrd="0" destOrd="0" presId="urn:microsoft.com/office/officeart/2005/8/layout/list1"/>
    <dgm:cxn modelId="{51C5F779-2455-4F3C-A5D7-E6130C04B2FA}" type="presParOf" srcId="{21E93A66-1047-4367-85C1-56C7D59C5280}" destId="{F3EB38A8-3EF9-43FC-BDBC-D118413F970B}" srcOrd="1" destOrd="0" presId="urn:microsoft.com/office/officeart/2005/8/layout/list1"/>
    <dgm:cxn modelId="{0149DDC3-9C32-4980-A0B4-8BAB73EDF53A}" type="presParOf" srcId="{00CFFB9B-E2E1-45DC-9A05-958709B44D74}" destId="{5DA8101D-AA96-487D-8322-DB11B8E43524}" srcOrd="1" destOrd="0" presId="urn:microsoft.com/office/officeart/2005/8/layout/list1"/>
    <dgm:cxn modelId="{407E6C19-9DC3-4E33-98B2-98BB01E5C772}" type="presParOf" srcId="{00CFFB9B-E2E1-45DC-9A05-958709B44D74}" destId="{04EB1FF6-D6A6-4646-897A-88D357B5E587}"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994CC61-B92A-446E-8E9B-F3BB809D6145}"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31934E21-CBB4-45DD-B691-4FE581BF9508}">
      <dgm:prSet custT="1"/>
      <dgm:spPr/>
      <dgm:t>
        <a:bodyPr anchor="ctr"/>
        <a:lstStyle/>
        <a:p>
          <a:r>
            <a:rPr lang="en-US" sz="2800" b="1" dirty="0"/>
            <a:t>Your task:  to design a </a:t>
          </a:r>
          <a:r>
            <a:rPr lang="en-US" sz="2800" b="1" u="sng" dirty="0"/>
            <a:t>new</a:t>
          </a:r>
          <a:r>
            <a:rPr lang="en-US" sz="2800" b="1" dirty="0"/>
            <a:t> app for dating/</a:t>
          </a:r>
          <a:br>
            <a:rPr lang="en-US" sz="2800" b="1" dirty="0"/>
          </a:br>
          <a:r>
            <a:rPr lang="en-US" sz="2800" b="1" dirty="0"/>
            <a:t>hookups</a:t>
          </a:r>
        </a:p>
      </dgm:t>
    </dgm:pt>
    <dgm:pt modelId="{57AE75D7-1043-458D-97FA-132D7FCE3CA9}" type="parTrans" cxnId="{9FA1A052-C127-4587-B7FA-55706D3EA747}">
      <dgm:prSet/>
      <dgm:spPr/>
      <dgm:t>
        <a:bodyPr/>
        <a:lstStyle/>
        <a:p>
          <a:endParaRPr lang="en-US"/>
        </a:p>
      </dgm:t>
    </dgm:pt>
    <dgm:pt modelId="{D5840F87-85F1-4A5A-857E-A722D0BB2CEF}" type="sibTrans" cxnId="{9FA1A052-C127-4587-B7FA-55706D3EA747}">
      <dgm:prSet/>
      <dgm:spPr/>
      <dgm:t>
        <a:bodyPr/>
        <a:lstStyle/>
        <a:p>
          <a:endParaRPr lang="en-US"/>
        </a:p>
      </dgm:t>
    </dgm:pt>
    <dgm:pt modelId="{A63F1D88-94AA-4CD6-8388-C66F8F680FE9}">
      <dgm:prSet/>
      <dgm:spPr/>
      <dgm:t>
        <a:bodyPr/>
        <a:lstStyle/>
        <a:p>
          <a:r>
            <a:rPr lang="en-US" dirty="0"/>
            <a:t>a) Studying the experiences and challenges of a </a:t>
          </a:r>
          <a:r>
            <a:rPr lang="en-US" u="sng" dirty="0"/>
            <a:t>pre-identified group of dating app users</a:t>
          </a:r>
          <a:r>
            <a:rPr lang="en-US" dirty="0"/>
            <a:t> (see our course outline) through </a:t>
          </a:r>
          <a:r>
            <a:rPr lang="en-US" u="sng" dirty="0"/>
            <a:t>secondary</a:t>
          </a:r>
          <a:r>
            <a:rPr lang="en-US" u="none" dirty="0"/>
            <a:t> </a:t>
          </a:r>
          <a:r>
            <a:rPr lang="en-US" dirty="0"/>
            <a:t>research.</a:t>
          </a:r>
        </a:p>
      </dgm:t>
    </dgm:pt>
    <dgm:pt modelId="{FFED0F0D-117D-4047-B6D1-69734164D150}" type="parTrans" cxnId="{5169E417-E1AB-49B9-9F8D-5C0A3B650754}">
      <dgm:prSet/>
      <dgm:spPr/>
      <dgm:t>
        <a:bodyPr/>
        <a:lstStyle/>
        <a:p>
          <a:endParaRPr lang="en-US"/>
        </a:p>
      </dgm:t>
    </dgm:pt>
    <dgm:pt modelId="{D5912B51-7DB3-4D3A-9CF6-A42D4F829B53}" type="sibTrans" cxnId="{5169E417-E1AB-49B9-9F8D-5C0A3B650754}">
      <dgm:prSet/>
      <dgm:spPr/>
      <dgm:t>
        <a:bodyPr/>
        <a:lstStyle/>
        <a:p>
          <a:endParaRPr lang="en-US"/>
        </a:p>
      </dgm:t>
    </dgm:pt>
    <dgm:pt modelId="{DFEE5C8C-34F4-40EB-860D-A1FEA8E0C779}">
      <dgm:prSet/>
      <dgm:spPr/>
      <dgm:t>
        <a:bodyPr/>
        <a:lstStyle/>
        <a:p>
          <a:r>
            <a:rPr lang="en-US" u="none" dirty="0"/>
            <a:t>b) </a:t>
          </a:r>
          <a:r>
            <a:rPr lang="en-US" u="sng" dirty="0"/>
            <a:t>Evaluating existing apps</a:t>
          </a:r>
          <a:r>
            <a:rPr lang="en-US" dirty="0"/>
            <a:t> that serve the same group of users.</a:t>
          </a:r>
        </a:p>
      </dgm:t>
    </dgm:pt>
    <dgm:pt modelId="{94ADF2AC-72A1-4124-BE23-0D8BCC599ADE}" type="parTrans" cxnId="{D6D9C20A-16A0-4A2D-B0F0-8DC5EB19E6F3}">
      <dgm:prSet/>
      <dgm:spPr/>
      <dgm:t>
        <a:bodyPr/>
        <a:lstStyle/>
        <a:p>
          <a:endParaRPr lang="en-US"/>
        </a:p>
      </dgm:t>
    </dgm:pt>
    <dgm:pt modelId="{EAA42F99-56FD-444D-802D-478C2B7B2A96}" type="sibTrans" cxnId="{D6D9C20A-16A0-4A2D-B0F0-8DC5EB19E6F3}">
      <dgm:prSet/>
      <dgm:spPr/>
      <dgm:t>
        <a:bodyPr/>
        <a:lstStyle/>
        <a:p>
          <a:endParaRPr lang="en-US"/>
        </a:p>
      </dgm:t>
    </dgm:pt>
    <dgm:pt modelId="{7A6C4B09-30B9-4910-9A28-09AF24DF1C23}">
      <dgm:prSet/>
      <dgm:spPr/>
      <dgm:t>
        <a:bodyPr/>
        <a:lstStyle/>
        <a:p>
          <a:r>
            <a:rPr lang="en-US" dirty="0"/>
            <a:t>c) Suggesting a </a:t>
          </a:r>
          <a:r>
            <a:rPr lang="en-US" u="sng" dirty="0"/>
            <a:t>theoretically driven design</a:t>
          </a:r>
          <a:r>
            <a:rPr lang="en-US" dirty="0"/>
            <a:t> of the app (only very basic drawings are expected)</a:t>
          </a:r>
        </a:p>
      </dgm:t>
    </dgm:pt>
    <dgm:pt modelId="{1A14FDCD-3D87-4844-8AD2-0B422679092A}" type="parTrans" cxnId="{ABA8DC3D-0C66-4FF8-A0AB-459D81A17657}">
      <dgm:prSet/>
      <dgm:spPr/>
      <dgm:t>
        <a:bodyPr/>
        <a:lstStyle/>
        <a:p>
          <a:endParaRPr lang="en-US"/>
        </a:p>
      </dgm:t>
    </dgm:pt>
    <dgm:pt modelId="{14473B7C-5005-40D3-ADB2-94303B66C363}" type="sibTrans" cxnId="{ABA8DC3D-0C66-4FF8-A0AB-459D81A17657}">
      <dgm:prSet/>
      <dgm:spPr/>
      <dgm:t>
        <a:bodyPr/>
        <a:lstStyle/>
        <a:p>
          <a:endParaRPr lang="en-US"/>
        </a:p>
      </dgm:t>
    </dgm:pt>
    <dgm:pt modelId="{B748AEC2-A6C1-46BD-8494-20E1860B57A9}" type="pres">
      <dgm:prSet presAssocID="{7994CC61-B92A-446E-8E9B-F3BB809D6145}" presName="vert0" presStyleCnt="0">
        <dgm:presLayoutVars>
          <dgm:dir/>
          <dgm:animOne val="branch"/>
          <dgm:animLvl val="lvl"/>
        </dgm:presLayoutVars>
      </dgm:prSet>
      <dgm:spPr/>
    </dgm:pt>
    <dgm:pt modelId="{723E27A3-7BE9-4D4B-82F2-B39B2502A567}" type="pres">
      <dgm:prSet presAssocID="{31934E21-CBB4-45DD-B691-4FE581BF9508}" presName="thickLine" presStyleLbl="alignNode1" presStyleIdx="0" presStyleCnt="1"/>
      <dgm:spPr/>
    </dgm:pt>
    <dgm:pt modelId="{3CF415FA-176E-4CC5-8404-D6D83820C308}" type="pres">
      <dgm:prSet presAssocID="{31934E21-CBB4-45DD-B691-4FE581BF9508}" presName="horz1" presStyleCnt="0"/>
      <dgm:spPr/>
    </dgm:pt>
    <dgm:pt modelId="{D9BD6A8D-1ECF-4534-98B4-9CBB20D70AB0}" type="pres">
      <dgm:prSet presAssocID="{31934E21-CBB4-45DD-B691-4FE581BF9508}" presName="tx1" presStyleLbl="revTx" presStyleIdx="0" presStyleCnt="4"/>
      <dgm:spPr/>
    </dgm:pt>
    <dgm:pt modelId="{22A0FC8D-55B2-469A-82ED-1926D4620CBF}" type="pres">
      <dgm:prSet presAssocID="{31934E21-CBB4-45DD-B691-4FE581BF9508}" presName="vert1" presStyleCnt="0"/>
      <dgm:spPr/>
    </dgm:pt>
    <dgm:pt modelId="{35D812DE-491D-4AE6-8C9E-F9143BB2FB8B}" type="pres">
      <dgm:prSet presAssocID="{A63F1D88-94AA-4CD6-8388-C66F8F680FE9}" presName="vertSpace2a" presStyleCnt="0"/>
      <dgm:spPr/>
    </dgm:pt>
    <dgm:pt modelId="{0AEB9AF8-A9E2-41FD-A491-994E55025268}" type="pres">
      <dgm:prSet presAssocID="{A63F1D88-94AA-4CD6-8388-C66F8F680FE9}" presName="horz2" presStyleCnt="0"/>
      <dgm:spPr/>
    </dgm:pt>
    <dgm:pt modelId="{1AB78C12-04E8-4037-9E63-3C70450A57B5}" type="pres">
      <dgm:prSet presAssocID="{A63F1D88-94AA-4CD6-8388-C66F8F680FE9}" presName="horzSpace2" presStyleCnt="0"/>
      <dgm:spPr/>
    </dgm:pt>
    <dgm:pt modelId="{C2B9F73D-EA6B-4173-967A-8AD9487E701E}" type="pres">
      <dgm:prSet presAssocID="{A63F1D88-94AA-4CD6-8388-C66F8F680FE9}" presName="tx2" presStyleLbl="revTx" presStyleIdx="1" presStyleCnt="4"/>
      <dgm:spPr/>
    </dgm:pt>
    <dgm:pt modelId="{979513FC-3393-4B40-B2FB-34E85675979D}" type="pres">
      <dgm:prSet presAssocID="{A63F1D88-94AA-4CD6-8388-C66F8F680FE9}" presName="vert2" presStyleCnt="0"/>
      <dgm:spPr/>
    </dgm:pt>
    <dgm:pt modelId="{821434D3-842E-4F77-B33C-B3362BB21C80}" type="pres">
      <dgm:prSet presAssocID="{A63F1D88-94AA-4CD6-8388-C66F8F680FE9}" presName="thinLine2b" presStyleLbl="callout" presStyleIdx="0" presStyleCnt="3"/>
      <dgm:spPr/>
    </dgm:pt>
    <dgm:pt modelId="{5D0B2DF4-EE9A-437B-8FE2-C95DF3096FFF}" type="pres">
      <dgm:prSet presAssocID="{A63F1D88-94AA-4CD6-8388-C66F8F680FE9}" presName="vertSpace2b" presStyleCnt="0"/>
      <dgm:spPr/>
    </dgm:pt>
    <dgm:pt modelId="{7B633221-88AD-4D03-B1B3-7A5BD168FC3A}" type="pres">
      <dgm:prSet presAssocID="{DFEE5C8C-34F4-40EB-860D-A1FEA8E0C779}" presName="horz2" presStyleCnt="0"/>
      <dgm:spPr/>
    </dgm:pt>
    <dgm:pt modelId="{5259D79E-4EF0-4E2D-A6C8-3906C50D1154}" type="pres">
      <dgm:prSet presAssocID="{DFEE5C8C-34F4-40EB-860D-A1FEA8E0C779}" presName="horzSpace2" presStyleCnt="0"/>
      <dgm:spPr/>
    </dgm:pt>
    <dgm:pt modelId="{7708FAE2-43F4-4806-804B-E626DB221599}" type="pres">
      <dgm:prSet presAssocID="{DFEE5C8C-34F4-40EB-860D-A1FEA8E0C779}" presName="tx2" presStyleLbl="revTx" presStyleIdx="2" presStyleCnt="4"/>
      <dgm:spPr/>
    </dgm:pt>
    <dgm:pt modelId="{664A6FE5-86D2-480A-BD85-7F51A48CBFA5}" type="pres">
      <dgm:prSet presAssocID="{DFEE5C8C-34F4-40EB-860D-A1FEA8E0C779}" presName="vert2" presStyleCnt="0"/>
      <dgm:spPr/>
    </dgm:pt>
    <dgm:pt modelId="{E64EB35E-3A85-48BC-A4C4-200EA5701F43}" type="pres">
      <dgm:prSet presAssocID="{DFEE5C8C-34F4-40EB-860D-A1FEA8E0C779}" presName="thinLine2b" presStyleLbl="callout" presStyleIdx="1" presStyleCnt="3"/>
      <dgm:spPr/>
    </dgm:pt>
    <dgm:pt modelId="{E1D1EE92-FE9F-4057-80A0-F6FFB894EF9F}" type="pres">
      <dgm:prSet presAssocID="{DFEE5C8C-34F4-40EB-860D-A1FEA8E0C779}" presName="vertSpace2b" presStyleCnt="0"/>
      <dgm:spPr/>
    </dgm:pt>
    <dgm:pt modelId="{D5D41DCE-8547-48F3-A730-C827C207715A}" type="pres">
      <dgm:prSet presAssocID="{7A6C4B09-30B9-4910-9A28-09AF24DF1C23}" presName="horz2" presStyleCnt="0"/>
      <dgm:spPr/>
    </dgm:pt>
    <dgm:pt modelId="{7CEF4C3F-CB45-4732-9F77-513957F0CDDE}" type="pres">
      <dgm:prSet presAssocID="{7A6C4B09-30B9-4910-9A28-09AF24DF1C23}" presName="horzSpace2" presStyleCnt="0"/>
      <dgm:spPr/>
    </dgm:pt>
    <dgm:pt modelId="{2D2D3A82-25B7-408A-B0BE-60B66B71CE21}" type="pres">
      <dgm:prSet presAssocID="{7A6C4B09-30B9-4910-9A28-09AF24DF1C23}" presName="tx2" presStyleLbl="revTx" presStyleIdx="3" presStyleCnt="4"/>
      <dgm:spPr/>
    </dgm:pt>
    <dgm:pt modelId="{52D2675A-D603-4837-9144-7944318966EF}" type="pres">
      <dgm:prSet presAssocID="{7A6C4B09-30B9-4910-9A28-09AF24DF1C23}" presName="vert2" presStyleCnt="0"/>
      <dgm:spPr/>
    </dgm:pt>
    <dgm:pt modelId="{5CF26733-DCE6-49AB-B4F5-81226B06409E}" type="pres">
      <dgm:prSet presAssocID="{7A6C4B09-30B9-4910-9A28-09AF24DF1C23}" presName="thinLine2b" presStyleLbl="callout" presStyleIdx="2" presStyleCnt="3"/>
      <dgm:spPr/>
    </dgm:pt>
    <dgm:pt modelId="{4C5AD7EA-B659-4878-B4F2-33426D31790D}" type="pres">
      <dgm:prSet presAssocID="{7A6C4B09-30B9-4910-9A28-09AF24DF1C23}" presName="vertSpace2b" presStyleCnt="0"/>
      <dgm:spPr/>
    </dgm:pt>
  </dgm:ptLst>
  <dgm:cxnLst>
    <dgm:cxn modelId="{D6D9C20A-16A0-4A2D-B0F0-8DC5EB19E6F3}" srcId="{31934E21-CBB4-45DD-B691-4FE581BF9508}" destId="{DFEE5C8C-34F4-40EB-860D-A1FEA8E0C779}" srcOrd="1" destOrd="0" parTransId="{94ADF2AC-72A1-4124-BE23-0D8BCC599ADE}" sibTransId="{EAA42F99-56FD-444D-802D-478C2B7B2A96}"/>
    <dgm:cxn modelId="{5169E417-E1AB-49B9-9F8D-5C0A3B650754}" srcId="{31934E21-CBB4-45DD-B691-4FE581BF9508}" destId="{A63F1D88-94AA-4CD6-8388-C66F8F680FE9}" srcOrd="0" destOrd="0" parTransId="{FFED0F0D-117D-4047-B6D1-69734164D150}" sibTransId="{D5912B51-7DB3-4D3A-9CF6-A42D4F829B53}"/>
    <dgm:cxn modelId="{D58D111B-0383-4B09-8605-0593B4FDE16F}" type="presOf" srcId="{DFEE5C8C-34F4-40EB-860D-A1FEA8E0C779}" destId="{7708FAE2-43F4-4806-804B-E626DB221599}" srcOrd="0" destOrd="0" presId="urn:microsoft.com/office/officeart/2008/layout/LinedList"/>
    <dgm:cxn modelId="{ABA8DC3D-0C66-4FF8-A0AB-459D81A17657}" srcId="{31934E21-CBB4-45DD-B691-4FE581BF9508}" destId="{7A6C4B09-30B9-4910-9A28-09AF24DF1C23}" srcOrd="2" destOrd="0" parTransId="{1A14FDCD-3D87-4844-8AD2-0B422679092A}" sibTransId="{14473B7C-5005-40D3-ADB2-94303B66C363}"/>
    <dgm:cxn modelId="{9FA1A052-C127-4587-B7FA-55706D3EA747}" srcId="{7994CC61-B92A-446E-8E9B-F3BB809D6145}" destId="{31934E21-CBB4-45DD-B691-4FE581BF9508}" srcOrd="0" destOrd="0" parTransId="{57AE75D7-1043-458D-97FA-132D7FCE3CA9}" sibTransId="{D5840F87-85F1-4A5A-857E-A722D0BB2CEF}"/>
    <dgm:cxn modelId="{1AF3A273-9010-4E82-88B1-AA66CFE46503}" type="presOf" srcId="{31934E21-CBB4-45DD-B691-4FE581BF9508}" destId="{D9BD6A8D-1ECF-4534-98B4-9CBB20D70AB0}" srcOrd="0" destOrd="0" presId="urn:microsoft.com/office/officeart/2008/layout/LinedList"/>
    <dgm:cxn modelId="{1640FB9B-4DBD-4C41-BD8E-6B19A7DF3319}" type="presOf" srcId="{7A6C4B09-30B9-4910-9A28-09AF24DF1C23}" destId="{2D2D3A82-25B7-408A-B0BE-60B66B71CE21}" srcOrd="0" destOrd="0" presId="urn:microsoft.com/office/officeart/2008/layout/LinedList"/>
    <dgm:cxn modelId="{B906EDE0-1980-40EC-A297-664FE288E25F}" type="presOf" srcId="{7994CC61-B92A-446E-8E9B-F3BB809D6145}" destId="{B748AEC2-A6C1-46BD-8494-20E1860B57A9}" srcOrd="0" destOrd="0" presId="urn:microsoft.com/office/officeart/2008/layout/LinedList"/>
    <dgm:cxn modelId="{8694D4F0-CE0B-4DCD-8732-60295663258E}" type="presOf" srcId="{A63F1D88-94AA-4CD6-8388-C66F8F680FE9}" destId="{C2B9F73D-EA6B-4173-967A-8AD9487E701E}" srcOrd="0" destOrd="0" presId="urn:microsoft.com/office/officeart/2008/layout/LinedList"/>
    <dgm:cxn modelId="{DAD7DF46-65ED-412D-A4C5-430B6135DF85}" type="presParOf" srcId="{B748AEC2-A6C1-46BD-8494-20E1860B57A9}" destId="{723E27A3-7BE9-4D4B-82F2-B39B2502A567}" srcOrd="0" destOrd="0" presId="urn:microsoft.com/office/officeart/2008/layout/LinedList"/>
    <dgm:cxn modelId="{F156FB28-3B8D-4C1B-A84D-C05C1CB74154}" type="presParOf" srcId="{B748AEC2-A6C1-46BD-8494-20E1860B57A9}" destId="{3CF415FA-176E-4CC5-8404-D6D83820C308}" srcOrd="1" destOrd="0" presId="urn:microsoft.com/office/officeart/2008/layout/LinedList"/>
    <dgm:cxn modelId="{F00AEC8D-29AA-4AB0-B223-23762BC81A28}" type="presParOf" srcId="{3CF415FA-176E-4CC5-8404-D6D83820C308}" destId="{D9BD6A8D-1ECF-4534-98B4-9CBB20D70AB0}" srcOrd="0" destOrd="0" presId="urn:microsoft.com/office/officeart/2008/layout/LinedList"/>
    <dgm:cxn modelId="{2A33EBA9-843D-4001-99DB-24AD681F07D5}" type="presParOf" srcId="{3CF415FA-176E-4CC5-8404-D6D83820C308}" destId="{22A0FC8D-55B2-469A-82ED-1926D4620CBF}" srcOrd="1" destOrd="0" presId="urn:microsoft.com/office/officeart/2008/layout/LinedList"/>
    <dgm:cxn modelId="{6F8A41B5-65DB-48B1-98F2-6C66352F53BE}" type="presParOf" srcId="{22A0FC8D-55B2-469A-82ED-1926D4620CBF}" destId="{35D812DE-491D-4AE6-8C9E-F9143BB2FB8B}" srcOrd="0" destOrd="0" presId="urn:microsoft.com/office/officeart/2008/layout/LinedList"/>
    <dgm:cxn modelId="{80F08903-47B0-4B31-89E4-2E43527D3123}" type="presParOf" srcId="{22A0FC8D-55B2-469A-82ED-1926D4620CBF}" destId="{0AEB9AF8-A9E2-41FD-A491-994E55025268}" srcOrd="1" destOrd="0" presId="urn:microsoft.com/office/officeart/2008/layout/LinedList"/>
    <dgm:cxn modelId="{377650EE-1CC5-41A3-8933-23391EDF7013}" type="presParOf" srcId="{0AEB9AF8-A9E2-41FD-A491-994E55025268}" destId="{1AB78C12-04E8-4037-9E63-3C70450A57B5}" srcOrd="0" destOrd="0" presId="urn:microsoft.com/office/officeart/2008/layout/LinedList"/>
    <dgm:cxn modelId="{B4F3BA34-5B73-4512-B045-EDA64FE97803}" type="presParOf" srcId="{0AEB9AF8-A9E2-41FD-A491-994E55025268}" destId="{C2B9F73D-EA6B-4173-967A-8AD9487E701E}" srcOrd="1" destOrd="0" presId="urn:microsoft.com/office/officeart/2008/layout/LinedList"/>
    <dgm:cxn modelId="{AB14CDB2-5B60-46C2-B186-43A3D0A766B5}" type="presParOf" srcId="{0AEB9AF8-A9E2-41FD-A491-994E55025268}" destId="{979513FC-3393-4B40-B2FB-34E85675979D}" srcOrd="2" destOrd="0" presId="urn:microsoft.com/office/officeart/2008/layout/LinedList"/>
    <dgm:cxn modelId="{9205C8B1-6FFD-402E-986D-7D0A8D6F534F}" type="presParOf" srcId="{22A0FC8D-55B2-469A-82ED-1926D4620CBF}" destId="{821434D3-842E-4F77-B33C-B3362BB21C80}" srcOrd="2" destOrd="0" presId="urn:microsoft.com/office/officeart/2008/layout/LinedList"/>
    <dgm:cxn modelId="{C7E882E2-1D48-4565-BCD3-8A9DF0054364}" type="presParOf" srcId="{22A0FC8D-55B2-469A-82ED-1926D4620CBF}" destId="{5D0B2DF4-EE9A-437B-8FE2-C95DF3096FFF}" srcOrd="3" destOrd="0" presId="urn:microsoft.com/office/officeart/2008/layout/LinedList"/>
    <dgm:cxn modelId="{A3D3D218-DB24-4294-94AF-5D29612A28C7}" type="presParOf" srcId="{22A0FC8D-55B2-469A-82ED-1926D4620CBF}" destId="{7B633221-88AD-4D03-B1B3-7A5BD168FC3A}" srcOrd="4" destOrd="0" presId="urn:microsoft.com/office/officeart/2008/layout/LinedList"/>
    <dgm:cxn modelId="{BE9AE504-765D-490B-B48E-381B8416D289}" type="presParOf" srcId="{7B633221-88AD-4D03-B1B3-7A5BD168FC3A}" destId="{5259D79E-4EF0-4E2D-A6C8-3906C50D1154}" srcOrd="0" destOrd="0" presId="urn:microsoft.com/office/officeart/2008/layout/LinedList"/>
    <dgm:cxn modelId="{C224EB76-B93F-4FF3-9329-BE87A5C6075E}" type="presParOf" srcId="{7B633221-88AD-4D03-B1B3-7A5BD168FC3A}" destId="{7708FAE2-43F4-4806-804B-E626DB221599}" srcOrd="1" destOrd="0" presId="urn:microsoft.com/office/officeart/2008/layout/LinedList"/>
    <dgm:cxn modelId="{F88D598E-15D9-4D3B-959C-6B95A49DCF82}" type="presParOf" srcId="{7B633221-88AD-4D03-B1B3-7A5BD168FC3A}" destId="{664A6FE5-86D2-480A-BD85-7F51A48CBFA5}" srcOrd="2" destOrd="0" presId="urn:microsoft.com/office/officeart/2008/layout/LinedList"/>
    <dgm:cxn modelId="{247C6E84-FDC8-47E6-9FFD-90734694AD10}" type="presParOf" srcId="{22A0FC8D-55B2-469A-82ED-1926D4620CBF}" destId="{E64EB35E-3A85-48BC-A4C4-200EA5701F43}" srcOrd="5" destOrd="0" presId="urn:microsoft.com/office/officeart/2008/layout/LinedList"/>
    <dgm:cxn modelId="{C5B96455-1B5B-44D6-A661-FFB8444023E6}" type="presParOf" srcId="{22A0FC8D-55B2-469A-82ED-1926D4620CBF}" destId="{E1D1EE92-FE9F-4057-80A0-F6FFB894EF9F}" srcOrd="6" destOrd="0" presId="urn:microsoft.com/office/officeart/2008/layout/LinedList"/>
    <dgm:cxn modelId="{515C73C7-E522-483F-8451-52549B8CDE29}" type="presParOf" srcId="{22A0FC8D-55B2-469A-82ED-1926D4620CBF}" destId="{D5D41DCE-8547-48F3-A730-C827C207715A}" srcOrd="7" destOrd="0" presId="urn:microsoft.com/office/officeart/2008/layout/LinedList"/>
    <dgm:cxn modelId="{E20DF245-F20B-4467-A5B0-396AB71D0B8E}" type="presParOf" srcId="{D5D41DCE-8547-48F3-A730-C827C207715A}" destId="{7CEF4C3F-CB45-4732-9F77-513957F0CDDE}" srcOrd="0" destOrd="0" presId="urn:microsoft.com/office/officeart/2008/layout/LinedList"/>
    <dgm:cxn modelId="{251A641C-2AB0-4C0D-A25F-6081DA32CCEC}" type="presParOf" srcId="{D5D41DCE-8547-48F3-A730-C827C207715A}" destId="{2D2D3A82-25B7-408A-B0BE-60B66B71CE21}" srcOrd="1" destOrd="0" presId="urn:microsoft.com/office/officeart/2008/layout/LinedList"/>
    <dgm:cxn modelId="{5586D51E-A1D5-442E-9429-D16922662AFA}" type="presParOf" srcId="{D5D41DCE-8547-48F3-A730-C827C207715A}" destId="{52D2675A-D603-4837-9144-7944318966EF}" srcOrd="2" destOrd="0" presId="urn:microsoft.com/office/officeart/2008/layout/LinedList"/>
    <dgm:cxn modelId="{C93D2421-E781-432E-8267-D305137128ED}" type="presParOf" srcId="{22A0FC8D-55B2-469A-82ED-1926D4620CBF}" destId="{5CF26733-DCE6-49AB-B4F5-81226B06409E}" srcOrd="8" destOrd="0" presId="urn:microsoft.com/office/officeart/2008/layout/LinedList"/>
    <dgm:cxn modelId="{147CB919-2FA9-46DD-8602-0F66F1701574}" type="presParOf" srcId="{22A0FC8D-55B2-469A-82ED-1926D4620CBF}" destId="{4C5AD7EA-B659-4878-B4F2-33426D31790D}" srcOrd="9"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994CC61-B92A-446E-8E9B-F3BB809D6145}"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31934E21-CBB4-45DD-B691-4FE581BF9508}">
      <dgm:prSet custT="1"/>
      <dgm:spPr/>
      <dgm:t>
        <a:bodyPr anchor="ctr"/>
        <a:lstStyle/>
        <a:p>
          <a:r>
            <a:rPr lang="en-US" sz="2800" b="1" dirty="0"/>
            <a:t>Format</a:t>
          </a:r>
        </a:p>
      </dgm:t>
    </dgm:pt>
    <dgm:pt modelId="{57AE75D7-1043-458D-97FA-132D7FCE3CA9}" type="parTrans" cxnId="{9FA1A052-C127-4587-B7FA-55706D3EA747}">
      <dgm:prSet/>
      <dgm:spPr/>
      <dgm:t>
        <a:bodyPr/>
        <a:lstStyle/>
        <a:p>
          <a:endParaRPr lang="en-US" sz="2200"/>
        </a:p>
      </dgm:t>
    </dgm:pt>
    <dgm:pt modelId="{D5840F87-85F1-4A5A-857E-A722D0BB2CEF}" type="sibTrans" cxnId="{9FA1A052-C127-4587-B7FA-55706D3EA747}">
      <dgm:prSet/>
      <dgm:spPr/>
      <dgm:t>
        <a:bodyPr/>
        <a:lstStyle/>
        <a:p>
          <a:endParaRPr lang="en-US" sz="2200"/>
        </a:p>
      </dgm:t>
    </dgm:pt>
    <dgm:pt modelId="{A63F1D88-94AA-4CD6-8388-C66F8F680FE9}">
      <dgm:prSet custT="1"/>
      <dgm:spPr/>
      <dgm:t>
        <a:bodyPr/>
        <a:lstStyle/>
        <a:p>
          <a:r>
            <a:rPr lang="en-US" sz="2200" dirty="0"/>
            <a:t>a) Not more than 1,100 words (excluding references)</a:t>
          </a:r>
        </a:p>
      </dgm:t>
    </dgm:pt>
    <dgm:pt modelId="{FFED0F0D-117D-4047-B6D1-69734164D150}" type="parTrans" cxnId="{5169E417-E1AB-49B9-9F8D-5C0A3B650754}">
      <dgm:prSet/>
      <dgm:spPr/>
      <dgm:t>
        <a:bodyPr/>
        <a:lstStyle/>
        <a:p>
          <a:endParaRPr lang="en-US" sz="2200"/>
        </a:p>
      </dgm:t>
    </dgm:pt>
    <dgm:pt modelId="{D5912B51-7DB3-4D3A-9CF6-A42D4F829B53}" type="sibTrans" cxnId="{5169E417-E1AB-49B9-9F8D-5C0A3B650754}">
      <dgm:prSet/>
      <dgm:spPr/>
      <dgm:t>
        <a:bodyPr/>
        <a:lstStyle/>
        <a:p>
          <a:endParaRPr lang="en-US" sz="2200"/>
        </a:p>
      </dgm:t>
    </dgm:pt>
    <dgm:pt modelId="{DFEE5C8C-34F4-40EB-860D-A1FEA8E0C779}">
      <dgm:prSet custT="1"/>
      <dgm:spPr/>
      <dgm:t>
        <a:bodyPr/>
        <a:lstStyle/>
        <a:p>
          <a:r>
            <a:rPr lang="en-US" sz="2200" u="none" dirty="0"/>
            <a:t>b) Use any consistent referencing style</a:t>
          </a:r>
          <a:endParaRPr lang="en-US" sz="2200" dirty="0"/>
        </a:p>
      </dgm:t>
    </dgm:pt>
    <dgm:pt modelId="{94ADF2AC-72A1-4124-BE23-0D8BCC599ADE}" type="parTrans" cxnId="{D6D9C20A-16A0-4A2D-B0F0-8DC5EB19E6F3}">
      <dgm:prSet/>
      <dgm:spPr/>
      <dgm:t>
        <a:bodyPr/>
        <a:lstStyle/>
        <a:p>
          <a:endParaRPr lang="en-US" sz="2200"/>
        </a:p>
      </dgm:t>
    </dgm:pt>
    <dgm:pt modelId="{EAA42F99-56FD-444D-802D-478C2B7B2A96}" type="sibTrans" cxnId="{D6D9C20A-16A0-4A2D-B0F0-8DC5EB19E6F3}">
      <dgm:prSet/>
      <dgm:spPr/>
      <dgm:t>
        <a:bodyPr/>
        <a:lstStyle/>
        <a:p>
          <a:endParaRPr lang="en-US" sz="2200"/>
        </a:p>
      </dgm:t>
    </dgm:pt>
    <dgm:pt modelId="{7A6C4B09-30B9-4910-9A28-09AF24DF1C23}">
      <dgm:prSet custT="1"/>
      <dgm:spPr/>
      <dgm:t>
        <a:bodyPr/>
        <a:lstStyle/>
        <a:p>
          <a:r>
            <a:rPr lang="en-US" sz="2200" dirty="0"/>
            <a:t>c) First, submit your assignment to </a:t>
          </a:r>
          <a:r>
            <a:rPr lang="en-US" sz="2200" dirty="0" err="1"/>
            <a:t>VeriGuide</a:t>
          </a:r>
          <a:r>
            <a:rPr lang="en-US" sz="2200" dirty="0"/>
            <a:t> and get a </a:t>
          </a:r>
          <a:r>
            <a:rPr lang="en-US" sz="2200" dirty="0" err="1"/>
            <a:t>VeriGuide</a:t>
          </a:r>
          <a:r>
            <a:rPr lang="en-US" sz="2200" dirty="0"/>
            <a:t> Receipt; then submit your assignment and the receipt together</a:t>
          </a:r>
        </a:p>
      </dgm:t>
    </dgm:pt>
    <dgm:pt modelId="{1A14FDCD-3D87-4844-8AD2-0B422679092A}" type="parTrans" cxnId="{ABA8DC3D-0C66-4FF8-A0AB-459D81A17657}">
      <dgm:prSet/>
      <dgm:spPr/>
      <dgm:t>
        <a:bodyPr/>
        <a:lstStyle/>
        <a:p>
          <a:endParaRPr lang="en-US" sz="2200"/>
        </a:p>
      </dgm:t>
    </dgm:pt>
    <dgm:pt modelId="{14473B7C-5005-40D3-ADB2-94303B66C363}" type="sibTrans" cxnId="{ABA8DC3D-0C66-4FF8-A0AB-459D81A17657}">
      <dgm:prSet/>
      <dgm:spPr/>
      <dgm:t>
        <a:bodyPr/>
        <a:lstStyle/>
        <a:p>
          <a:endParaRPr lang="en-US" sz="2200"/>
        </a:p>
      </dgm:t>
    </dgm:pt>
    <dgm:pt modelId="{A7E9510E-0BEF-477E-957B-B2DDD75FD547}">
      <dgm:prSet custT="1"/>
      <dgm:spPr/>
      <dgm:t>
        <a:bodyPr/>
        <a:lstStyle/>
        <a:p>
          <a:r>
            <a:rPr lang="en-US" sz="2200" dirty="0"/>
            <a:t>d) </a:t>
          </a:r>
          <a:r>
            <a:rPr lang="en-US" sz="2200" dirty="0">
              <a:solidFill>
                <a:schemeClr val="tx1"/>
              </a:solidFill>
              <a:latin typeface="+mn-lt"/>
            </a:rPr>
            <a:t>AI tools for proofreading/language fluency (e.g., Grammarly) without acknowledgement is allowed but </a:t>
          </a:r>
          <a:r>
            <a:rPr lang="en-US" sz="2200" dirty="0">
              <a:solidFill>
                <a:schemeClr val="bg1"/>
              </a:solidFill>
              <a:highlight>
                <a:srgbClr val="FFFF00"/>
              </a:highlight>
              <a:latin typeface="+mn-lt"/>
            </a:rPr>
            <a:t>I reserve the right to see your unpolished assignment</a:t>
          </a:r>
          <a:endParaRPr lang="en-US" sz="2200" dirty="0">
            <a:solidFill>
              <a:schemeClr val="bg1"/>
            </a:solidFill>
            <a:highlight>
              <a:srgbClr val="FFFF00"/>
            </a:highlight>
          </a:endParaRPr>
        </a:p>
      </dgm:t>
    </dgm:pt>
    <dgm:pt modelId="{F2BE50A5-1D54-4E41-9091-5AAAB0CE4B4D}" type="parTrans" cxnId="{52D0D349-EA51-491F-A609-BB59668D7258}">
      <dgm:prSet/>
      <dgm:spPr/>
      <dgm:t>
        <a:bodyPr/>
        <a:lstStyle/>
        <a:p>
          <a:endParaRPr lang="en-AU" sz="2200"/>
        </a:p>
      </dgm:t>
    </dgm:pt>
    <dgm:pt modelId="{A064D182-5E1E-4E80-9BB0-F0CF46F540C4}" type="sibTrans" cxnId="{52D0D349-EA51-491F-A609-BB59668D7258}">
      <dgm:prSet/>
      <dgm:spPr/>
      <dgm:t>
        <a:bodyPr/>
        <a:lstStyle/>
        <a:p>
          <a:endParaRPr lang="en-AU" sz="2200"/>
        </a:p>
      </dgm:t>
    </dgm:pt>
    <dgm:pt modelId="{B748AEC2-A6C1-46BD-8494-20E1860B57A9}" type="pres">
      <dgm:prSet presAssocID="{7994CC61-B92A-446E-8E9B-F3BB809D6145}" presName="vert0" presStyleCnt="0">
        <dgm:presLayoutVars>
          <dgm:dir/>
          <dgm:animOne val="branch"/>
          <dgm:animLvl val="lvl"/>
        </dgm:presLayoutVars>
      </dgm:prSet>
      <dgm:spPr/>
    </dgm:pt>
    <dgm:pt modelId="{723E27A3-7BE9-4D4B-82F2-B39B2502A567}" type="pres">
      <dgm:prSet presAssocID="{31934E21-CBB4-45DD-B691-4FE581BF9508}" presName="thickLine" presStyleLbl="alignNode1" presStyleIdx="0" presStyleCnt="1"/>
      <dgm:spPr/>
    </dgm:pt>
    <dgm:pt modelId="{3CF415FA-176E-4CC5-8404-D6D83820C308}" type="pres">
      <dgm:prSet presAssocID="{31934E21-CBB4-45DD-B691-4FE581BF9508}" presName="horz1" presStyleCnt="0"/>
      <dgm:spPr/>
    </dgm:pt>
    <dgm:pt modelId="{D9BD6A8D-1ECF-4534-98B4-9CBB20D70AB0}" type="pres">
      <dgm:prSet presAssocID="{31934E21-CBB4-45DD-B691-4FE581BF9508}" presName="tx1" presStyleLbl="revTx" presStyleIdx="0" presStyleCnt="5"/>
      <dgm:spPr/>
    </dgm:pt>
    <dgm:pt modelId="{22A0FC8D-55B2-469A-82ED-1926D4620CBF}" type="pres">
      <dgm:prSet presAssocID="{31934E21-CBB4-45DD-B691-4FE581BF9508}" presName="vert1" presStyleCnt="0"/>
      <dgm:spPr/>
    </dgm:pt>
    <dgm:pt modelId="{35D812DE-491D-4AE6-8C9E-F9143BB2FB8B}" type="pres">
      <dgm:prSet presAssocID="{A63F1D88-94AA-4CD6-8388-C66F8F680FE9}" presName="vertSpace2a" presStyleCnt="0"/>
      <dgm:spPr/>
    </dgm:pt>
    <dgm:pt modelId="{0AEB9AF8-A9E2-41FD-A491-994E55025268}" type="pres">
      <dgm:prSet presAssocID="{A63F1D88-94AA-4CD6-8388-C66F8F680FE9}" presName="horz2" presStyleCnt="0"/>
      <dgm:spPr/>
    </dgm:pt>
    <dgm:pt modelId="{1AB78C12-04E8-4037-9E63-3C70450A57B5}" type="pres">
      <dgm:prSet presAssocID="{A63F1D88-94AA-4CD6-8388-C66F8F680FE9}" presName="horzSpace2" presStyleCnt="0"/>
      <dgm:spPr/>
    </dgm:pt>
    <dgm:pt modelId="{C2B9F73D-EA6B-4173-967A-8AD9487E701E}" type="pres">
      <dgm:prSet presAssocID="{A63F1D88-94AA-4CD6-8388-C66F8F680FE9}" presName="tx2" presStyleLbl="revTx" presStyleIdx="1" presStyleCnt="5"/>
      <dgm:spPr/>
    </dgm:pt>
    <dgm:pt modelId="{979513FC-3393-4B40-B2FB-34E85675979D}" type="pres">
      <dgm:prSet presAssocID="{A63F1D88-94AA-4CD6-8388-C66F8F680FE9}" presName="vert2" presStyleCnt="0"/>
      <dgm:spPr/>
    </dgm:pt>
    <dgm:pt modelId="{821434D3-842E-4F77-B33C-B3362BB21C80}" type="pres">
      <dgm:prSet presAssocID="{A63F1D88-94AA-4CD6-8388-C66F8F680FE9}" presName="thinLine2b" presStyleLbl="callout" presStyleIdx="0" presStyleCnt="4"/>
      <dgm:spPr/>
    </dgm:pt>
    <dgm:pt modelId="{5D0B2DF4-EE9A-437B-8FE2-C95DF3096FFF}" type="pres">
      <dgm:prSet presAssocID="{A63F1D88-94AA-4CD6-8388-C66F8F680FE9}" presName="vertSpace2b" presStyleCnt="0"/>
      <dgm:spPr/>
    </dgm:pt>
    <dgm:pt modelId="{7B633221-88AD-4D03-B1B3-7A5BD168FC3A}" type="pres">
      <dgm:prSet presAssocID="{DFEE5C8C-34F4-40EB-860D-A1FEA8E0C779}" presName="horz2" presStyleCnt="0"/>
      <dgm:spPr/>
    </dgm:pt>
    <dgm:pt modelId="{5259D79E-4EF0-4E2D-A6C8-3906C50D1154}" type="pres">
      <dgm:prSet presAssocID="{DFEE5C8C-34F4-40EB-860D-A1FEA8E0C779}" presName="horzSpace2" presStyleCnt="0"/>
      <dgm:spPr/>
    </dgm:pt>
    <dgm:pt modelId="{7708FAE2-43F4-4806-804B-E626DB221599}" type="pres">
      <dgm:prSet presAssocID="{DFEE5C8C-34F4-40EB-860D-A1FEA8E0C779}" presName="tx2" presStyleLbl="revTx" presStyleIdx="2" presStyleCnt="5"/>
      <dgm:spPr/>
    </dgm:pt>
    <dgm:pt modelId="{664A6FE5-86D2-480A-BD85-7F51A48CBFA5}" type="pres">
      <dgm:prSet presAssocID="{DFEE5C8C-34F4-40EB-860D-A1FEA8E0C779}" presName="vert2" presStyleCnt="0"/>
      <dgm:spPr/>
    </dgm:pt>
    <dgm:pt modelId="{E64EB35E-3A85-48BC-A4C4-200EA5701F43}" type="pres">
      <dgm:prSet presAssocID="{DFEE5C8C-34F4-40EB-860D-A1FEA8E0C779}" presName="thinLine2b" presStyleLbl="callout" presStyleIdx="1" presStyleCnt="4"/>
      <dgm:spPr/>
    </dgm:pt>
    <dgm:pt modelId="{E1D1EE92-FE9F-4057-80A0-F6FFB894EF9F}" type="pres">
      <dgm:prSet presAssocID="{DFEE5C8C-34F4-40EB-860D-A1FEA8E0C779}" presName="vertSpace2b" presStyleCnt="0"/>
      <dgm:spPr/>
    </dgm:pt>
    <dgm:pt modelId="{D5D41DCE-8547-48F3-A730-C827C207715A}" type="pres">
      <dgm:prSet presAssocID="{7A6C4B09-30B9-4910-9A28-09AF24DF1C23}" presName="horz2" presStyleCnt="0"/>
      <dgm:spPr/>
    </dgm:pt>
    <dgm:pt modelId="{7CEF4C3F-CB45-4732-9F77-513957F0CDDE}" type="pres">
      <dgm:prSet presAssocID="{7A6C4B09-30B9-4910-9A28-09AF24DF1C23}" presName="horzSpace2" presStyleCnt="0"/>
      <dgm:spPr/>
    </dgm:pt>
    <dgm:pt modelId="{2D2D3A82-25B7-408A-B0BE-60B66B71CE21}" type="pres">
      <dgm:prSet presAssocID="{7A6C4B09-30B9-4910-9A28-09AF24DF1C23}" presName="tx2" presStyleLbl="revTx" presStyleIdx="3" presStyleCnt="5"/>
      <dgm:spPr/>
    </dgm:pt>
    <dgm:pt modelId="{52D2675A-D603-4837-9144-7944318966EF}" type="pres">
      <dgm:prSet presAssocID="{7A6C4B09-30B9-4910-9A28-09AF24DF1C23}" presName="vert2" presStyleCnt="0"/>
      <dgm:spPr/>
    </dgm:pt>
    <dgm:pt modelId="{5CF26733-DCE6-49AB-B4F5-81226B06409E}" type="pres">
      <dgm:prSet presAssocID="{7A6C4B09-30B9-4910-9A28-09AF24DF1C23}" presName="thinLine2b" presStyleLbl="callout" presStyleIdx="2" presStyleCnt="4"/>
      <dgm:spPr/>
    </dgm:pt>
    <dgm:pt modelId="{4C5AD7EA-B659-4878-B4F2-33426D31790D}" type="pres">
      <dgm:prSet presAssocID="{7A6C4B09-30B9-4910-9A28-09AF24DF1C23}" presName="vertSpace2b" presStyleCnt="0"/>
      <dgm:spPr/>
    </dgm:pt>
    <dgm:pt modelId="{4B8664CB-57DB-47C5-95B5-1A0BDA4D1FE5}" type="pres">
      <dgm:prSet presAssocID="{A7E9510E-0BEF-477E-957B-B2DDD75FD547}" presName="horz2" presStyleCnt="0"/>
      <dgm:spPr/>
    </dgm:pt>
    <dgm:pt modelId="{CBC4D030-5342-4C32-8DFD-D6732789F47E}" type="pres">
      <dgm:prSet presAssocID="{A7E9510E-0BEF-477E-957B-B2DDD75FD547}" presName="horzSpace2" presStyleCnt="0"/>
      <dgm:spPr/>
    </dgm:pt>
    <dgm:pt modelId="{C5094501-4D2C-4CD2-ABFB-8249CE27DBC8}" type="pres">
      <dgm:prSet presAssocID="{A7E9510E-0BEF-477E-957B-B2DDD75FD547}" presName="tx2" presStyleLbl="revTx" presStyleIdx="4" presStyleCnt="5"/>
      <dgm:spPr/>
    </dgm:pt>
    <dgm:pt modelId="{6523C90D-C77C-4EB1-81C7-72DE4BAF0E47}" type="pres">
      <dgm:prSet presAssocID="{A7E9510E-0BEF-477E-957B-B2DDD75FD547}" presName="vert2" presStyleCnt="0"/>
      <dgm:spPr/>
    </dgm:pt>
    <dgm:pt modelId="{FD1E7567-0D1B-4B83-BFC6-B2BD7728B90A}" type="pres">
      <dgm:prSet presAssocID="{A7E9510E-0BEF-477E-957B-B2DDD75FD547}" presName="thinLine2b" presStyleLbl="callout" presStyleIdx="3" presStyleCnt="4"/>
      <dgm:spPr/>
    </dgm:pt>
    <dgm:pt modelId="{8BB1C346-CA85-4D77-AB56-5EC5D93E3FE0}" type="pres">
      <dgm:prSet presAssocID="{A7E9510E-0BEF-477E-957B-B2DDD75FD547}" presName="vertSpace2b" presStyleCnt="0"/>
      <dgm:spPr/>
    </dgm:pt>
  </dgm:ptLst>
  <dgm:cxnLst>
    <dgm:cxn modelId="{D6D9C20A-16A0-4A2D-B0F0-8DC5EB19E6F3}" srcId="{31934E21-CBB4-45DD-B691-4FE581BF9508}" destId="{DFEE5C8C-34F4-40EB-860D-A1FEA8E0C779}" srcOrd="1" destOrd="0" parTransId="{94ADF2AC-72A1-4124-BE23-0D8BCC599ADE}" sibTransId="{EAA42F99-56FD-444D-802D-478C2B7B2A96}"/>
    <dgm:cxn modelId="{5169E417-E1AB-49B9-9F8D-5C0A3B650754}" srcId="{31934E21-CBB4-45DD-B691-4FE581BF9508}" destId="{A63F1D88-94AA-4CD6-8388-C66F8F680FE9}" srcOrd="0" destOrd="0" parTransId="{FFED0F0D-117D-4047-B6D1-69734164D150}" sibTransId="{D5912B51-7DB3-4D3A-9CF6-A42D4F829B53}"/>
    <dgm:cxn modelId="{9FA7A427-24EB-4E19-9A8B-7D0B3EB88634}" type="presOf" srcId="{A63F1D88-94AA-4CD6-8388-C66F8F680FE9}" destId="{C2B9F73D-EA6B-4173-967A-8AD9487E701E}" srcOrd="0" destOrd="0" presId="urn:microsoft.com/office/officeart/2008/layout/LinedList"/>
    <dgm:cxn modelId="{ABA8DC3D-0C66-4FF8-A0AB-459D81A17657}" srcId="{31934E21-CBB4-45DD-B691-4FE581BF9508}" destId="{7A6C4B09-30B9-4910-9A28-09AF24DF1C23}" srcOrd="2" destOrd="0" parTransId="{1A14FDCD-3D87-4844-8AD2-0B422679092A}" sibTransId="{14473B7C-5005-40D3-ADB2-94303B66C363}"/>
    <dgm:cxn modelId="{52D0D349-EA51-491F-A609-BB59668D7258}" srcId="{31934E21-CBB4-45DD-B691-4FE581BF9508}" destId="{A7E9510E-0BEF-477E-957B-B2DDD75FD547}" srcOrd="3" destOrd="0" parTransId="{F2BE50A5-1D54-4E41-9091-5AAAB0CE4B4D}" sibTransId="{A064D182-5E1E-4E80-9BB0-F0CF46F540C4}"/>
    <dgm:cxn modelId="{9FA1A052-C127-4587-B7FA-55706D3EA747}" srcId="{7994CC61-B92A-446E-8E9B-F3BB809D6145}" destId="{31934E21-CBB4-45DD-B691-4FE581BF9508}" srcOrd="0" destOrd="0" parTransId="{57AE75D7-1043-458D-97FA-132D7FCE3CA9}" sibTransId="{D5840F87-85F1-4A5A-857E-A722D0BB2CEF}"/>
    <dgm:cxn modelId="{CC41EF54-2BFA-465F-891C-674DFCD45F7A}" type="presOf" srcId="{A7E9510E-0BEF-477E-957B-B2DDD75FD547}" destId="{C5094501-4D2C-4CD2-ABFB-8249CE27DBC8}" srcOrd="0" destOrd="0" presId="urn:microsoft.com/office/officeart/2008/layout/LinedList"/>
    <dgm:cxn modelId="{E8C23498-CC3C-493F-800C-B8CBA6A56AC9}" type="presOf" srcId="{7A6C4B09-30B9-4910-9A28-09AF24DF1C23}" destId="{2D2D3A82-25B7-408A-B0BE-60B66B71CE21}" srcOrd="0" destOrd="0" presId="urn:microsoft.com/office/officeart/2008/layout/LinedList"/>
    <dgm:cxn modelId="{653C8CA3-4D40-4D3C-B8F0-7B1A6B87C08B}" type="presOf" srcId="{31934E21-CBB4-45DD-B691-4FE581BF9508}" destId="{D9BD6A8D-1ECF-4534-98B4-9CBB20D70AB0}" srcOrd="0" destOrd="0" presId="urn:microsoft.com/office/officeart/2008/layout/LinedList"/>
    <dgm:cxn modelId="{EFAC4DC6-C053-4F5F-A79C-84BEB22ADEA0}" type="presOf" srcId="{DFEE5C8C-34F4-40EB-860D-A1FEA8E0C779}" destId="{7708FAE2-43F4-4806-804B-E626DB221599}" srcOrd="0" destOrd="0" presId="urn:microsoft.com/office/officeart/2008/layout/LinedList"/>
    <dgm:cxn modelId="{B906EDE0-1980-40EC-A297-664FE288E25F}" type="presOf" srcId="{7994CC61-B92A-446E-8E9B-F3BB809D6145}" destId="{B748AEC2-A6C1-46BD-8494-20E1860B57A9}" srcOrd="0" destOrd="0" presId="urn:microsoft.com/office/officeart/2008/layout/LinedList"/>
    <dgm:cxn modelId="{B0312A77-164B-4F31-849A-E49B0F5ADB99}" type="presParOf" srcId="{B748AEC2-A6C1-46BD-8494-20E1860B57A9}" destId="{723E27A3-7BE9-4D4B-82F2-B39B2502A567}" srcOrd="0" destOrd="0" presId="urn:microsoft.com/office/officeart/2008/layout/LinedList"/>
    <dgm:cxn modelId="{01D3A860-EBDB-4610-9F0D-25C1240739D3}" type="presParOf" srcId="{B748AEC2-A6C1-46BD-8494-20E1860B57A9}" destId="{3CF415FA-176E-4CC5-8404-D6D83820C308}" srcOrd="1" destOrd="0" presId="urn:microsoft.com/office/officeart/2008/layout/LinedList"/>
    <dgm:cxn modelId="{46BCF00D-9B67-42EB-A4C3-6D4AE0DF8673}" type="presParOf" srcId="{3CF415FA-176E-4CC5-8404-D6D83820C308}" destId="{D9BD6A8D-1ECF-4534-98B4-9CBB20D70AB0}" srcOrd="0" destOrd="0" presId="urn:microsoft.com/office/officeart/2008/layout/LinedList"/>
    <dgm:cxn modelId="{31276566-E094-48ED-BE62-F549EAD2769D}" type="presParOf" srcId="{3CF415FA-176E-4CC5-8404-D6D83820C308}" destId="{22A0FC8D-55B2-469A-82ED-1926D4620CBF}" srcOrd="1" destOrd="0" presId="urn:microsoft.com/office/officeart/2008/layout/LinedList"/>
    <dgm:cxn modelId="{0129B86B-A473-4D33-A0FF-9A37B1971C8F}" type="presParOf" srcId="{22A0FC8D-55B2-469A-82ED-1926D4620CBF}" destId="{35D812DE-491D-4AE6-8C9E-F9143BB2FB8B}" srcOrd="0" destOrd="0" presId="urn:microsoft.com/office/officeart/2008/layout/LinedList"/>
    <dgm:cxn modelId="{0D4D8A8F-403A-45EE-9D47-5CD1DEA3DC8B}" type="presParOf" srcId="{22A0FC8D-55B2-469A-82ED-1926D4620CBF}" destId="{0AEB9AF8-A9E2-41FD-A491-994E55025268}" srcOrd="1" destOrd="0" presId="urn:microsoft.com/office/officeart/2008/layout/LinedList"/>
    <dgm:cxn modelId="{FBE87A75-4693-430A-ABA2-0C6E8AFDF23D}" type="presParOf" srcId="{0AEB9AF8-A9E2-41FD-A491-994E55025268}" destId="{1AB78C12-04E8-4037-9E63-3C70450A57B5}" srcOrd="0" destOrd="0" presId="urn:microsoft.com/office/officeart/2008/layout/LinedList"/>
    <dgm:cxn modelId="{67A00509-394A-4F91-84FC-F10BA07BA4BB}" type="presParOf" srcId="{0AEB9AF8-A9E2-41FD-A491-994E55025268}" destId="{C2B9F73D-EA6B-4173-967A-8AD9487E701E}" srcOrd="1" destOrd="0" presId="urn:microsoft.com/office/officeart/2008/layout/LinedList"/>
    <dgm:cxn modelId="{F62600AD-2FA0-4FE8-8512-BF7B2A2CD24C}" type="presParOf" srcId="{0AEB9AF8-A9E2-41FD-A491-994E55025268}" destId="{979513FC-3393-4B40-B2FB-34E85675979D}" srcOrd="2" destOrd="0" presId="urn:microsoft.com/office/officeart/2008/layout/LinedList"/>
    <dgm:cxn modelId="{4CC96B2A-A799-48A8-AAE2-E5157D435EA2}" type="presParOf" srcId="{22A0FC8D-55B2-469A-82ED-1926D4620CBF}" destId="{821434D3-842E-4F77-B33C-B3362BB21C80}" srcOrd="2" destOrd="0" presId="urn:microsoft.com/office/officeart/2008/layout/LinedList"/>
    <dgm:cxn modelId="{101C20C7-77EC-47CE-8280-398EEF6F8886}" type="presParOf" srcId="{22A0FC8D-55B2-469A-82ED-1926D4620CBF}" destId="{5D0B2DF4-EE9A-437B-8FE2-C95DF3096FFF}" srcOrd="3" destOrd="0" presId="urn:microsoft.com/office/officeart/2008/layout/LinedList"/>
    <dgm:cxn modelId="{586184B7-26B8-4378-9171-6DBBF8704AB1}" type="presParOf" srcId="{22A0FC8D-55B2-469A-82ED-1926D4620CBF}" destId="{7B633221-88AD-4D03-B1B3-7A5BD168FC3A}" srcOrd="4" destOrd="0" presId="urn:microsoft.com/office/officeart/2008/layout/LinedList"/>
    <dgm:cxn modelId="{2BAFF9C4-B3D4-4864-BA21-D3F41F63C953}" type="presParOf" srcId="{7B633221-88AD-4D03-B1B3-7A5BD168FC3A}" destId="{5259D79E-4EF0-4E2D-A6C8-3906C50D1154}" srcOrd="0" destOrd="0" presId="urn:microsoft.com/office/officeart/2008/layout/LinedList"/>
    <dgm:cxn modelId="{E744FC64-C782-402B-A774-15A83A7CEEE1}" type="presParOf" srcId="{7B633221-88AD-4D03-B1B3-7A5BD168FC3A}" destId="{7708FAE2-43F4-4806-804B-E626DB221599}" srcOrd="1" destOrd="0" presId="urn:microsoft.com/office/officeart/2008/layout/LinedList"/>
    <dgm:cxn modelId="{84AFF009-0FDC-4275-81F8-424A21EC2676}" type="presParOf" srcId="{7B633221-88AD-4D03-B1B3-7A5BD168FC3A}" destId="{664A6FE5-86D2-480A-BD85-7F51A48CBFA5}" srcOrd="2" destOrd="0" presId="urn:microsoft.com/office/officeart/2008/layout/LinedList"/>
    <dgm:cxn modelId="{C10174FB-239D-4468-870E-30CDDE7BD80A}" type="presParOf" srcId="{22A0FC8D-55B2-469A-82ED-1926D4620CBF}" destId="{E64EB35E-3A85-48BC-A4C4-200EA5701F43}" srcOrd="5" destOrd="0" presId="urn:microsoft.com/office/officeart/2008/layout/LinedList"/>
    <dgm:cxn modelId="{F9F94E35-D442-4E59-818E-2EE18B00DBBF}" type="presParOf" srcId="{22A0FC8D-55B2-469A-82ED-1926D4620CBF}" destId="{E1D1EE92-FE9F-4057-80A0-F6FFB894EF9F}" srcOrd="6" destOrd="0" presId="urn:microsoft.com/office/officeart/2008/layout/LinedList"/>
    <dgm:cxn modelId="{2FC07CBC-AABE-484E-A721-BEE1511A2D23}" type="presParOf" srcId="{22A0FC8D-55B2-469A-82ED-1926D4620CBF}" destId="{D5D41DCE-8547-48F3-A730-C827C207715A}" srcOrd="7" destOrd="0" presId="urn:microsoft.com/office/officeart/2008/layout/LinedList"/>
    <dgm:cxn modelId="{86608823-C22E-4209-BD1E-B774A9E51A6F}" type="presParOf" srcId="{D5D41DCE-8547-48F3-A730-C827C207715A}" destId="{7CEF4C3F-CB45-4732-9F77-513957F0CDDE}" srcOrd="0" destOrd="0" presId="urn:microsoft.com/office/officeart/2008/layout/LinedList"/>
    <dgm:cxn modelId="{58407CB0-194D-48E2-BDEF-9297CA58F1F1}" type="presParOf" srcId="{D5D41DCE-8547-48F3-A730-C827C207715A}" destId="{2D2D3A82-25B7-408A-B0BE-60B66B71CE21}" srcOrd="1" destOrd="0" presId="urn:microsoft.com/office/officeart/2008/layout/LinedList"/>
    <dgm:cxn modelId="{8D807278-B9C0-4393-B2A7-11B1A001AD41}" type="presParOf" srcId="{D5D41DCE-8547-48F3-A730-C827C207715A}" destId="{52D2675A-D603-4837-9144-7944318966EF}" srcOrd="2" destOrd="0" presId="urn:microsoft.com/office/officeart/2008/layout/LinedList"/>
    <dgm:cxn modelId="{8E3CDB86-FBE1-4F49-BF35-CE5A69AB2177}" type="presParOf" srcId="{22A0FC8D-55B2-469A-82ED-1926D4620CBF}" destId="{5CF26733-DCE6-49AB-B4F5-81226B06409E}" srcOrd="8" destOrd="0" presId="urn:microsoft.com/office/officeart/2008/layout/LinedList"/>
    <dgm:cxn modelId="{7A9E5102-187B-49FD-8DD9-8C64C2769833}" type="presParOf" srcId="{22A0FC8D-55B2-469A-82ED-1926D4620CBF}" destId="{4C5AD7EA-B659-4878-B4F2-33426D31790D}" srcOrd="9" destOrd="0" presId="urn:microsoft.com/office/officeart/2008/layout/LinedList"/>
    <dgm:cxn modelId="{7B2E9E4B-13E8-4624-A60B-2F4B3A815ADB}" type="presParOf" srcId="{22A0FC8D-55B2-469A-82ED-1926D4620CBF}" destId="{4B8664CB-57DB-47C5-95B5-1A0BDA4D1FE5}" srcOrd="10" destOrd="0" presId="urn:microsoft.com/office/officeart/2008/layout/LinedList"/>
    <dgm:cxn modelId="{F4FFFEFE-D183-48D4-8496-BEC4BE1E8C68}" type="presParOf" srcId="{4B8664CB-57DB-47C5-95B5-1A0BDA4D1FE5}" destId="{CBC4D030-5342-4C32-8DFD-D6732789F47E}" srcOrd="0" destOrd="0" presId="urn:microsoft.com/office/officeart/2008/layout/LinedList"/>
    <dgm:cxn modelId="{854C601F-7DF0-4D7E-84E9-7A446024AD70}" type="presParOf" srcId="{4B8664CB-57DB-47C5-95B5-1A0BDA4D1FE5}" destId="{C5094501-4D2C-4CD2-ABFB-8249CE27DBC8}" srcOrd="1" destOrd="0" presId="urn:microsoft.com/office/officeart/2008/layout/LinedList"/>
    <dgm:cxn modelId="{9AA11B02-D1A6-4343-8268-646BC3E3E7BA}" type="presParOf" srcId="{4B8664CB-57DB-47C5-95B5-1A0BDA4D1FE5}" destId="{6523C90D-C77C-4EB1-81C7-72DE4BAF0E47}" srcOrd="2" destOrd="0" presId="urn:microsoft.com/office/officeart/2008/layout/LinedList"/>
    <dgm:cxn modelId="{29B22E31-61D6-4FFA-9BF6-A4EE3438230A}" type="presParOf" srcId="{22A0FC8D-55B2-469A-82ED-1926D4620CBF}" destId="{FD1E7567-0D1B-4B83-BFC6-B2BD7728B90A}" srcOrd="11" destOrd="0" presId="urn:microsoft.com/office/officeart/2008/layout/LinedList"/>
    <dgm:cxn modelId="{98F1D235-269C-48CF-B6E1-2C0F6DF30F6B}" type="presParOf" srcId="{22A0FC8D-55B2-469A-82ED-1926D4620CBF}" destId="{8BB1C346-CA85-4D77-AB56-5EC5D93E3FE0}" srcOrd="12"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3DE9BA-0C92-456E-9B3E-1ECF259D030E}">
      <dsp:nvSpPr>
        <dsp:cNvPr id="0" name=""/>
        <dsp:cNvSpPr/>
      </dsp:nvSpPr>
      <dsp:spPr>
        <a:xfrm>
          <a:off x="7143" y="0"/>
          <a:ext cx="2135187" cy="2500738"/>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A pop-up box after two weeks: “Do you want to meet this person in real life?”</a:t>
          </a:r>
        </a:p>
        <a:p>
          <a:pPr marL="0" lvl="0" indent="0" algn="ctr" defTabSz="711200">
            <a:lnSpc>
              <a:spcPct val="90000"/>
            </a:lnSpc>
            <a:spcBef>
              <a:spcPct val="0"/>
            </a:spcBef>
            <a:spcAft>
              <a:spcPct val="35000"/>
            </a:spcAft>
            <a:buNone/>
          </a:pPr>
          <a:r>
            <a:rPr lang="en-US" sz="1600" kern="1200" dirty="0"/>
            <a:t>Yes = a date will be suggested</a:t>
          </a:r>
        </a:p>
        <a:p>
          <a:pPr marL="0" lvl="0" indent="0" algn="ctr" defTabSz="711200">
            <a:lnSpc>
              <a:spcPct val="90000"/>
            </a:lnSpc>
            <a:spcBef>
              <a:spcPct val="0"/>
            </a:spcBef>
            <a:spcAft>
              <a:spcPct val="35000"/>
            </a:spcAft>
            <a:buNone/>
          </a:pPr>
          <a:r>
            <a:rPr lang="en-US" sz="1600" kern="1200" dirty="0"/>
            <a:t>No = profiles will be unmatched immediately</a:t>
          </a:r>
        </a:p>
      </dsp:txBody>
      <dsp:txXfrm>
        <a:off x="69680" y="62537"/>
        <a:ext cx="2010113" cy="2375664"/>
      </dsp:txXfrm>
    </dsp:sp>
    <dsp:sp modelId="{903F99DA-5493-4385-80C9-FB6E8D7FDF9F}">
      <dsp:nvSpPr>
        <dsp:cNvPr id="0" name=""/>
        <dsp:cNvSpPr/>
      </dsp:nvSpPr>
      <dsp:spPr>
        <a:xfrm>
          <a:off x="2355850" y="985605"/>
          <a:ext cx="452659" cy="529526"/>
        </a:xfrm>
        <a:prstGeom prst="rightArrow">
          <a:avLst>
            <a:gd name="adj1" fmla="val 60000"/>
            <a:gd name="adj2" fmla="val 50000"/>
          </a:avLst>
        </a:prstGeom>
        <a:solidFill>
          <a:schemeClr val="accent5">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2355850" y="1091510"/>
        <a:ext cx="316861" cy="317716"/>
      </dsp:txXfrm>
    </dsp:sp>
    <dsp:sp modelId="{2B7E7335-6D2E-4C27-8C79-7A01E99F417D}">
      <dsp:nvSpPr>
        <dsp:cNvPr id="0" name=""/>
        <dsp:cNvSpPr/>
      </dsp:nvSpPr>
      <dsp:spPr>
        <a:xfrm>
          <a:off x="2996406" y="609811"/>
          <a:ext cx="2135187" cy="1281115"/>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Modality switching</a:t>
          </a:r>
        </a:p>
      </dsp:txBody>
      <dsp:txXfrm>
        <a:off x="3033929" y="647334"/>
        <a:ext cx="2060141" cy="1206069"/>
      </dsp:txXfrm>
    </dsp:sp>
    <dsp:sp modelId="{F931B798-F408-490F-B115-CF5E9D4A61B1}">
      <dsp:nvSpPr>
        <dsp:cNvPr id="0" name=""/>
        <dsp:cNvSpPr/>
      </dsp:nvSpPr>
      <dsp:spPr>
        <a:xfrm>
          <a:off x="5345112" y="985605"/>
          <a:ext cx="452659" cy="529526"/>
        </a:xfrm>
        <a:prstGeom prst="rightArrow">
          <a:avLst>
            <a:gd name="adj1" fmla="val 60000"/>
            <a:gd name="adj2" fmla="val 50000"/>
          </a:avLst>
        </a:prstGeom>
        <a:solidFill>
          <a:schemeClr val="accent5">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5345112" y="1091510"/>
        <a:ext cx="316861" cy="317716"/>
      </dsp:txXfrm>
    </dsp:sp>
    <dsp:sp modelId="{6848ADF4-B55A-42CC-9970-96FF75DB7469}">
      <dsp:nvSpPr>
        <dsp:cNvPr id="0" name=""/>
        <dsp:cNvSpPr/>
      </dsp:nvSpPr>
      <dsp:spPr>
        <a:xfrm>
          <a:off x="5985668" y="609811"/>
          <a:ext cx="2135187" cy="1281115"/>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Long-term relationship</a:t>
          </a:r>
        </a:p>
      </dsp:txBody>
      <dsp:txXfrm>
        <a:off x="6023191" y="647334"/>
        <a:ext cx="2060141" cy="120606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3DE9BA-0C92-456E-9B3E-1ECF259D030E}">
      <dsp:nvSpPr>
        <dsp:cNvPr id="0" name=""/>
        <dsp:cNvSpPr/>
      </dsp:nvSpPr>
      <dsp:spPr>
        <a:xfrm>
          <a:off x="7143" y="0"/>
          <a:ext cx="2135187" cy="2500731"/>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Features</a:t>
          </a:r>
        </a:p>
      </dsp:txBody>
      <dsp:txXfrm>
        <a:off x="69680" y="62537"/>
        <a:ext cx="2010113" cy="2375657"/>
      </dsp:txXfrm>
    </dsp:sp>
    <dsp:sp modelId="{903F99DA-5493-4385-80C9-FB6E8D7FDF9F}">
      <dsp:nvSpPr>
        <dsp:cNvPr id="0" name=""/>
        <dsp:cNvSpPr/>
      </dsp:nvSpPr>
      <dsp:spPr>
        <a:xfrm rot="4">
          <a:off x="2355849" y="985604"/>
          <a:ext cx="452659" cy="529526"/>
        </a:xfrm>
        <a:prstGeom prst="rightArrow">
          <a:avLst>
            <a:gd name="adj1" fmla="val 60000"/>
            <a:gd name="adj2" fmla="val 50000"/>
          </a:avLst>
        </a:prstGeom>
        <a:solidFill>
          <a:schemeClr val="accent5">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2355849" y="1091509"/>
        <a:ext cx="316861" cy="317716"/>
      </dsp:txXfrm>
    </dsp:sp>
    <dsp:sp modelId="{2B7E7335-6D2E-4C27-8C79-7A01E99F417D}">
      <dsp:nvSpPr>
        <dsp:cNvPr id="0" name=""/>
        <dsp:cNvSpPr/>
      </dsp:nvSpPr>
      <dsp:spPr>
        <a:xfrm>
          <a:off x="2996406" y="609812"/>
          <a:ext cx="2135187" cy="1281112"/>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Interpersonal process</a:t>
          </a:r>
        </a:p>
      </dsp:txBody>
      <dsp:txXfrm>
        <a:off x="3033928" y="647334"/>
        <a:ext cx="2060143" cy="1206068"/>
      </dsp:txXfrm>
    </dsp:sp>
    <dsp:sp modelId="{F931B798-F408-490F-B115-CF5E9D4A61B1}">
      <dsp:nvSpPr>
        <dsp:cNvPr id="0" name=""/>
        <dsp:cNvSpPr/>
      </dsp:nvSpPr>
      <dsp:spPr>
        <a:xfrm>
          <a:off x="5345112" y="985605"/>
          <a:ext cx="452659" cy="529526"/>
        </a:xfrm>
        <a:prstGeom prst="rightArrow">
          <a:avLst>
            <a:gd name="adj1" fmla="val 60000"/>
            <a:gd name="adj2" fmla="val 50000"/>
          </a:avLst>
        </a:prstGeom>
        <a:solidFill>
          <a:schemeClr val="accent5">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5345112" y="1091510"/>
        <a:ext cx="316861" cy="317716"/>
      </dsp:txXfrm>
    </dsp:sp>
    <dsp:sp modelId="{6848ADF4-B55A-42CC-9970-96FF75DB7469}">
      <dsp:nvSpPr>
        <dsp:cNvPr id="0" name=""/>
        <dsp:cNvSpPr/>
      </dsp:nvSpPr>
      <dsp:spPr>
        <a:xfrm>
          <a:off x="5985668" y="609812"/>
          <a:ext cx="2135187" cy="1281112"/>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Relational goals</a:t>
          </a:r>
        </a:p>
      </dsp:txBody>
      <dsp:txXfrm>
        <a:off x="6023190" y="647334"/>
        <a:ext cx="2060143" cy="120606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87F8FB-EB1C-4AF8-BD2E-B940C356742C}">
      <dsp:nvSpPr>
        <dsp:cNvPr id="0" name=""/>
        <dsp:cNvSpPr/>
      </dsp:nvSpPr>
      <dsp:spPr>
        <a:xfrm>
          <a:off x="0" y="411125"/>
          <a:ext cx="10515600" cy="978075"/>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479044" rIns="816127" bIns="163576" numCol="1" spcCol="1270" anchor="t" anchorCtr="0">
          <a:noAutofit/>
        </a:bodyPr>
        <a:lstStyle/>
        <a:p>
          <a:pPr marL="228600" lvl="1" indent="-228600" algn="l" defTabSz="1022350">
            <a:lnSpc>
              <a:spcPct val="90000"/>
            </a:lnSpc>
            <a:spcBef>
              <a:spcPct val="0"/>
            </a:spcBef>
            <a:spcAft>
              <a:spcPct val="15000"/>
            </a:spcAft>
            <a:buChar char="•"/>
          </a:pPr>
          <a:r>
            <a:rPr lang="en-US" sz="2300" kern="1200" dirty="0"/>
            <a:t>Create a name for your app </a:t>
          </a:r>
          <a:r>
            <a:rPr lang="en-US" sz="2300" kern="1200" dirty="0">
              <a:sym typeface="Wingdings" panose="05000000000000000000" pitchFamily="2" charset="2"/>
            </a:rPr>
            <a:t></a:t>
          </a:r>
          <a:endParaRPr lang="en-US" sz="2300" kern="1200" dirty="0"/>
        </a:p>
      </dsp:txBody>
      <dsp:txXfrm>
        <a:off x="0" y="411125"/>
        <a:ext cx="10515600" cy="978075"/>
      </dsp:txXfrm>
    </dsp:sp>
    <dsp:sp modelId="{DC0128A7-ABF4-41E6-9642-EE758623D7DF}">
      <dsp:nvSpPr>
        <dsp:cNvPr id="0" name=""/>
        <dsp:cNvSpPr/>
      </dsp:nvSpPr>
      <dsp:spPr>
        <a:xfrm>
          <a:off x="525780" y="71645"/>
          <a:ext cx="7360920" cy="67896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022350">
            <a:lnSpc>
              <a:spcPct val="90000"/>
            </a:lnSpc>
            <a:spcBef>
              <a:spcPct val="0"/>
            </a:spcBef>
            <a:spcAft>
              <a:spcPct val="35000"/>
            </a:spcAft>
            <a:buNone/>
          </a:pPr>
          <a:r>
            <a:rPr lang="en-US" sz="2300" kern="1200" dirty="0"/>
            <a:t>A group of 5 persons (i.e., six groups in total)</a:t>
          </a:r>
        </a:p>
      </dsp:txBody>
      <dsp:txXfrm>
        <a:off x="558924" y="104789"/>
        <a:ext cx="7294632" cy="612672"/>
      </dsp:txXfrm>
    </dsp:sp>
    <dsp:sp modelId="{04EB1FF6-D6A6-4646-897A-88D357B5E587}">
      <dsp:nvSpPr>
        <dsp:cNvPr id="0" name=""/>
        <dsp:cNvSpPr/>
      </dsp:nvSpPr>
      <dsp:spPr>
        <a:xfrm>
          <a:off x="0" y="1852880"/>
          <a:ext cx="10515600" cy="3260250"/>
        </a:xfrm>
        <a:prstGeom prst="rect">
          <a:avLst/>
        </a:prstGeom>
        <a:solidFill>
          <a:schemeClr val="lt1">
            <a:alpha val="90000"/>
            <a:hueOff val="0"/>
            <a:satOff val="0"/>
            <a:lumOff val="0"/>
            <a:alphaOff val="0"/>
          </a:schemeClr>
        </a:solidFill>
        <a:ln w="12700" cap="flat" cmpd="sng" algn="ctr">
          <a:solidFill>
            <a:schemeClr val="accent2">
              <a:hueOff val="-2482771"/>
              <a:satOff val="-3929"/>
              <a:lumOff val="-235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479044" rIns="816127" bIns="163576" numCol="1" spcCol="1270" anchor="t" anchorCtr="0">
          <a:noAutofit/>
        </a:bodyPr>
        <a:lstStyle/>
        <a:p>
          <a:pPr marL="228600" lvl="1" indent="-228600" algn="l" defTabSz="1022350">
            <a:lnSpc>
              <a:spcPct val="90000"/>
            </a:lnSpc>
            <a:spcBef>
              <a:spcPct val="0"/>
            </a:spcBef>
            <a:spcAft>
              <a:spcPct val="15000"/>
            </a:spcAft>
            <a:buChar char="•"/>
          </a:pPr>
          <a:r>
            <a:rPr lang="en-US" sz="2300" kern="1200" dirty="0"/>
            <a:t>Envision your “ideal” app – types of relationships, users?</a:t>
          </a:r>
        </a:p>
        <a:p>
          <a:pPr marL="228600" lvl="1" indent="-228600" algn="l" defTabSz="1022350">
            <a:lnSpc>
              <a:spcPct val="90000"/>
            </a:lnSpc>
            <a:spcBef>
              <a:spcPct val="0"/>
            </a:spcBef>
            <a:spcAft>
              <a:spcPct val="15000"/>
            </a:spcAft>
            <a:buChar char="•"/>
          </a:pPr>
          <a:r>
            <a:rPr lang="en-US" sz="2300" kern="1200" dirty="0"/>
            <a:t>Apply theories/concepts from Meetings 2 to 4 and 6 (assessment criteria)</a:t>
          </a:r>
        </a:p>
        <a:p>
          <a:pPr marL="228600" lvl="1" indent="-228600" algn="l" defTabSz="1022350">
            <a:lnSpc>
              <a:spcPct val="90000"/>
            </a:lnSpc>
            <a:spcBef>
              <a:spcPct val="0"/>
            </a:spcBef>
            <a:spcAft>
              <a:spcPct val="15000"/>
            </a:spcAft>
            <a:buChar char="•"/>
          </a:pPr>
          <a:r>
            <a:rPr lang="en-US" sz="2300" kern="1200" dirty="0"/>
            <a:t>Create an 8-minute presentation using papers and pens</a:t>
          </a:r>
        </a:p>
        <a:p>
          <a:pPr marL="228600" lvl="1" indent="-228600" algn="l" defTabSz="1022350">
            <a:lnSpc>
              <a:spcPct val="90000"/>
            </a:lnSpc>
            <a:spcBef>
              <a:spcPct val="0"/>
            </a:spcBef>
            <a:spcAft>
              <a:spcPct val="15000"/>
            </a:spcAft>
            <a:buChar char="•"/>
          </a:pPr>
          <a:r>
            <a:rPr lang="en-US" sz="2300" kern="1200" dirty="0"/>
            <a:t>Take questions (not graded; really for questions)</a:t>
          </a:r>
        </a:p>
        <a:p>
          <a:pPr marL="228600" lvl="1" indent="-228600" algn="l" defTabSz="1022350">
            <a:lnSpc>
              <a:spcPct val="90000"/>
            </a:lnSpc>
            <a:spcBef>
              <a:spcPct val="0"/>
            </a:spcBef>
            <a:spcAft>
              <a:spcPct val="15000"/>
            </a:spcAft>
            <a:buChar char="•"/>
          </a:pPr>
          <a:r>
            <a:rPr lang="en-US" sz="2300" kern="1200" dirty="0"/>
            <a:t>The most compelling design will receive highest points (15 points)</a:t>
          </a:r>
        </a:p>
        <a:p>
          <a:pPr marL="228600" lvl="1" indent="-228600" algn="l" defTabSz="1022350">
            <a:lnSpc>
              <a:spcPct val="90000"/>
            </a:lnSpc>
            <a:spcBef>
              <a:spcPct val="0"/>
            </a:spcBef>
            <a:spcAft>
              <a:spcPct val="15000"/>
            </a:spcAft>
            <a:buChar char="•"/>
          </a:pPr>
          <a:r>
            <a:rPr lang="en-US" sz="2300" kern="1200" dirty="0"/>
            <a:t>Original/innovative designs will also receive bonus points</a:t>
          </a:r>
        </a:p>
      </dsp:txBody>
      <dsp:txXfrm>
        <a:off x="0" y="1852880"/>
        <a:ext cx="10515600" cy="3260250"/>
      </dsp:txXfrm>
    </dsp:sp>
    <dsp:sp modelId="{F3EB38A8-3EF9-43FC-BDBC-D118413F970B}">
      <dsp:nvSpPr>
        <dsp:cNvPr id="0" name=""/>
        <dsp:cNvSpPr/>
      </dsp:nvSpPr>
      <dsp:spPr>
        <a:xfrm>
          <a:off x="525780" y="1513400"/>
          <a:ext cx="7360920" cy="678960"/>
        </a:xfrm>
        <a:prstGeom prst="roundRect">
          <a:avLst/>
        </a:prstGeom>
        <a:solidFill>
          <a:schemeClr val="accent2">
            <a:hueOff val="-2482771"/>
            <a:satOff val="-3929"/>
            <a:lumOff val="-235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022350">
            <a:lnSpc>
              <a:spcPct val="90000"/>
            </a:lnSpc>
            <a:spcBef>
              <a:spcPct val="0"/>
            </a:spcBef>
            <a:spcAft>
              <a:spcPct val="35000"/>
            </a:spcAft>
            <a:buNone/>
          </a:pPr>
          <a:r>
            <a:rPr lang="en-US" sz="2300" kern="1200" dirty="0"/>
            <a:t>In 75 minutes</a:t>
          </a:r>
        </a:p>
      </dsp:txBody>
      <dsp:txXfrm>
        <a:off x="558924" y="1546544"/>
        <a:ext cx="7294632" cy="61267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EB1FF6-D6A6-4646-897A-88D357B5E587}">
      <dsp:nvSpPr>
        <dsp:cNvPr id="0" name=""/>
        <dsp:cNvSpPr/>
      </dsp:nvSpPr>
      <dsp:spPr>
        <a:xfrm>
          <a:off x="0" y="477567"/>
          <a:ext cx="10515600" cy="468720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645668" rIns="816127" bIns="220472" numCol="1" spcCol="1270" anchor="t" anchorCtr="0">
          <a:noAutofit/>
        </a:bodyPr>
        <a:lstStyle/>
        <a:p>
          <a:pPr marL="285750" lvl="1" indent="-285750" algn="l" defTabSz="1377950">
            <a:lnSpc>
              <a:spcPct val="90000"/>
            </a:lnSpc>
            <a:spcBef>
              <a:spcPct val="0"/>
            </a:spcBef>
            <a:spcAft>
              <a:spcPct val="15000"/>
            </a:spcAft>
            <a:buChar char="•"/>
          </a:pPr>
          <a:r>
            <a:rPr lang="en-US" sz="3100" kern="1200" dirty="0"/>
            <a:t>Critically reflect on the design process: what did your design do best? what can be improved? overall, what did you learn? </a:t>
          </a:r>
        </a:p>
        <a:p>
          <a:pPr marL="285750" lvl="1" indent="-285750" algn="l" defTabSz="1377950">
            <a:lnSpc>
              <a:spcPct val="90000"/>
            </a:lnSpc>
            <a:spcBef>
              <a:spcPct val="0"/>
            </a:spcBef>
            <a:spcAft>
              <a:spcPct val="15000"/>
            </a:spcAft>
            <a:buChar char="•"/>
          </a:pPr>
          <a:r>
            <a:rPr lang="en-US" sz="3100" kern="1200" dirty="0"/>
            <a:t>In the reflection, show an </a:t>
          </a:r>
          <a:r>
            <a:rPr lang="en-US" sz="3100" u="sng" kern="1200" dirty="0"/>
            <a:t>at least one</a:t>
          </a:r>
          <a:r>
            <a:rPr lang="en-US" sz="3100" kern="1200" dirty="0"/>
            <a:t> comparison with the design of another group</a:t>
          </a:r>
        </a:p>
        <a:p>
          <a:pPr marL="285750" lvl="1" indent="-285750" algn="l" defTabSz="1377950">
            <a:lnSpc>
              <a:spcPct val="90000"/>
            </a:lnSpc>
            <a:spcBef>
              <a:spcPct val="0"/>
            </a:spcBef>
            <a:spcAft>
              <a:spcPct val="15000"/>
            </a:spcAft>
            <a:buChar char="•"/>
          </a:pPr>
          <a:r>
            <a:rPr lang="en-US" sz="3100" kern="1200" dirty="0"/>
            <a:t>Submit your reflection to Blackboard before </a:t>
          </a:r>
          <a:r>
            <a:rPr lang="en-US" sz="3100" u="sng" kern="1200" dirty="0"/>
            <a:t>9pm Hong Kong time tonight</a:t>
          </a:r>
        </a:p>
        <a:p>
          <a:pPr marL="285750" lvl="1" indent="-285750" algn="l" defTabSz="1377950">
            <a:lnSpc>
              <a:spcPct val="90000"/>
            </a:lnSpc>
            <a:spcBef>
              <a:spcPct val="0"/>
            </a:spcBef>
            <a:spcAft>
              <a:spcPct val="15000"/>
            </a:spcAft>
            <a:buChar char="•"/>
          </a:pPr>
          <a:r>
            <a:rPr lang="en-US" sz="3100" kern="1200" dirty="0"/>
            <a:t>Take some 15 mins to recall and reflect</a:t>
          </a:r>
        </a:p>
      </dsp:txBody>
      <dsp:txXfrm>
        <a:off x="0" y="477567"/>
        <a:ext cx="10515600" cy="4687200"/>
      </dsp:txXfrm>
    </dsp:sp>
    <dsp:sp modelId="{F3EB38A8-3EF9-43FC-BDBC-D118413F970B}">
      <dsp:nvSpPr>
        <dsp:cNvPr id="0" name=""/>
        <dsp:cNvSpPr/>
      </dsp:nvSpPr>
      <dsp:spPr>
        <a:xfrm>
          <a:off x="525780" y="20007"/>
          <a:ext cx="7360920" cy="915120"/>
        </a:xfrm>
        <a:prstGeom prst="roundRect">
          <a:avLst/>
        </a:prstGeom>
        <a:solidFill>
          <a:schemeClr val="accent5">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377950">
            <a:lnSpc>
              <a:spcPct val="90000"/>
            </a:lnSpc>
            <a:spcBef>
              <a:spcPct val="0"/>
            </a:spcBef>
            <a:spcAft>
              <a:spcPct val="35000"/>
            </a:spcAft>
            <a:buNone/>
          </a:pPr>
          <a:r>
            <a:rPr lang="en-US" sz="3100" kern="1200" dirty="0"/>
            <a:t>A 300-word reflection</a:t>
          </a:r>
        </a:p>
      </dsp:txBody>
      <dsp:txXfrm>
        <a:off x="570452" y="64679"/>
        <a:ext cx="7271576" cy="82577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3E27A3-7BE9-4D4B-82F2-B39B2502A567}">
      <dsp:nvSpPr>
        <dsp:cNvPr id="0" name=""/>
        <dsp:cNvSpPr/>
      </dsp:nvSpPr>
      <dsp:spPr>
        <a:xfrm>
          <a:off x="0" y="0"/>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9BD6A8D-1ECF-4534-98B4-9CBB20D70AB0}">
      <dsp:nvSpPr>
        <dsp:cNvPr id="0" name=""/>
        <dsp:cNvSpPr/>
      </dsp:nvSpPr>
      <dsp:spPr>
        <a:xfrm>
          <a:off x="0" y="0"/>
          <a:ext cx="2103120" cy="43513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t>Your task:  to design a </a:t>
          </a:r>
          <a:r>
            <a:rPr lang="en-US" sz="2800" b="1" u="sng" kern="1200" dirty="0"/>
            <a:t>new</a:t>
          </a:r>
          <a:r>
            <a:rPr lang="en-US" sz="2800" b="1" kern="1200" dirty="0"/>
            <a:t> app for dating/</a:t>
          </a:r>
          <a:br>
            <a:rPr lang="en-US" sz="2800" b="1" kern="1200" dirty="0"/>
          </a:br>
          <a:r>
            <a:rPr lang="en-US" sz="2800" b="1" kern="1200" dirty="0"/>
            <a:t>hookups</a:t>
          </a:r>
        </a:p>
      </dsp:txBody>
      <dsp:txXfrm>
        <a:off x="0" y="0"/>
        <a:ext cx="2103120" cy="4351338"/>
      </dsp:txXfrm>
    </dsp:sp>
    <dsp:sp modelId="{C2B9F73D-EA6B-4173-967A-8AD9487E701E}">
      <dsp:nvSpPr>
        <dsp:cNvPr id="0" name=""/>
        <dsp:cNvSpPr/>
      </dsp:nvSpPr>
      <dsp:spPr>
        <a:xfrm>
          <a:off x="2260854" y="67989"/>
          <a:ext cx="8254746" cy="13597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dirty="0"/>
            <a:t>a) Studying the experiences and challenges of a </a:t>
          </a:r>
          <a:r>
            <a:rPr lang="en-US" sz="2600" u="sng" kern="1200" dirty="0"/>
            <a:t>pre-identified group of dating app users</a:t>
          </a:r>
          <a:r>
            <a:rPr lang="en-US" sz="2600" kern="1200" dirty="0"/>
            <a:t> (see our course outline) through </a:t>
          </a:r>
          <a:r>
            <a:rPr lang="en-US" sz="2600" u="sng" kern="1200" dirty="0"/>
            <a:t>secondary</a:t>
          </a:r>
          <a:r>
            <a:rPr lang="en-US" sz="2600" u="none" kern="1200" dirty="0"/>
            <a:t> </a:t>
          </a:r>
          <a:r>
            <a:rPr lang="en-US" sz="2600" kern="1200" dirty="0"/>
            <a:t>research.</a:t>
          </a:r>
        </a:p>
      </dsp:txBody>
      <dsp:txXfrm>
        <a:off x="2260854" y="67989"/>
        <a:ext cx="8254746" cy="1359793"/>
      </dsp:txXfrm>
    </dsp:sp>
    <dsp:sp modelId="{821434D3-842E-4F77-B33C-B3362BB21C80}">
      <dsp:nvSpPr>
        <dsp:cNvPr id="0" name=""/>
        <dsp:cNvSpPr/>
      </dsp:nvSpPr>
      <dsp:spPr>
        <a:xfrm>
          <a:off x="2103120" y="1427782"/>
          <a:ext cx="8412480"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708FAE2-43F4-4806-804B-E626DB221599}">
      <dsp:nvSpPr>
        <dsp:cNvPr id="0" name=""/>
        <dsp:cNvSpPr/>
      </dsp:nvSpPr>
      <dsp:spPr>
        <a:xfrm>
          <a:off x="2260854" y="1495772"/>
          <a:ext cx="8254746" cy="13597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u="none" kern="1200" dirty="0"/>
            <a:t>b) </a:t>
          </a:r>
          <a:r>
            <a:rPr lang="en-US" sz="2600" u="sng" kern="1200" dirty="0"/>
            <a:t>Evaluating existing apps</a:t>
          </a:r>
          <a:r>
            <a:rPr lang="en-US" sz="2600" kern="1200" dirty="0"/>
            <a:t> that serve the same group of users.</a:t>
          </a:r>
        </a:p>
      </dsp:txBody>
      <dsp:txXfrm>
        <a:off x="2260854" y="1495772"/>
        <a:ext cx="8254746" cy="1359793"/>
      </dsp:txXfrm>
    </dsp:sp>
    <dsp:sp modelId="{E64EB35E-3A85-48BC-A4C4-200EA5701F43}">
      <dsp:nvSpPr>
        <dsp:cNvPr id="0" name=""/>
        <dsp:cNvSpPr/>
      </dsp:nvSpPr>
      <dsp:spPr>
        <a:xfrm>
          <a:off x="2103120" y="2855565"/>
          <a:ext cx="8412480"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D2D3A82-25B7-408A-B0BE-60B66B71CE21}">
      <dsp:nvSpPr>
        <dsp:cNvPr id="0" name=""/>
        <dsp:cNvSpPr/>
      </dsp:nvSpPr>
      <dsp:spPr>
        <a:xfrm>
          <a:off x="2260854" y="2923555"/>
          <a:ext cx="8254746" cy="13597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kern="1200" dirty="0"/>
            <a:t>c) Suggesting a </a:t>
          </a:r>
          <a:r>
            <a:rPr lang="en-US" sz="2600" u="sng" kern="1200" dirty="0"/>
            <a:t>theoretically driven design</a:t>
          </a:r>
          <a:r>
            <a:rPr lang="en-US" sz="2600" kern="1200" dirty="0"/>
            <a:t> of the app (only very basic drawings are expected)</a:t>
          </a:r>
        </a:p>
      </dsp:txBody>
      <dsp:txXfrm>
        <a:off x="2260854" y="2923555"/>
        <a:ext cx="8254746" cy="1359793"/>
      </dsp:txXfrm>
    </dsp:sp>
    <dsp:sp modelId="{5CF26733-DCE6-49AB-B4F5-81226B06409E}">
      <dsp:nvSpPr>
        <dsp:cNvPr id="0" name=""/>
        <dsp:cNvSpPr/>
      </dsp:nvSpPr>
      <dsp:spPr>
        <a:xfrm>
          <a:off x="2103120" y="4283348"/>
          <a:ext cx="8412480"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3E27A3-7BE9-4D4B-82F2-B39B2502A567}">
      <dsp:nvSpPr>
        <dsp:cNvPr id="0" name=""/>
        <dsp:cNvSpPr/>
      </dsp:nvSpPr>
      <dsp:spPr>
        <a:xfrm>
          <a:off x="0" y="2124"/>
          <a:ext cx="10515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9BD6A8D-1ECF-4534-98B4-9CBB20D70AB0}">
      <dsp:nvSpPr>
        <dsp:cNvPr id="0" name=""/>
        <dsp:cNvSpPr/>
      </dsp:nvSpPr>
      <dsp:spPr>
        <a:xfrm>
          <a:off x="0" y="2124"/>
          <a:ext cx="2103120" cy="43470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t>Format</a:t>
          </a:r>
        </a:p>
      </dsp:txBody>
      <dsp:txXfrm>
        <a:off x="0" y="2124"/>
        <a:ext cx="2103120" cy="4347088"/>
      </dsp:txXfrm>
    </dsp:sp>
    <dsp:sp modelId="{C2B9F73D-EA6B-4173-967A-8AD9487E701E}">
      <dsp:nvSpPr>
        <dsp:cNvPr id="0" name=""/>
        <dsp:cNvSpPr/>
      </dsp:nvSpPr>
      <dsp:spPr>
        <a:xfrm>
          <a:off x="2260854" y="53226"/>
          <a:ext cx="8254746" cy="10220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t>a) Not more than 1,100 words (excluding references)</a:t>
          </a:r>
        </a:p>
      </dsp:txBody>
      <dsp:txXfrm>
        <a:off x="2260854" y="53226"/>
        <a:ext cx="8254746" cy="1022032"/>
      </dsp:txXfrm>
    </dsp:sp>
    <dsp:sp modelId="{821434D3-842E-4F77-B33C-B3362BB21C80}">
      <dsp:nvSpPr>
        <dsp:cNvPr id="0" name=""/>
        <dsp:cNvSpPr/>
      </dsp:nvSpPr>
      <dsp:spPr>
        <a:xfrm>
          <a:off x="2103120" y="1075259"/>
          <a:ext cx="8412480"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708FAE2-43F4-4806-804B-E626DB221599}">
      <dsp:nvSpPr>
        <dsp:cNvPr id="0" name=""/>
        <dsp:cNvSpPr/>
      </dsp:nvSpPr>
      <dsp:spPr>
        <a:xfrm>
          <a:off x="2260854" y="1126360"/>
          <a:ext cx="8254746" cy="10220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u="none" kern="1200" dirty="0"/>
            <a:t>b) Use any consistent referencing style</a:t>
          </a:r>
          <a:endParaRPr lang="en-US" sz="2200" kern="1200" dirty="0"/>
        </a:p>
      </dsp:txBody>
      <dsp:txXfrm>
        <a:off x="2260854" y="1126360"/>
        <a:ext cx="8254746" cy="1022032"/>
      </dsp:txXfrm>
    </dsp:sp>
    <dsp:sp modelId="{E64EB35E-3A85-48BC-A4C4-200EA5701F43}">
      <dsp:nvSpPr>
        <dsp:cNvPr id="0" name=""/>
        <dsp:cNvSpPr/>
      </dsp:nvSpPr>
      <dsp:spPr>
        <a:xfrm>
          <a:off x="2103120" y="2148393"/>
          <a:ext cx="8412480"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D2D3A82-25B7-408A-B0BE-60B66B71CE21}">
      <dsp:nvSpPr>
        <dsp:cNvPr id="0" name=""/>
        <dsp:cNvSpPr/>
      </dsp:nvSpPr>
      <dsp:spPr>
        <a:xfrm>
          <a:off x="2260854" y="2199495"/>
          <a:ext cx="8254746" cy="10220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t>c) First, submit your assignment to </a:t>
          </a:r>
          <a:r>
            <a:rPr lang="en-US" sz="2200" kern="1200" dirty="0" err="1"/>
            <a:t>VeriGuide</a:t>
          </a:r>
          <a:r>
            <a:rPr lang="en-US" sz="2200" kern="1200" dirty="0"/>
            <a:t> and get a </a:t>
          </a:r>
          <a:r>
            <a:rPr lang="en-US" sz="2200" kern="1200" dirty="0" err="1"/>
            <a:t>VeriGuide</a:t>
          </a:r>
          <a:r>
            <a:rPr lang="en-US" sz="2200" kern="1200" dirty="0"/>
            <a:t> Receipt; then submit your assignment and the receipt together</a:t>
          </a:r>
        </a:p>
      </dsp:txBody>
      <dsp:txXfrm>
        <a:off x="2260854" y="2199495"/>
        <a:ext cx="8254746" cy="1022032"/>
      </dsp:txXfrm>
    </dsp:sp>
    <dsp:sp modelId="{5CF26733-DCE6-49AB-B4F5-81226B06409E}">
      <dsp:nvSpPr>
        <dsp:cNvPr id="0" name=""/>
        <dsp:cNvSpPr/>
      </dsp:nvSpPr>
      <dsp:spPr>
        <a:xfrm>
          <a:off x="2103120" y="3221528"/>
          <a:ext cx="8412480"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5094501-4D2C-4CD2-ABFB-8249CE27DBC8}">
      <dsp:nvSpPr>
        <dsp:cNvPr id="0" name=""/>
        <dsp:cNvSpPr/>
      </dsp:nvSpPr>
      <dsp:spPr>
        <a:xfrm>
          <a:off x="2260854" y="3272629"/>
          <a:ext cx="8254746" cy="10220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t>d) </a:t>
          </a:r>
          <a:r>
            <a:rPr lang="en-US" sz="2200" kern="1200" dirty="0">
              <a:solidFill>
                <a:schemeClr val="tx1"/>
              </a:solidFill>
              <a:latin typeface="+mn-lt"/>
            </a:rPr>
            <a:t>AI tools for proofreading/language fluency (e.g., Grammarly) without acknowledgement is allowed but </a:t>
          </a:r>
          <a:r>
            <a:rPr lang="en-US" sz="2200" kern="1200" dirty="0">
              <a:solidFill>
                <a:schemeClr val="bg1"/>
              </a:solidFill>
              <a:highlight>
                <a:srgbClr val="FFFF00"/>
              </a:highlight>
              <a:latin typeface="+mn-lt"/>
            </a:rPr>
            <a:t>I reserve the right to see your unpolished assignment</a:t>
          </a:r>
          <a:endParaRPr lang="en-US" sz="2200" kern="1200" dirty="0">
            <a:solidFill>
              <a:schemeClr val="bg1"/>
            </a:solidFill>
            <a:highlight>
              <a:srgbClr val="FFFF00"/>
            </a:highlight>
          </a:endParaRPr>
        </a:p>
      </dsp:txBody>
      <dsp:txXfrm>
        <a:off x="2260854" y="3272629"/>
        <a:ext cx="8254746" cy="1022032"/>
      </dsp:txXfrm>
    </dsp:sp>
    <dsp:sp modelId="{FD1E7567-0D1B-4B83-BFC6-B2BD7728B90A}">
      <dsp:nvSpPr>
        <dsp:cNvPr id="0" name=""/>
        <dsp:cNvSpPr/>
      </dsp:nvSpPr>
      <dsp:spPr>
        <a:xfrm>
          <a:off x="2103120" y="4294662"/>
          <a:ext cx="8412480"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1440" tIns="45720" rIns="91440" bIns="45720" rtlCol="0"/>
          <a:lstStyle>
            <a:lvl1pPr algn="r">
              <a:defRPr sz="1200"/>
            </a:lvl1pPr>
          </a:lstStyle>
          <a:p>
            <a:fld id="{AB424F09-3227-471D-84B7-29623C4D4071}" type="datetimeFigureOut">
              <a:rPr lang="en-US" smtClean="0"/>
              <a:t>7/13/2026</a:t>
            </a:fld>
            <a:endParaRPr lang="en-US"/>
          </a:p>
        </p:txBody>
      </p:sp>
      <p:sp>
        <p:nvSpPr>
          <p:cNvPr id="4" name="Slide Image Placeholder 3"/>
          <p:cNvSpPr>
            <a:spLocks noGrp="1" noRot="1" noChangeAspect="1"/>
          </p:cNvSpPr>
          <p:nvPr>
            <p:ph type="sldImg" idx="2"/>
          </p:nvPr>
        </p:nvSpPr>
        <p:spPr>
          <a:xfrm>
            <a:off x="776288" y="1200150"/>
            <a:ext cx="5762625" cy="32416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31521" y="4620578"/>
            <a:ext cx="5852160" cy="378047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172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143587" y="9119475"/>
            <a:ext cx="3169920" cy="481726"/>
          </a:xfrm>
          <a:prstGeom prst="rect">
            <a:avLst/>
          </a:prstGeom>
        </p:spPr>
        <p:txBody>
          <a:bodyPr vert="horz" lIns="91440" tIns="45720" rIns="91440" bIns="45720" rtlCol="0" anchor="b"/>
          <a:lstStyle>
            <a:lvl1pPr algn="r">
              <a:defRPr sz="1200"/>
            </a:lvl1pPr>
          </a:lstStyle>
          <a:p>
            <a:fld id="{C77C266B-F689-49FC-AC7B-9CA5A7007299}" type="slidenum">
              <a:rPr lang="en-US" smtClean="0"/>
              <a:t>‹#›</a:t>
            </a:fld>
            <a:endParaRPr lang="en-US"/>
          </a:p>
        </p:txBody>
      </p:sp>
    </p:spTree>
    <p:extLst>
      <p:ext uri="{BB962C8B-B14F-4D97-AF65-F5344CB8AC3E}">
        <p14:creationId xmlns:p14="http://schemas.microsoft.com/office/powerpoint/2010/main" val="7153580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Image: https://cdn.sanity.io/images/tlr8oxjg/production/fe5795af341f222b6b33ebce00659f188088821b-1456x816.png?w=3840&amp;q=80&amp;fit=clip&amp;auto=format</a:t>
            </a:r>
          </a:p>
          <a:p>
            <a:endParaRPr lang="en-US" dirty="0"/>
          </a:p>
        </p:txBody>
      </p:sp>
      <p:sp>
        <p:nvSpPr>
          <p:cNvPr id="4" name="Slide Number Placeholder 3"/>
          <p:cNvSpPr>
            <a:spLocks noGrp="1"/>
          </p:cNvSpPr>
          <p:nvPr>
            <p:ph type="sldNum" sz="quarter" idx="5"/>
          </p:nvPr>
        </p:nvSpPr>
        <p:spPr/>
        <p:txBody>
          <a:bodyPr/>
          <a:lstStyle/>
          <a:p>
            <a:fld id="{C77C266B-F689-49FC-AC7B-9CA5A7007299}" type="slidenum">
              <a:rPr lang="en-US" smtClean="0"/>
              <a:t>1</a:t>
            </a:fld>
            <a:endParaRPr lang="en-US"/>
          </a:p>
        </p:txBody>
      </p:sp>
    </p:spTree>
    <p:extLst>
      <p:ext uri="{BB962C8B-B14F-4D97-AF65-F5344CB8AC3E}">
        <p14:creationId xmlns:p14="http://schemas.microsoft.com/office/powerpoint/2010/main" val="14246521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77C266B-F689-49FC-AC7B-9CA5A7007299}" type="slidenum">
              <a:rPr lang="en-US" smtClean="0"/>
              <a:t>2</a:t>
            </a:fld>
            <a:endParaRPr lang="en-US"/>
          </a:p>
        </p:txBody>
      </p:sp>
    </p:spTree>
    <p:extLst>
      <p:ext uri="{BB962C8B-B14F-4D97-AF65-F5344CB8AC3E}">
        <p14:creationId xmlns:p14="http://schemas.microsoft.com/office/powerpoint/2010/main" val="28635443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65540-23F1-9C5D-0343-49A764C929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E7FF39-3562-2E1F-0783-8B9A1F7FD7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5EC6D7-AC1D-7AE5-A140-38631269F97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7298ED5-7179-0734-B15D-6364F4FBF6CA}"/>
              </a:ext>
            </a:extLst>
          </p:cNvPr>
          <p:cNvSpPr>
            <a:spLocks noGrp="1"/>
          </p:cNvSpPr>
          <p:nvPr>
            <p:ph type="sldNum" sz="quarter" idx="5"/>
          </p:nvPr>
        </p:nvSpPr>
        <p:spPr/>
        <p:txBody>
          <a:bodyPr/>
          <a:lstStyle/>
          <a:p>
            <a:fld id="{C77C266B-F689-49FC-AC7B-9CA5A7007299}" type="slidenum">
              <a:rPr lang="en-US" smtClean="0"/>
              <a:t>3</a:t>
            </a:fld>
            <a:endParaRPr lang="en-US"/>
          </a:p>
        </p:txBody>
      </p:sp>
    </p:spTree>
    <p:extLst>
      <p:ext uri="{BB962C8B-B14F-4D97-AF65-F5344CB8AC3E}">
        <p14:creationId xmlns:p14="http://schemas.microsoft.com/office/powerpoint/2010/main" val="29115603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930 – 945 : Introduction</a:t>
            </a:r>
          </a:p>
          <a:p>
            <a:r>
              <a:rPr lang="en-US" dirty="0"/>
              <a:t>945 – 1100: Design</a:t>
            </a:r>
          </a:p>
          <a:p>
            <a:r>
              <a:rPr lang="en-US" dirty="0"/>
              <a:t>1110</a:t>
            </a:r>
          </a:p>
          <a:p>
            <a:r>
              <a:rPr lang="en-US" dirty="0"/>
              <a:t>1120</a:t>
            </a:r>
          </a:p>
          <a:p>
            <a:r>
              <a:rPr lang="en-US" dirty="0"/>
              <a:t>1130</a:t>
            </a:r>
          </a:p>
          <a:p>
            <a:r>
              <a:rPr lang="en-US" dirty="0"/>
              <a:t>1140</a:t>
            </a:r>
          </a:p>
          <a:p>
            <a:r>
              <a:rPr lang="en-US" dirty="0"/>
              <a:t>1150</a:t>
            </a:r>
          </a:p>
          <a:p>
            <a:r>
              <a:rPr lang="en-US" dirty="0"/>
              <a:t>1200</a:t>
            </a:r>
          </a:p>
        </p:txBody>
      </p:sp>
      <p:sp>
        <p:nvSpPr>
          <p:cNvPr id="4" name="Slide Number Placeholder 3"/>
          <p:cNvSpPr>
            <a:spLocks noGrp="1"/>
          </p:cNvSpPr>
          <p:nvPr>
            <p:ph type="sldNum" sz="quarter" idx="5"/>
          </p:nvPr>
        </p:nvSpPr>
        <p:spPr/>
        <p:txBody>
          <a:bodyPr/>
          <a:lstStyle/>
          <a:p>
            <a:fld id="{C77C266B-F689-49FC-AC7B-9CA5A7007299}" type="slidenum">
              <a:rPr lang="en-US" smtClean="0"/>
              <a:t>4</a:t>
            </a:fld>
            <a:endParaRPr lang="en-US"/>
          </a:p>
        </p:txBody>
      </p:sp>
    </p:spTree>
    <p:extLst>
      <p:ext uri="{BB962C8B-B14F-4D97-AF65-F5344CB8AC3E}">
        <p14:creationId xmlns:p14="http://schemas.microsoft.com/office/powerpoint/2010/main" val="17759987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A6CF7-E3C7-3B07-AA89-0A554E0206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6F311A-19C7-3A5D-926A-5039250111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4BAFC-B5D1-40DC-4803-8180852665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E2CCA13-721F-BAC2-723F-2C4DEA0CFE87}"/>
              </a:ext>
            </a:extLst>
          </p:cNvPr>
          <p:cNvSpPr>
            <a:spLocks noGrp="1"/>
          </p:cNvSpPr>
          <p:nvPr>
            <p:ph type="sldNum" sz="quarter" idx="5"/>
          </p:nvPr>
        </p:nvSpPr>
        <p:spPr/>
        <p:txBody>
          <a:bodyPr/>
          <a:lstStyle/>
          <a:p>
            <a:fld id="{C77C266B-F689-49FC-AC7B-9CA5A7007299}" type="slidenum">
              <a:rPr lang="en-US" smtClean="0"/>
              <a:t>5</a:t>
            </a:fld>
            <a:endParaRPr lang="en-US"/>
          </a:p>
        </p:txBody>
      </p:sp>
    </p:spTree>
    <p:extLst>
      <p:ext uri="{BB962C8B-B14F-4D97-AF65-F5344CB8AC3E}">
        <p14:creationId xmlns:p14="http://schemas.microsoft.com/office/powerpoint/2010/main" val="23852596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6847D-1CF6-46BA-B46B-48BED0604A28}"/>
              </a:ext>
            </a:extLst>
          </p:cNvPr>
          <p:cNvSpPr>
            <a:spLocks noGrp="1"/>
          </p:cNvSpPr>
          <p:nvPr>
            <p:ph type="ctrTitle"/>
          </p:nvPr>
        </p:nvSpPr>
        <p:spPr>
          <a:xfrm>
            <a:off x="1524000" y="1122363"/>
            <a:ext cx="9144000" cy="2387600"/>
          </a:xfrm>
        </p:spPr>
        <p:txBody>
          <a:bodyPr anchor="b"/>
          <a:lstStyle>
            <a:lvl1pPr algn="ctr">
              <a:defRPr sz="6000" b="1" cap="all" spc="1500" baseline="0">
                <a:latin typeface="+mj-lt"/>
                <a:ea typeface="Source Sans Pro SemiBold" panose="020B0603030403020204" pitchFamily="34" charset="0"/>
              </a:defRPr>
            </a:lvl1pPr>
          </a:lstStyle>
          <a:p>
            <a:r>
              <a:rPr lang="en-US" dirty="0"/>
              <a:t>Click to edit Master title style</a:t>
            </a:r>
          </a:p>
        </p:txBody>
      </p:sp>
      <p:sp>
        <p:nvSpPr>
          <p:cNvPr id="3" name="Subtitle 2">
            <a:extLst>
              <a:ext uri="{FF2B5EF4-FFF2-40B4-BE49-F238E27FC236}">
                <a16:creationId xmlns:a16="http://schemas.microsoft.com/office/drawing/2014/main" id="{7FB4F5A5-C931-4A4C-B6B1-EF4C95965BFF}"/>
              </a:ext>
            </a:extLst>
          </p:cNvPr>
          <p:cNvSpPr>
            <a:spLocks noGrp="1"/>
          </p:cNvSpPr>
          <p:nvPr>
            <p:ph type="subTitle" idx="1"/>
          </p:nvPr>
        </p:nvSpPr>
        <p:spPr>
          <a:xfrm>
            <a:off x="1524000" y="3602038"/>
            <a:ext cx="9144000" cy="1655762"/>
          </a:xfrm>
        </p:spPr>
        <p:txBody>
          <a:bodyPr/>
          <a:lstStyle>
            <a:lvl1pPr marL="0" indent="0" algn="ctr">
              <a:buNone/>
              <a:defRPr sz="2400" cap="all" spc="4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grpSp>
        <p:nvGrpSpPr>
          <p:cNvPr id="7" name="Graphic 185">
            <a:extLst>
              <a:ext uri="{FF2B5EF4-FFF2-40B4-BE49-F238E27FC236}">
                <a16:creationId xmlns:a16="http://schemas.microsoft.com/office/drawing/2014/main" id="{8A351602-3772-4279-B0D3-A523F6F6EAB3}"/>
              </a:ext>
            </a:extLst>
          </p:cNvPr>
          <p:cNvGrpSpPr/>
          <p:nvPr/>
        </p:nvGrpSpPr>
        <p:grpSpPr>
          <a:xfrm>
            <a:off x="10999563" y="5987064"/>
            <a:ext cx="1054467" cy="469689"/>
            <a:chOff x="9841624" y="4115729"/>
            <a:chExt cx="602170" cy="268223"/>
          </a:xfrm>
          <a:solidFill>
            <a:schemeClr val="tx1"/>
          </a:solidFill>
        </p:grpSpPr>
        <p:sp>
          <p:nvSpPr>
            <p:cNvPr id="8" name="Freeform: Shape 7">
              <a:extLst>
                <a:ext uri="{FF2B5EF4-FFF2-40B4-BE49-F238E27FC236}">
                  <a16:creationId xmlns:a16="http://schemas.microsoft.com/office/drawing/2014/main" id="{A5AAAA75-5FFB-4C07-AD4A-3146773E6CDD}"/>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1479895E-3847-44BB-8404-28F14219FB70}"/>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0E02F68-8149-4236-8D9F-6B550F78B932}"/>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956FCAAB-F073-4561-A484-42C7DD10DC26}"/>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CF8DB94-87A3-43E9-9BBB-301CFF0FB05B}"/>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35DE4AEC-B6E4-439C-B716-EBE3D4D1DC76}"/>
              </a:ext>
            </a:extLst>
          </p:cNvPr>
          <p:cNvSpPr>
            <a:spLocks noGrp="1"/>
          </p:cNvSpPr>
          <p:nvPr>
            <p:ph type="dt" sz="half" idx="10"/>
          </p:nvPr>
        </p:nvSpPr>
        <p:spPr/>
        <p:txBody>
          <a:bodyPr/>
          <a:lstStyle/>
          <a:p>
            <a:fld id="{D6D0F569-AC90-44EB-9EF4-4E5C2F5D823C}" type="datetime1">
              <a:rPr lang="en-US" smtClean="0"/>
              <a:t>7/13/2026</a:t>
            </a:fld>
            <a:endParaRPr lang="en-US" dirty="0"/>
          </a:p>
        </p:txBody>
      </p:sp>
      <p:sp>
        <p:nvSpPr>
          <p:cNvPr id="5" name="Footer Placeholder 4">
            <a:extLst>
              <a:ext uri="{FF2B5EF4-FFF2-40B4-BE49-F238E27FC236}">
                <a16:creationId xmlns:a16="http://schemas.microsoft.com/office/drawing/2014/main" id="{F478BC18-102E-45BF-8FEA-801E9C59D143}"/>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FAA8BF5F-B1F8-461F-9B3D-7D50D02423E7}"/>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4" name="Oval 13">
            <a:extLst>
              <a:ext uri="{FF2B5EF4-FFF2-40B4-BE49-F238E27FC236}">
                <a16:creationId xmlns:a16="http://schemas.microsoft.com/office/drawing/2014/main" id="{7D6BF779-0B8C-4CC2-9268-9506AD0C5331}"/>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3141350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88500-1605-41EA-A15F-9B79DF7E4050}"/>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C9B14AC8-25A5-4D7F-BF23-CB20AA2ECF50}"/>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8" name="Graphic 185">
            <a:extLst>
              <a:ext uri="{FF2B5EF4-FFF2-40B4-BE49-F238E27FC236}">
                <a16:creationId xmlns:a16="http://schemas.microsoft.com/office/drawing/2014/main" id="{8997F1B7-1EE7-4EA5-A5A4-866F9A810C9F}"/>
              </a:ext>
              <a:ext uri="{C183D7F6-B498-43B3-948B-1728B52AA6E4}">
                <adec:decorative xmlns:adec="http://schemas.microsoft.com/office/drawing/2017/decorative" val="1"/>
              </a:ext>
            </a:extLst>
          </p:cNvPr>
          <p:cNvGrpSpPr/>
          <p:nvPr/>
        </p:nvGrpSpPr>
        <p:grpSpPr>
          <a:xfrm>
            <a:off x="10999563" y="5987064"/>
            <a:ext cx="1054467" cy="469689"/>
            <a:chOff x="9841624" y="4115729"/>
            <a:chExt cx="602170" cy="268223"/>
          </a:xfrm>
          <a:solidFill>
            <a:schemeClr val="tx1"/>
          </a:solidFill>
        </p:grpSpPr>
        <p:sp>
          <p:nvSpPr>
            <p:cNvPr id="9" name="Freeform: Shape 8">
              <a:extLst>
                <a:ext uri="{FF2B5EF4-FFF2-40B4-BE49-F238E27FC236}">
                  <a16:creationId xmlns:a16="http://schemas.microsoft.com/office/drawing/2014/main" id="{B5E13483-2FB6-4753-8402-06FDC3498E06}"/>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88F0DF22-F640-4002-B783-DF1C6A9473F6}"/>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9C2787B8-7984-4332-B611-D3D3DE898FE0}"/>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AF3646C-B3D7-4F57-8FD2-CD93CEB39214}"/>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65FA7DA-93A0-43A4-834C-0F1BB9806A8C}"/>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21995D22-0146-4DE2-9E78-4C00333D499A}"/>
              </a:ext>
            </a:extLst>
          </p:cNvPr>
          <p:cNvSpPr>
            <a:spLocks noGrp="1"/>
          </p:cNvSpPr>
          <p:nvPr>
            <p:ph type="dt" sz="half" idx="10"/>
          </p:nvPr>
        </p:nvSpPr>
        <p:spPr/>
        <p:txBody>
          <a:bodyPr/>
          <a:lstStyle/>
          <a:p>
            <a:fld id="{8C2D79EF-17C8-45D8-9866-DAF5723FC604}" type="datetime1">
              <a:rPr lang="en-US" smtClean="0"/>
              <a:t>7/13/2026</a:t>
            </a:fld>
            <a:endParaRPr lang="en-US" dirty="0"/>
          </a:p>
        </p:txBody>
      </p:sp>
      <p:sp>
        <p:nvSpPr>
          <p:cNvPr id="5" name="Footer Placeholder 4">
            <a:extLst>
              <a:ext uri="{FF2B5EF4-FFF2-40B4-BE49-F238E27FC236}">
                <a16:creationId xmlns:a16="http://schemas.microsoft.com/office/drawing/2014/main" id="{6459717A-A1FE-485D-AFFF-2C7026C710AA}"/>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076DB88B-64CF-4100-8F07-D191DD7939F9}"/>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4" name="Oval 13">
            <a:extLst>
              <a:ext uri="{FF2B5EF4-FFF2-40B4-BE49-F238E27FC236}">
                <a16:creationId xmlns:a16="http://schemas.microsoft.com/office/drawing/2014/main" id="{104332FF-8349-42A5-B5C8-5EE3825CE252}"/>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1935609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BFE6C-EBF1-47DE-8468-E7125172B735}"/>
              </a:ext>
            </a:extLst>
          </p:cNvPr>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a:extLst>
              <a:ext uri="{FF2B5EF4-FFF2-40B4-BE49-F238E27FC236}">
                <a16:creationId xmlns:a16="http://schemas.microsoft.com/office/drawing/2014/main" id="{24104992-D139-48DC-BCCE-D71EA23CA2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grpSp>
        <p:nvGrpSpPr>
          <p:cNvPr id="7" name="Graphic 185">
            <a:extLst>
              <a:ext uri="{FF2B5EF4-FFF2-40B4-BE49-F238E27FC236}">
                <a16:creationId xmlns:a16="http://schemas.microsoft.com/office/drawing/2014/main" id="{A8C5E768-0E62-4DE7-A0AF-93121DA8439E}"/>
              </a:ext>
            </a:extLst>
          </p:cNvPr>
          <p:cNvGrpSpPr/>
          <p:nvPr/>
        </p:nvGrpSpPr>
        <p:grpSpPr>
          <a:xfrm>
            <a:off x="10999563" y="5987064"/>
            <a:ext cx="1054467" cy="469689"/>
            <a:chOff x="9841624" y="4115729"/>
            <a:chExt cx="602170" cy="268223"/>
          </a:xfrm>
          <a:solidFill>
            <a:schemeClr val="tx1"/>
          </a:solidFill>
        </p:grpSpPr>
        <p:sp>
          <p:nvSpPr>
            <p:cNvPr id="8" name="Freeform: Shape 7">
              <a:extLst>
                <a:ext uri="{FF2B5EF4-FFF2-40B4-BE49-F238E27FC236}">
                  <a16:creationId xmlns:a16="http://schemas.microsoft.com/office/drawing/2014/main" id="{6402845F-9E8A-41E1-B051-1AAA46C997A2}"/>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AA45C410-5FD0-4339-A3BC-A865DE4190AF}"/>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C7B0B703-8BA8-483C-A433-C44C809687DE}"/>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ECCFA03D-B879-419B-88B9-F4F3645C8AF5}"/>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6B0260A-6B2D-4F54-8614-60BC3103E166}"/>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751AB8F6-0796-47E9-B1D4-760B7CCFC75D}"/>
              </a:ext>
            </a:extLst>
          </p:cNvPr>
          <p:cNvSpPr>
            <a:spLocks noGrp="1"/>
          </p:cNvSpPr>
          <p:nvPr>
            <p:ph type="dt" sz="half" idx="10"/>
          </p:nvPr>
        </p:nvSpPr>
        <p:spPr/>
        <p:txBody>
          <a:bodyPr/>
          <a:lstStyle/>
          <a:p>
            <a:fld id="{DFFC2ADC-3680-4013-A757-E4663495DB98}" type="datetime1">
              <a:rPr lang="en-US" smtClean="0"/>
              <a:t>7/13/2026</a:t>
            </a:fld>
            <a:endParaRPr lang="en-US" dirty="0"/>
          </a:p>
        </p:txBody>
      </p:sp>
      <p:sp>
        <p:nvSpPr>
          <p:cNvPr id="5" name="Footer Placeholder 4">
            <a:extLst>
              <a:ext uri="{FF2B5EF4-FFF2-40B4-BE49-F238E27FC236}">
                <a16:creationId xmlns:a16="http://schemas.microsoft.com/office/drawing/2014/main" id="{37886FC0-7327-44D9-B689-0AE73FD25596}"/>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1219D265-BFBA-4C93-9B1A-B9483AE6BF32}"/>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4" name="Oval 13">
            <a:extLst>
              <a:ext uri="{FF2B5EF4-FFF2-40B4-BE49-F238E27FC236}">
                <a16:creationId xmlns:a16="http://schemas.microsoft.com/office/drawing/2014/main" id="{464F5FEB-DE92-47DA-8C46-DC088E8960A4}"/>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10025734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637BE-B22F-40EE-94F0-04549BC56238}"/>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AA71582-4BAF-4211-AD4A-476ED6EB1155}"/>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099DCF6B-C800-4345-BAE9-EE9FA65903F2}"/>
              </a:ext>
            </a:extLst>
          </p:cNvPr>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8" name="Graphic 185">
            <a:extLst>
              <a:ext uri="{FF2B5EF4-FFF2-40B4-BE49-F238E27FC236}">
                <a16:creationId xmlns:a16="http://schemas.microsoft.com/office/drawing/2014/main" id="{E6190A1E-5381-43C4-B058-7758339984D6}"/>
              </a:ext>
            </a:extLst>
          </p:cNvPr>
          <p:cNvGrpSpPr/>
          <p:nvPr/>
        </p:nvGrpSpPr>
        <p:grpSpPr>
          <a:xfrm>
            <a:off x="10999563" y="5987064"/>
            <a:ext cx="1054467" cy="469689"/>
            <a:chOff x="9841624" y="4115729"/>
            <a:chExt cx="602170" cy="268223"/>
          </a:xfrm>
          <a:solidFill>
            <a:schemeClr val="tx1"/>
          </a:solidFill>
        </p:grpSpPr>
        <p:sp>
          <p:nvSpPr>
            <p:cNvPr id="9" name="Freeform: Shape 8">
              <a:extLst>
                <a:ext uri="{FF2B5EF4-FFF2-40B4-BE49-F238E27FC236}">
                  <a16:creationId xmlns:a16="http://schemas.microsoft.com/office/drawing/2014/main" id="{F7E35469-0BEA-4E5E-955F-1AA300A62DE5}"/>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58F650BE-565E-4A52-8143-7A87700FC5F5}"/>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286A3F89-AA2A-44E5-915E-C47A069EB685}"/>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5C57F514-AB27-4489-8D3C-01DD1025DDAD}"/>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0141169F-1C39-4D04-AF32-D0D14D004B05}"/>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5" name="Date Placeholder 4">
            <a:extLst>
              <a:ext uri="{FF2B5EF4-FFF2-40B4-BE49-F238E27FC236}">
                <a16:creationId xmlns:a16="http://schemas.microsoft.com/office/drawing/2014/main" id="{93087465-759F-4895-8FC6-DD464FB918CA}"/>
              </a:ext>
            </a:extLst>
          </p:cNvPr>
          <p:cNvSpPr>
            <a:spLocks noGrp="1"/>
          </p:cNvSpPr>
          <p:nvPr>
            <p:ph type="dt" sz="half" idx="10"/>
          </p:nvPr>
        </p:nvSpPr>
        <p:spPr/>
        <p:txBody>
          <a:bodyPr/>
          <a:lstStyle/>
          <a:p>
            <a:fld id="{4751BA94-5DCA-4F19-960F-0FB2BD5EE85A}" type="datetime1">
              <a:rPr lang="en-US" smtClean="0"/>
              <a:t>7/13/2026</a:t>
            </a:fld>
            <a:endParaRPr lang="en-US" dirty="0"/>
          </a:p>
        </p:txBody>
      </p:sp>
      <p:sp>
        <p:nvSpPr>
          <p:cNvPr id="6" name="Footer Placeholder 5">
            <a:extLst>
              <a:ext uri="{FF2B5EF4-FFF2-40B4-BE49-F238E27FC236}">
                <a16:creationId xmlns:a16="http://schemas.microsoft.com/office/drawing/2014/main" id="{92F1AA18-D8A5-44D9-881C-522258ED54D7}"/>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1C1BA574-A76A-4F4C-8CBD-768278B66E72}"/>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5" name="Oval 14">
            <a:extLst>
              <a:ext uri="{FF2B5EF4-FFF2-40B4-BE49-F238E27FC236}">
                <a16:creationId xmlns:a16="http://schemas.microsoft.com/office/drawing/2014/main" id="{2793E083-ADC4-4391-83DD-781529A66110}"/>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7509875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1B666-D6BE-4FA8-9CF1-F15FD58B0CBF}"/>
              </a:ext>
            </a:extLst>
          </p:cNvPr>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3BCE4B4A-DE64-4563-83CD-C40B1D681D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1DA0314-0202-4E6D-8352-C28376A9C086}"/>
              </a:ext>
            </a:extLst>
          </p:cNvPr>
          <p:cNvSpPr>
            <a:spLocks noGrp="1"/>
          </p:cNvSpPr>
          <p:nvPr>
            <p:ph sz="half" idx="2"/>
          </p:nvPr>
        </p:nvSpPr>
        <p:spPr>
          <a:xfrm>
            <a:off x="839788" y="2505075"/>
            <a:ext cx="5157787"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7B56083-87B4-4603-B6FF-A9EB68E3E6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133708CF-F028-4917-A9CB-59BF5248A20D}"/>
              </a:ext>
            </a:extLst>
          </p:cNvPr>
          <p:cNvSpPr>
            <a:spLocks noGrp="1"/>
          </p:cNvSpPr>
          <p:nvPr>
            <p:ph sz="quarter" idx="4"/>
          </p:nvPr>
        </p:nvSpPr>
        <p:spPr>
          <a:xfrm>
            <a:off x="6172200" y="2505075"/>
            <a:ext cx="5183188" cy="36845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0" name="Graphic 185">
            <a:extLst>
              <a:ext uri="{FF2B5EF4-FFF2-40B4-BE49-F238E27FC236}">
                <a16:creationId xmlns:a16="http://schemas.microsoft.com/office/drawing/2014/main" id="{81B934BF-E239-47E1-93E9-EA3182162D21}"/>
              </a:ext>
            </a:extLst>
          </p:cNvPr>
          <p:cNvGrpSpPr/>
          <p:nvPr/>
        </p:nvGrpSpPr>
        <p:grpSpPr>
          <a:xfrm>
            <a:off x="10999563" y="5987064"/>
            <a:ext cx="1054467" cy="469689"/>
            <a:chOff x="9841624" y="4115729"/>
            <a:chExt cx="602170" cy="268223"/>
          </a:xfrm>
          <a:solidFill>
            <a:schemeClr val="tx1"/>
          </a:solidFill>
        </p:grpSpPr>
        <p:sp>
          <p:nvSpPr>
            <p:cNvPr id="11" name="Freeform: Shape 10">
              <a:extLst>
                <a:ext uri="{FF2B5EF4-FFF2-40B4-BE49-F238E27FC236}">
                  <a16:creationId xmlns:a16="http://schemas.microsoft.com/office/drawing/2014/main" id="{C3BBF177-5044-426A-93ED-64BDC84BF184}"/>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74270648-77F5-4D28-B691-DA57AA28FD73}"/>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6086B770-2F70-4B7B-9525-286BBD63AD72}"/>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57DDC14D-7AE3-41CD-ADFC-A3601D4F9DF3}"/>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42181834-8401-4B66-85EE-1CBF57807DAB}"/>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7" name="Date Placeholder 6">
            <a:extLst>
              <a:ext uri="{FF2B5EF4-FFF2-40B4-BE49-F238E27FC236}">
                <a16:creationId xmlns:a16="http://schemas.microsoft.com/office/drawing/2014/main" id="{A433C091-3B62-4087-9A97-63BBE28CFF17}"/>
              </a:ext>
            </a:extLst>
          </p:cNvPr>
          <p:cNvSpPr>
            <a:spLocks noGrp="1"/>
          </p:cNvSpPr>
          <p:nvPr>
            <p:ph type="dt" sz="half" idx="10"/>
          </p:nvPr>
        </p:nvSpPr>
        <p:spPr/>
        <p:txBody>
          <a:bodyPr/>
          <a:lstStyle/>
          <a:p>
            <a:fld id="{01BED947-38D9-44AC-8B89-E79758333B77}" type="datetime1">
              <a:rPr lang="en-US" smtClean="0"/>
              <a:t>7/13/2026</a:t>
            </a:fld>
            <a:endParaRPr lang="en-US" dirty="0"/>
          </a:p>
        </p:txBody>
      </p:sp>
      <p:sp>
        <p:nvSpPr>
          <p:cNvPr id="8" name="Footer Placeholder 7">
            <a:extLst>
              <a:ext uri="{FF2B5EF4-FFF2-40B4-BE49-F238E27FC236}">
                <a16:creationId xmlns:a16="http://schemas.microsoft.com/office/drawing/2014/main" id="{870710C3-2723-4847-BCAF-96D9FAE50555}"/>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96618B2C-95AC-4438-97FD-07ACF297B8FE}"/>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7" name="Oval 16">
            <a:extLst>
              <a:ext uri="{FF2B5EF4-FFF2-40B4-BE49-F238E27FC236}">
                <a16:creationId xmlns:a16="http://schemas.microsoft.com/office/drawing/2014/main" id="{D6B0F5A7-6E8A-4BCD-8F1F-233ECD21B262}"/>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25305449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9CF7F-748D-4598-983E-96A2BE26930A}"/>
              </a:ext>
            </a:extLst>
          </p:cNvPr>
          <p:cNvSpPr>
            <a:spLocks noGrp="1"/>
          </p:cNvSpPr>
          <p:nvPr>
            <p:ph type="title"/>
          </p:nvPr>
        </p:nvSpPr>
        <p:spPr/>
        <p:txBody>
          <a:bodyPr/>
          <a:lstStyle/>
          <a:p>
            <a:r>
              <a:rPr lang="en-US" dirty="0"/>
              <a:t>Click to edit Master title style</a:t>
            </a:r>
          </a:p>
        </p:txBody>
      </p:sp>
      <p:grpSp>
        <p:nvGrpSpPr>
          <p:cNvPr id="6" name="Graphic 185">
            <a:extLst>
              <a:ext uri="{FF2B5EF4-FFF2-40B4-BE49-F238E27FC236}">
                <a16:creationId xmlns:a16="http://schemas.microsoft.com/office/drawing/2014/main" id="{DFD4D3BE-80D4-4E69-9C76-F0D8517DF690}"/>
              </a:ext>
            </a:extLst>
          </p:cNvPr>
          <p:cNvGrpSpPr/>
          <p:nvPr/>
        </p:nvGrpSpPr>
        <p:grpSpPr>
          <a:xfrm>
            <a:off x="10999563" y="5987064"/>
            <a:ext cx="1054467" cy="469689"/>
            <a:chOff x="9841624" y="4115729"/>
            <a:chExt cx="602170" cy="268223"/>
          </a:xfrm>
          <a:solidFill>
            <a:schemeClr val="tx1"/>
          </a:solidFill>
        </p:grpSpPr>
        <p:sp>
          <p:nvSpPr>
            <p:cNvPr id="7" name="Freeform: Shape 6">
              <a:extLst>
                <a:ext uri="{FF2B5EF4-FFF2-40B4-BE49-F238E27FC236}">
                  <a16:creationId xmlns:a16="http://schemas.microsoft.com/office/drawing/2014/main" id="{A0B6E97F-00E1-4372-8978-8BCBDC9026E6}"/>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CC7651B7-7A30-4AFA-A4D7-0B0C5D2DDAAF}"/>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FD2FC5CA-556B-4409-B084-34753A1F04E6}"/>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E63FB41-EE1F-4889-9096-3A38936330D5}"/>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0DD19F3B-7B3E-4861-8FDA-D0116C96C16E}"/>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3" name="Date Placeholder 2">
            <a:extLst>
              <a:ext uri="{FF2B5EF4-FFF2-40B4-BE49-F238E27FC236}">
                <a16:creationId xmlns:a16="http://schemas.microsoft.com/office/drawing/2014/main" id="{410A2C46-C908-4010-AAE2-9FA41B145C4D}"/>
              </a:ext>
            </a:extLst>
          </p:cNvPr>
          <p:cNvSpPr>
            <a:spLocks noGrp="1"/>
          </p:cNvSpPr>
          <p:nvPr>
            <p:ph type="dt" sz="half" idx="10"/>
          </p:nvPr>
        </p:nvSpPr>
        <p:spPr/>
        <p:txBody>
          <a:bodyPr/>
          <a:lstStyle/>
          <a:p>
            <a:fld id="{3781E23F-BD3C-4F23-B116-2B758120C8AC}" type="datetime1">
              <a:rPr lang="en-US" smtClean="0"/>
              <a:t>7/13/2026</a:t>
            </a:fld>
            <a:endParaRPr lang="en-US" dirty="0"/>
          </a:p>
        </p:txBody>
      </p:sp>
      <p:sp>
        <p:nvSpPr>
          <p:cNvPr id="4" name="Footer Placeholder 3">
            <a:extLst>
              <a:ext uri="{FF2B5EF4-FFF2-40B4-BE49-F238E27FC236}">
                <a16:creationId xmlns:a16="http://schemas.microsoft.com/office/drawing/2014/main" id="{C7CF5279-7D37-4D98-9A70-987C84F62C2B}"/>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896FAD0-59EF-49AA-BBC6-A0EC184DD2C9}"/>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3" name="Oval 12">
            <a:extLst>
              <a:ext uri="{FF2B5EF4-FFF2-40B4-BE49-F238E27FC236}">
                <a16:creationId xmlns:a16="http://schemas.microsoft.com/office/drawing/2014/main" id="{876EB399-18D2-46D5-8757-35FCFF8EA80D}"/>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5965585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pSp>
        <p:nvGrpSpPr>
          <p:cNvPr id="5" name="Graphic 185">
            <a:extLst>
              <a:ext uri="{FF2B5EF4-FFF2-40B4-BE49-F238E27FC236}">
                <a16:creationId xmlns:a16="http://schemas.microsoft.com/office/drawing/2014/main" id="{773CCE17-EE0F-40E0-B7AE-CF7677B64709}"/>
              </a:ext>
            </a:extLst>
          </p:cNvPr>
          <p:cNvGrpSpPr/>
          <p:nvPr/>
        </p:nvGrpSpPr>
        <p:grpSpPr>
          <a:xfrm>
            <a:off x="10999563" y="5987064"/>
            <a:ext cx="1054467" cy="469689"/>
            <a:chOff x="9841624" y="4115729"/>
            <a:chExt cx="602170" cy="268223"/>
          </a:xfrm>
          <a:solidFill>
            <a:schemeClr val="tx1"/>
          </a:solidFill>
        </p:grpSpPr>
        <p:sp>
          <p:nvSpPr>
            <p:cNvPr id="6" name="Freeform: Shape 5">
              <a:extLst>
                <a:ext uri="{FF2B5EF4-FFF2-40B4-BE49-F238E27FC236}">
                  <a16:creationId xmlns:a16="http://schemas.microsoft.com/office/drawing/2014/main" id="{B0AC6C4E-6EA5-454A-AB84-8B94D8B585EC}"/>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B4329338-925B-4677-BA6E-4357D37DB545}"/>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334C0A08-043F-4818-BA1D-BCC9F811A873}"/>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DCB185DD-ED0D-4633-8098-95C4A6F177CC}"/>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2AD50526-B611-40B6-BB45-AE82F0EF5992}"/>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2" name="Date Placeholder 1">
            <a:extLst>
              <a:ext uri="{FF2B5EF4-FFF2-40B4-BE49-F238E27FC236}">
                <a16:creationId xmlns:a16="http://schemas.microsoft.com/office/drawing/2014/main" id="{0708C302-4224-4668-8CAC-3267172A0C93}"/>
              </a:ext>
            </a:extLst>
          </p:cNvPr>
          <p:cNvSpPr>
            <a:spLocks noGrp="1"/>
          </p:cNvSpPr>
          <p:nvPr>
            <p:ph type="dt" sz="half" idx="10"/>
          </p:nvPr>
        </p:nvSpPr>
        <p:spPr/>
        <p:txBody>
          <a:bodyPr/>
          <a:lstStyle/>
          <a:p>
            <a:fld id="{473CFAA9-6D59-4D98-869E-ACBDB83B2CA4}" type="datetime1">
              <a:rPr lang="en-US" smtClean="0"/>
              <a:t>7/13/2026</a:t>
            </a:fld>
            <a:endParaRPr lang="en-US"/>
          </a:p>
        </p:txBody>
      </p:sp>
      <p:sp>
        <p:nvSpPr>
          <p:cNvPr id="3" name="Footer Placeholder 2">
            <a:extLst>
              <a:ext uri="{FF2B5EF4-FFF2-40B4-BE49-F238E27FC236}">
                <a16:creationId xmlns:a16="http://schemas.microsoft.com/office/drawing/2014/main" id="{F0C8FC22-AEB6-4BAF-BF93-41A2C757CCC7}"/>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252CA88A-5462-4F17-AFA0-52721ADDBB8F}"/>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2" name="Oval 11">
            <a:extLst>
              <a:ext uri="{FF2B5EF4-FFF2-40B4-BE49-F238E27FC236}">
                <a16:creationId xmlns:a16="http://schemas.microsoft.com/office/drawing/2014/main" id="{70CCC791-94D7-4BB8-9EDF-423CEA1F6215}"/>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39117144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6AC37-C5B5-462A-BE4A-E55CEBF2A341}"/>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6A4B007F-32A8-4688-BBEF-4FCB99DF5E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1DF2E2EB-BF8A-44A4-8AE0-BD6C31B1D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grpSp>
        <p:nvGrpSpPr>
          <p:cNvPr id="8" name="Graphic 185">
            <a:extLst>
              <a:ext uri="{FF2B5EF4-FFF2-40B4-BE49-F238E27FC236}">
                <a16:creationId xmlns:a16="http://schemas.microsoft.com/office/drawing/2014/main" id="{FC9E188F-54C8-4547-9F8C-525712AD7DB6}"/>
              </a:ext>
            </a:extLst>
          </p:cNvPr>
          <p:cNvGrpSpPr/>
          <p:nvPr/>
        </p:nvGrpSpPr>
        <p:grpSpPr>
          <a:xfrm>
            <a:off x="10999563" y="5987064"/>
            <a:ext cx="1054467" cy="469689"/>
            <a:chOff x="9841624" y="4115729"/>
            <a:chExt cx="602170" cy="268223"/>
          </a:xfrm>
          <a:solidFill>
            <a:schemeClr val="tx1"/>
          </a:solidFill>
        </p:grpSpPr>
        <p:sp>
          <p:nvSpPr>
            <p:cNvPr id="9" name="Freeform: Shape 8">
              <a:extLst>
                <a:ext uri="{FF2B5EF4-FFF2-40B4-BE49-F238E27FC236}">
                  <a16:creationId xmlns:a16="http://schemas.microsoft.com/office/drawing/2014/main" id="{B99C4538-3939-47A9-A590-09FF21960653}"/>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541CA75-5D05-4996-A26D-CE0C909CD5F7}"/>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86305856-26BC-4BCC-BEF3-5E9CED941775}"/>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C69651C-AC37-4CD2-8367-19297D7E2389}"/>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3E9031B-BA8D-4D9D-9BB3-A16F7A80F854}"/>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5" name="Date Placeholder 4">
            <a:extLst>
              <a:ext uri="{FF2B5EF4-FFF2-40B4-BE49-F238E27FC236}">
                <a16:creationId xmlns:a16="http://schemas.microsoft.com/office/drawing/2014/main" id="{269840A2-CF60-4C47-B955-E65BC451FE73}"/>
              </a:ext>
            </a:extLst>
          </p:cNvPr>
          <p:cNvSpPr>
            <a:spLocks noGrp="1"/>
          </p:cNvSpPr>
          <p:nvPr>
            <p:ph type="dt" sz="half" idx="10"/>
          </p:nvPr>
        </p:nvSpPr>
        <p:spPr/>
        <p:txBody>
          <a:bodyPr/>
          <a:lstStyle/>
          <a:p>
            <a:fld id="{DC410804-27E3-430A-BB42-B831260DE39A}" type="datetime1">
              <a:rPr lang="en-US" smtClean="0"/>
              <a:t>7/13/2026</a:t>
            </a:fld>
            <a:endParaRPr lang="en-US" dirty="0"/>
          </a:p>
        </p:txBody>
      </p:sp>
      <p:sp>
        <p:nvSpPr>
          <p:cNvPr id="6" name="Footer Placeholder 5">
            <a:extLst>
              <a:ext uri="{FF2B5EF4-FFF2-40B4-BE49-F238E27FC236}">
                <a16:creationId xmlns:a16="http://schemas.microsoft.com/office/drawing/2014/main" id="{3179DC6E-CC55-47AB-A405-5FB7EE2D191D}"/>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6D5D5E7D-EBA7-4DB0-8C78-7EB8A85FA4FF}"/>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5" name="Oval 14">
            <a:extLst>
              <a:ext uri="{FF2B5EF4-FFF2-40B4-BE49-F238E27FC236}">
                <a16:creationId xmlns:a16="http://schemas.microsoft.com/office/drawing/2014/main" id="{C5B051DE-636E-4B3C-9886-2055CE23E49A}"/>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1960997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D355-3146-41D1-B7DC-20B8ACE390AC}"/>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FAD4AAFB-E8F8-4FD1-8C6A-ED2C3FAD503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E051AF1-B16F-43B9-95CC-C17B570DEC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grpSp>
        <p:nvGrpSpPr>
          <p:cNvPr id="8" name="Graphic 185">
            <a:extLst>
              <a:ext uri="{FF2B5EF4-FFF2-40B4-BE49-F238E27FC236}">
                <a16:creationId xmlns:a16="http://schemas.microsoft.com/office/drawing/2014/main" id="{C8B77273-9FF7-4B93-8385-AD09A5F86AE5}"/>
              </a:ext>
            </a:extLst>
          </p:cNvPr>
          <p:cNvGrpSpPr/>
          <p:nvPr/>
        </p:nvGrpSpPr>
        <p:grpSpPr>
          <a:xfrm>
            <a:off x="10999563" y="5987064"/>
            <a:ext cx="1054467" cy="469689"/>
            <a:chOff x="9841624" y="4115729"/>
            <a:chExt cx="602170" cy="268223"/>
          </a:xfrm>
          <a:solidFill>
            <a:schemeClr val="tx1"/>
          </a:solidFill>
        </p:grpSpPr>
        <p:sp>
          <p:nvSpPr>
            <p:cNvPr id="9" name="Freeform: Shape 8">
              <a:extLst>
                <a:ext uri="{FF2B5EF4-FFF2-40B4-BE49-F238E27FC236}">
                  <a16:creationId xmlns:a16="http://schemas.microsoft.com/office/drawing/2014/main" id="{3117A673-3729-4EAD-9E8C-52BEBF74B857}"/>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EE8DB752-94CD-4A94-BDE3-DD285EB89F3F}"/>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2F8DDFC-E5CA-4F36-B2BE-BCE49D4F6C95}"/>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0BB589AE-2F9C-4C83-8DC7-1205CB037525}"/>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7AC9A2DE-3C9E-4CD0-8C7A-CC5F9F9942E4}"/>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5" name="Date Placeholder 4">
            <a:extLst>
              <a:ext uri="{FF2B5EF4-FFF2-40B4-BE49-F238E27FC236}">
                <a16:creationId xmlns:a16="http://schemas.microsoft.com/office/drawing/2014/main" id="{D68C8714-2467-4715-934E-6787C84F7929}"/>
              </a:ext>
            </a:extLst>
          </p:cNvPr>
          <p:cNvSpPr>
            <a:spLocks noGrp="1"/>
          </p:cNvSpPr>
          <p:nvPr>
            <p:ph type="dt" sz="half" idx="10"/>
          </p:nvPr>
        </p:nvSpPr>
        <p:spPr/>
        <p:txBody>
          <a:bodyPr/>
          <a:lstStyle/>
          <a:p>
            <a:fld id="{60E22DE3-3D1A-4D53-B9A6-6C7463B8C992}" type="datetime1">
              <a:rPr lang="en-US" smtClean="0"/>
              <a:t>7/13/2026</a:t>
            </a:fld>
            <a:endParaRPr lang="en-US" dirty="0"/>
          </a:p>
        </p:txBody>
      </p:sp>
      <p:sp>
        <p:nvSpPr>
          <p:cNvPr id="6" name="Footer Placeholder 5">
            <a:extLst>
              <a:ext uri="{FF2B5EF4-FFF2-40B4-BE49-F238E27FC236}">
                <a16:creationId xmlns:a16="http://schemas.microsoft.com/office/drawing/2014/main" id="{A46F13D6-03EC-4D31-8BB1-9FFDE3633C21}"/>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7C65D4DD-A2A4-4DF6-9527-E5F12FEB936C}"/>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5" name="Oval 14">
            <a:extLst>
              <a:ext uri="{FF2B5EF4-FFF2-40B4-BE49-F238E27FC236}">
                <a16:creationId xmlns:a16="http://schemas.microsoft.com/office/drawing/2014/main" id="{FD202F3A-9FDE-4E11-B865-FBAEC415F880}"/>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9876031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3A871-D377-4EC0-9ACF-86842F01E1D0}"/>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F3D53202-92A9-45A3-B812-777DB9578B44}"/>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7" name="Graphic 185">
            <a:extLst>
              <a:ext uri="{FF2B5EF4-FFF2-40B4-BE49-F238E27FC236}">
                <a16:creationId xmlns:a16="http://schemas.microsoft.com/office/drawing/2014/main" id="{7196FB0C-3A9D-4892-90C9-21F3459AAD9E}"/>
              </a:ext>
            </a:extLst>
          </p:cNvPr>
          <p:cNvGrpSpPr/>
          <p:nvPr/>
        </p:nvGrpSpPr>
        <p:grpSpPr>
          <a:xfrm>
            <a:off x="10999563" y="5987064"/>
            <a:ext cx="1054467" cy="469689"/>
            <a:chOff x="9841624" y="4115729"/>
            <a:chExt cx="602170" cy="268223"/>
          </a:xfrm>
          <a:solidFill>
            <a:schemeClr val="tx1"/>
          </a:solidFill>
        </p:grpSpPr>
        <p:sp>
          <p:nvSpPr>
            <p:cNvPr id="8" name="Freeform: Shape 7">
              <a:extLst>
                <a:ext uri="{FF2B5EF4-FFF2-40B4-BE49-F238E27FC236}">
                  <a16:creationId xmlns:a16="http://schemas.microsoft.com/office/drawing/2014/main" id="{16938C96-CF0F-4B69-A695-913F11BFC6F0}"/>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3CA7E6BB-6B60-4BF5-9D3E-A3FE782EF5B0}"/>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3F693EDA-57B3-4AEB-863B-B198C2A5A8E3}"/>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B3A04A96-045F-4B6E-AEEE-11A2FA01B4FC}"/>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7FB357DC-5AD3-44F4-879B-5AD6B18AC36F}"/>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FA2CA47F-83AD-4BE3-AC2F-6C17883F78C7}"/>
              </a:ext>
            </a:extLst>
          </p:cNvPr>
          <p:cNvSpPr>
            <a:spLocks noGrp="1"/>
          </p:cNvSpPr>
          <p:nvPr>
            <p:ph type="dt" sz="half" idx="10"/>
          </p:nvPr>
        </p:nvSpPr>
        <p:spPr/>
        <p:txBody>
          <a:bodyPr/>
          <a:lstStyle/>
          <a:p>
            <a:fld id="{46BA7D41-E8B7-4A0B-B861-3EC4AE88917D}" type="datetime1">
              <a:rPr lang="en-US" smtClean="0"/>
              <a:t>7/13/2026</a:t>
            </a:fld>
            <a:endParaRPr lang="en-US" dirty="0"/>
          </a:p>
        </p:txBody>
      </p:sp>
      <p:sp>
        <p:nvSpPr>
          <p:cNvPr id="5" name="Footer Placeholder 4">
            <a:extLst>
              <a:ext uri="{FF2B5EF4-FFF2-40B4-BE49-F238E27FC236}">
                <a16:creationId xmlns:a16="http://schemas.microsoft.com/office/drawing/2014/main" id="{21118A72-3200-4597-A9C5-0D9ECFF3E8CD}"/>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0D70055A-71D4-49B4-8A8F-19AFDB84E958}"/>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5" name="Oval 14">
            <a:extLst>
              <a:ext uri="{FF2B5EF4-FFF2-40B4-BE49-F238E27FC236}">
                <a16:creationId xmlns:a16="http://schemas.microsoft.com/office/drawing/2014/main" id="{0B0E5D27-C447-432F-982D-B60FDD6F34AD}"/>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770605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8C59DBB-9256-464D-8A6A-8BDA71541D6A}"/>
              </a:ext>
            </a:extLst>
          </p:cNvPr>
          <p:cNvSpPr>
            <a:spLocks noGrp="1"/>
          </p:cNvSpPr>
          <p:nvPr>
            <p:ph type="title" orient="vert"/>
          </p:nvPr>
        </p:nvSpPr>
        <p:spPr>
          <a:xfrm>
            <a:off x="8724900" y="365125"/>
            <a:ext cx="2628900" cy="581183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6A25E310-E6CB-4838-8E9B-B288DA552776}"/>
              </a:ext>
            </a:extLst>
          </p:cNvPr>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7" name="Graphic 185">
            <a:extLst>
              <a:ext uri="{FF2B5EF4-FFF2-40B4-BE49-F238E27FC236}">
                <a16:creationId xmlns:a16="http://schemas.microsoft.com/office/drawing/2014/main" id="{BCF412A8-E798-47AD-ABD9-98D76A55D30B}"/>
              </a:ext>
            </a:extLst>
          </p:cNvPr>
          <p:cNvGrpSpPr/>
          <p:nvPr/>
        </p:nvGrpSpPr>
        <p:grpSpPr>
          <a:xfrm>
            <a:off x="10999563" y="5987064"/>
            <a:ext cx="1054467" cy="469689"/>
            <a:chOff x="9841624" y="4115729"/>
            <a:chExt cx="602170" cy="268223"/>
          </a:xfrm>
          <a:solidFill>
            <a:schemeClr val="tx1"/>
          </a:solidFill>
        </p:grpSpPr>
        <p:sp>
          <p:nvSpPr>
            <p:cNvPr id="8" name="Freeform: Shape 7">
              <a:extLst>
                <a:ext uri="{FF2B5EF4-FFF2-40B4-BE49-F238E27FC236}">
                  <a16:creationId xmlns:a16="http://schemas.microsoft.com/office/drawing/2014/main" id="{E70160C5-475D-401A-AEE2-2C04E99A1518}"/>
                </a:ext>
              </a:extLst>
            </p:cNvPr>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07CC7CE9-9C7F-49C2-8609-47BF523390F5}"/>
                </a:ext>
              </a:extLst>
            </p:cNvPr>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726FD5F1-978C-45AF-9086-D5DBE1F01681}"/>
                </a:ext>
              </a:extLst>
            </p:cNvPr>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873AB1C-723A-4FB4-9B23-65BAF5074833}"/>
                </a:ext>
              </a:extLst>
            </p:cNvPr>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61DE5510-5094-4FA4-96E5-AD4841D1C38A}"/>
                </a:ext>
              </a:extLst>
            </p:cNvPr>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a:extLst>
              <a:ext uri="{FF2B5EF4-FFF2-40B4-BE49-F238E27FC236}">
                <a16:creationId xmlns:a16="http://schemas.microsoft.com/office/drawing/2014/main" id="{F7CE2202-679F-48B0-B2DD-F6F54711224B}"/>
              </a:ext>
            </a:extLst>
          </p:cNvPr>
          <p:cNvSpPr>
            <a:spLocks noGrp="1"/>
          </p:cNvSpPr>
          <p:nvPr>
            <p:ph type="dt" sz="half" idx="10"/>
          </p:nvPr>
        </p:nvSpPr>
        <p:spPr/>
        <p:txBody>
          <a:bodyPr/>
          <a:lstStyle/>
          <a:p>
            <a:fld id="{A7C34823-0B19-4B4E-A643-7A3B0A3D24D6}" type="datetime1">
              <a:rPr lang="en-US" smtClean="0"/>
              <a:t>7/13/2026</a:t>
            </a:fld>
            <a:endParaRPr lang="en-US" dirty="0"/>
          </a:p>
        </p:txBody>
      </p:sp>
      <p:sp>
        <p:nvSpPr>
          <p:cNvPr id="5" name="Footer Placeholder 4">
            <a:extLst>
              <a:ext uri="{FF2B5EF4-FFF2-40B4-BE49-F238E27FC236}">
                <a16:creationId xmlns:a16="http://schemas.microsoft.com/office/drawing/2014/main" id="{D07BC83D-E4C0-49E1-ADA1-1AF403984BDA}"/>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31BF211E-B2EA-4CDC-9E84-B6898394921B}"/>
              </a:ext>
            </a:extLst>
          </p:cNvPr>
          <p:cNvSpPr>
            <a:spLocks noGrp="1"/>
          </p:cNvSpPr>
          <p:nvPr>
            <p:ph type="sldNum" sz="quarter" idx="12"/>
          </p:nvPr>
        </p:nvSpPr>
        <p:spPr/>
        <p:txBody>
          <a:bodyPr/>
          <a:lstStyle/>
          <a:p>
            <a:fld id="{F3450C42-9A0B-4425-92C2-70FCF7C45734}" type="slidenum">
              <a:rPr lang="en-US" smtClean="0"/>
              <a:t>‹#›</a:t>
            </a:fld>
            <a:endParaRPr lang="en-US" dirty="0"/>
          </a:p>
        </p:txBody>
      </p:sp>
      <p:sp>
        <p:nvSpPr>
          <p:cNvPr id="14" name="Oval 13">
            <a:extLst>
              <a:ext uri="{FF2B5EF4-FFF2-40B4-BE49-F238E27FC236}">
                <a16:creationId xmlns:a16="http://schemas.microsoft.com/office/drawing/2014/main" id="{1FE2F5FD-5D31-4C1D-82F8-93624C7B0A3C}"/>
              </a:ext>
            </a:extLst>
          </p:cNvPr>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42944399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33F5C3-CD4B-4472-B59A-49D460CB1C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7772236B-AB2C-4D6F-AE15-700992DA91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090F509-07BE-4446-8772-F44E09936B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1" cap="all" spc="100" baseline="0">
                <a:solidFill>
                  <a:schemeClr val="tx1">
                    <a:tint val="75000"/>
                  </a:schemeClr>
                </a:solidFill>
                <a:latin typeface="+mn-lt"/>
                <a:ea typeface="Source Sans Pro SemiBold" panose="020B0603030403020204" pitchFamily="34" charset="0"/>
              </a:defRPr>
            </a:lvl1pPr>
          </a:lstStyle>
          <a:p>
            <a:fld id="{5ECD8B30-1B71-45A1-8314-D59C86F581E1}" type="datetime1">
              <a:rPr lang="en-US" smtClean="0"/>
              <a:pPr/>
              <a:t>7/13/2026</a:t>
            </a:fld>
            <a:endParaRPr lang="en-US" b="1" dirty="0"/>
          </a:p>
        </p:txBody>
      </p:sp>
      <p:sp>
        <p:nvSpPr>
          <p:cNvPr id="5" name="Footer Placeholder 4">
            <a:extLst>
              <a:ext uri="{FF2B5EF4-FFF2-40B4-BE49-F238E27FC236}">
                <a16:creationId xmlns:a16="http://schemas.microsoft.com/office/drawing/2014/main" id="{501B927E-3833-4F85-99B5-56B5F1E540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cap="all" spc="100" baseline="0">
                <a:solidFill>
                  <a:schemeClr val="tx1">
                    <a:tint val="75000"/>
                  </a:schemeClr>
                </a:solidFill>
                <a:latin typeface="+mn-lt"/>
                <a:ea typeface="Source Sans Pro SemiBold" panose="020B0603030403020204" pitchFamily="34" charset="0"/>
              </a:defRPr>
            </a:lvl1pPr>
          </a:lstStyle>
          <a:p>
            <a:r>
              <a:rPr lang="en-US" dirty="0"/>
              <a:t>Sample Footer Text</a:t>
            </a:r>
            <a:endParaRPr lang="en-US" b="1" dirty="0"/>
          </a:p>
        </p:txBody>
      </p:sp>
      <p:sp>
        <p:nvSpPr>
          <p:cNvPr id="6" name="Slide Number Placeholder 5">
            <a:extLst>
              <a:ext uri="{FF2B5EF4-FFF2-40B4-BE49-F238E27FC236}">
                <a16:creationId xmlns:a16="http://schemas.microsoft.com/office/drawing/2014/main" id="{E628CB64-4E98-43DE-B543-7BE5B329DB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cap="all" spc="100" baseline="0">
                <a:solidFill>
                  <a:schemeClr val="tx1">
                    <a:tint val="75000"/>
                  </a:schemeClr>
                </a:solidFill>
                <a:latin typeface="+mn-lt"/>
                <a:ea typeface="Source Sans Pro SemiBold" panose="020B0603030403020204" pitchFamily="34" charset="0"/>
              </a:defRPr>
            </a:lvl1pPr>
          </a:lstStyle>
          <a:p>
            <a:fld id="{F3450C42-9A0B-4425-92C2-70FCF7C45734}" type="slidenum">
              <a:rPr lang="en-US" smtClean="0"/>
              <a:pPr/>
              <a:t>‹#›</a:t>
            </a:fld>
            <a:endParaRPr lang="en-US" b="1" dirty="0"/>
          </a:p>
        </p:txBody>
      </p:sp>
    </p:spTree>
    <p:extLst>
      <p:ext uri="{BB962C8B-B14F-4D97-AF65-F5344CB8AC3E}">
        <p14:creationId xmlns:p14="http://schemas.microsoft.com/office/powerpoint/2010/main" val="1680440384"/>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18" r:id="rId6"/>
    <p:sldLayoutId id="2147483714" r:id="rId7"/>
    <p:sldLayoutId id="2147483715" r:id="rId8"/>
    <p:sldLayoutId id="2147483716" r:id="rId9"/>
    <p:sldLayoutId id="2147483717" r:id="rId10"/>
    <p:sldLayoutId id="214748371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489B7BFD-8F45-4093-AD9C-91B15B050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74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pic>
        <p:nvPicPr>
          <p:cNvPr id="2" name="Picture 2" descr="Mobile UX Design for Developers | Udacity">
            <a:extLst>
              <a:ext uri="{FF2B5EF4-FFF2-40B4-BE49-F238E27FC236}">
                <a16:creationId xmlns:a16="http://schemas.microsoft.com/office/drawing/2014/main" id="{F97D5671-3028-C237-E1CD-0FCD9BE60B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6539" y="224510"/>
            <a:ext cx="11436096" cy="640897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Title 3">
            <a:extLst>
              <a:ext uri="{FF2B5EF4-FFF2-40B4-BE49-F238E27FC236}">
                <a16:creationId xmlns:a16="http://schemas.microsoft.com/office/drawing/2014/main" id="{4DB5E5F6-AA38-8D9B-5A89-CDD1DC967F0F}"/>
              </a:ext>
            </a:extLst>
          </p:cNvPr>
          <p:cNvSpPr>
            <a:spLocks noGrp="1"/>
          </p:cNvSpPr>
          <p:nvPr>
            <p:ph type="ctrTitle"/>
          </p:nvPr>
        </p:nvSpPr>
        <p:spPr>
          <a:xfrm>
            <a:off x="722790" y="4037473"/>
            <a:ext cx="4499178" cy="740888"/>
          </a:xfrm>
        </p:spPr>
        <p:txBody>
          <a:bodyPr anchor="t">
            <a:normAutofit/>
          </a:bodyPr>
          <a:lstStyle/>
          <a:p>
            <a:pPr algn="l"/>
            <a:r>
              <a:rPr lang="en-US" sz="1800" dirty="0"/>
              <a:t>Prof </a:t>
            </a:r>
            <a:r>
              <a:rPr lang="en-US" sz="1600" dirty="0"/>
              <a:t>Sam Chan</a:t>
            </a:r>
            <a:endParaRPr lang="en-US" sz="2000" dirty="0"/>
          </a:p>
        </p:txBody>
      </p:sp>
      <p:sp>
        <p:nvSpPr>
          <p:cNvPr id="5" name="Subtitle 4">
            <a:extLst>
              <a:ext uri="{FF2B5EF4-FFF2-40B4-BE49-F238E27FC236}">
                <a16:creationId xmlns:a16="http://schemas.microsoft.com/office/drawing/2014/main" id="{0590A9D2-09F2-0EC8-69DB-B21693B3B6DE}"/>
              </a:ext>
            </a:extLst>
          </p:cNvPr>
          <p:cNvSpPr>
            <a:spLocks noGrp="1"/>
          </p:cNvSpPr>
          <p:nvPr>
            <p:ph type="subTitle" idx="1"/>
          </p:nvPr>
        </p:nvSpPr>
        <p:spPr>
          <a:xfrm>
            <a:off x="722790" y="4445204"/>
            <a:ext cx="4099646" cy="2083836"/>
          </a:xfrm>
        </p:spPr>
        <p:txBody>
          <a:bodyPr>
            <a:normAutofit/>
          </a:bodyPr>
          <a:lstStyle/>
          <a:p>
            <a:pPr algn="l"/>
            <a:r>
              <a:rPr lang="en-US" sz="2000" dirty="0"/>
              <a:t>WORKSHOP 2 | </a:t>
            </a:r>
          </a:p>
          <a:p>
            <a:pPr algn="l"/>
            <a:r>
              <a:rPr lang="en-US" sz="2000" dirty="0"/>
              <a:t>BEST APP OF THE WOLRD</a:t>
            </a:r>
          </a:p>
        </p:txBody>
      </p:sp>
      <p:sp>
        <p:nvSpPr>
          <p:cNvPr id="1033" name="Graphic 212">
            <a:extLst>
              <a:ext uri="{FF2B5EF4-FFF2-40B4-BE49-F238E27FC236}">
                <a16:creationId xmlns:a16="http://schemas.microsoft.com/office/drawing/2014/main" id="{4D4C00DC-4DC6-4CD2-9E31-F17E6CEBC5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58925" y="823301"/>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035" name="Graphic 212">
            <a:extLst>
              <a:ext uri="{FF2B5EF4-FFF2-40B4-BE49-F238E27FC236}">
                <a16:creationId xmlns:a16="http://schemas.microsoft.com/office/drawing/2014/main" id="{A499C65A-9B02-4D7F-BD68-CD38D88055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58925" y="823301"/>
            <a:ext cx="413564" cy="413564"/>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3">
              <a:alpha val="2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1037" name="Graphic 190">
            <a:extLst>
              <a:ext uri="{FF2B5EF4-FFF2-40B4-BE49-F238E27FC236}">
                <a16:creationId xmlns:a16="http://schemas.microsoft.com/office/drawing/2014/main" id="{66FB5A75-BDE2-4F12-A95B-C48788A7685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70622" y="1755501"/>
            <a:ext cx="1598829" cy="531293"/>
            <a:chOff x="2504802" y="1755501"/>
            <a:chExt cx="1598829" cy="531293"/>
          </a:xfrm>
          <a:solidFill>
            <a:schemeClr val="tx1"/>
          </a:solidFill>
        </p:grpSpPr>
        <p:sp>
          <p:nvSpPr>
            <p:cNvPr id="1038" name="Freeform: Shape 1037">
              <a:extLst>
                <a:ext uri="{FF2B5EF4-FFF2-40B4-BE49-F238E27FC236}">
                  <a16:creationId xmlns:a16="http://schemas.microsoft.com/office/drawing/2014/main" id="{DC86CBC8-A814-4C0C-A287-7C549693D2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039" name="Freeform: Shape 1038">
              <a:extLst>
                <a:ext uri="{FF2B5EF4-FFF2-40B4-BE49-F238E27FC236}">
                  <a16:creationId xmlns:a16="http://schemas.microsoft.com/office/drawing/2014/main" id="{6AA52F4F-14E6-402F-A196-668B9CA9BC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a:p>
          </p:txBody>
        </p:sp>
      </p:grpSp>
      <p:grpSp>
        <p:nvGrpSpPr>
          <p:cNvPr id="1041" name="Graphic 4">
            <a:extLst>
              <a:ext uri="{FF2B5EF4-FFF2-40B4-BE49-F238E27FC236}">
                <a16:creationId xmlns:a16="http://schemas.microsoft.com/office/drawing/2014/main" id="{1F4896D7-5AD0-4505-BCCD-82262CFEE2E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035286" y="3429061"/>
            <a:ext cx="1861484" cy="1861513"/>
            <a:chOff x="5734037" y="3067039"/>
            <a:chExt cx="724483" cy="724489"/>
          </a:xfrm>
          <a:solidFill>
            <a:schemeClr val="tx1"/>
          </a:solidFill>
        </p:grpSpPr>
        <p:sp>
          <p:nvSpPr>
            <p:cNvPr id="1042" name="Freeform: Shape 1041">
              <a:extLst>
                <a:ext uri="{FF2B5EF4-FFF2-40B4-BE49-F238E27FC236}">
                  <a16:creationId xmlns:a16="http://schemas.microsoft.com/office/drawing/2014/main" id="{83C04C31-4BBB-4AC5-A222-4E79BDDF63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43" name="Freeform: Shape 1042">
              <a:extLst>
                <a:ext uri="{FF2B5EF4-FFF2-40B4-BE49-F238E27FC236}">
                  <a16:creationId xmlns:a16="http://schemas.microsoft.com/office/drawing/2014/main" id="{090890F0-A440-4A5F-89E2-860A604251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4" name="Freeform: Shape 1043">
              <a:extLst>
                <a:ext uri="{FF2B5EF4-FFF2-40B4-BE49-F238E27FC236}">
                  <a16:creationId xmlns:a16="http://schemas.microsoft.com/office/drawing/2014/main" id="{F9BA7632-2294-4740-BB61-DFA5017B7B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45" name="Freeform: Shape 1044">
              <a:extLst>
                <a:ext uri="{FF2B5EF4-FFF2-40B4-BE49-F238E27FC236}">
                  <a16:creationId xmlns:a16="http://schemas.microsoft.com/office/drawing/2014/main" id="{D025C556-497E-4B62-9131-98448B5A7C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46" name="Freeform: Shape 1045">
              <a:extLst>
                <a:ext uri="{FF2B5EF4-FFF2-40B4-BE49-F238E27FC236}">
                  <a16:creationId xmlns:a16="http://schemas.microsoft.com/office/drawing/2014/main" id="{C467884A-CD29-4BCE-A1A4-1E629953FC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47" name="Freeform: Shape 1046">
              <a:extLst>
                <a:ext uri="{FF2B5EF4-FFF2-40B4-BE49-F238E27FC236}">
                  <a16:creationId xmlns:a16="http://schemas.microsoft.com/office/drawing/2014/main" id="{73A1BC11-A782-4A26-87D0-76C92BAB70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48" name="Freeform: Shape 1047">
              <a:extLst>
                <a:ext uri="{FF2B5EF4-FFF2-40B4-BE49-F238E27FC236}">
                  <a16:creationId xmlns:a16="http://schemas.microsoft.com/office/drawing/2014/main" id="{8787142E-1022-4109-9141-85FF9C22EC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49" name="Freeform: Shape 1048">
              <a:extLst>
                <a:ext uri="{FF2B5EF4-FFF2-40B4-BE49-F238E27FC236}">
                  <a16:creationId xmlns:a16="http://schemas.microsoft.com/office/drawing/2014/main" id="{763BCB7E-36CC-4105-9CDA-BFB80F3FFC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050" name="Freeform: Shape 1049">
              <a:extLst>
                <a:ext uri="{FF2B5EF4-FFF2-40B4-BE49-F238E27FC236}">
                  <a16:creationId xmlns:a16="http://schemas.microsoft.com/office/drawing/2014/main" id="{A6EF2588-350F-4CCE-9BF8-799EC71961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51" name="Freeform: Shape 1050">
              <a:extLst>
                <a:ext uri="{FF2B5EF4-FFF2-40B4-BE49-F238E27FC236}">
                  <a16:creationId xmlns:a16="http://schemas.microsoft.com/office/drawing/2014/main" id="{0A696712-7E60-48CD-A6F8-91754B0908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52" name="Freeform: Shape 1051">
              <a:extLst>
                <a:ext uri="{FF2B5EF4-FFF2-40B4-BE49-F238E27FC236}">
                  <a16:creationId xmlns:a16="http://schemas.microsoft.com/office/drawing/2014/main" id="{0244E95B-2BBF-4335-BEFC-BA135EF949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53" name="Freeform: Shape 1052">
              <a:extLst>
                <a:ext uri="{FF2B5EF4-FFF2-40B4-BE49-F238E27FC236}">
                  <a16:creationId xmlns:a16="http://schemas.microsoft.com/office/drawing/2014/main" id="{0D692242-534C-4A58-90D7-43A781D236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54" name="Freeform: Shape 1053">
              <a:extLst>
                <a:ext uri="{FF2B5EF4-FFF2-40B4-BE49-F238E27FC236}">
                  <a16:creationId xmlns:a16="http://schemas.microsoft.com/office/drawing/2014/main" id="{BC72B2EF-E5D1-46BF-B7FE-A9D174508B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55" name="Freeform: Shape 1054">
              <a:extLst>
                <a:ext uri="{FF2B5EF4-FFF2-40B4-BE49-F238E27FC236}">
                  <a16:creationId xmlns:a16="http://schemas.microsoft.com/office/drawing/2014/main" id="{48805B31-6BA4-45FA-8180-436B2EC419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56" name="Freeform: Shape 1055">
              <a:extLst>
                <a:ext uri="{FF2B5EF4-FFF2-40B4-BE49-F238E27FC236}">
                  <a16:creationId xmlns:a16="http://schemas.microsoft.com/office/drawing/2014/main" id="{51B376A0-4543-4AE3-8071-5C746BADEC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057" name="Freeform: Shape 1056">
              <a:extLst>
                <a:ext uri="{FF2B5EF4-FFF2-40B4-BE49-F238E27FC236}">
                  <a16:creationId xmlns:a16="http://schemas.microsoft.com/office/drawing/2014/main" id="{0824AEB4-F797-4131-AD1A-BCB807B086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58" name="Freeform: Shape 1057">
              <a:extLst>
                <a:ext uri="{FF2B5EF4-FFF2-40B4-BE49-F238E27FC236}">
                  <a16:creationId xmlns:a16="http://schemas.microsoft.com/office/drawing/2014/main" id="{7399A867-568D-43D3-8F17-6644C8D09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59" name="Freeform: Shape 1058">
              <a:extLst>
                <a:ext uri="{FF2B5EF4-FFF2-40B4-BE49-F238E27FC236}">
                  <a16:creationId xmlns:a16="http://schemas.microsoft.com/office/drawing/2014/main" id="{9953DBA6-7A8F-4369-8F18-DC19A21B43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60" name="Freeform: Shape 1059">
              <a:extLst>
                <a:ext uri="{FF2B5EF4-FFF2-40B4-BE49-F238E27FC236}">
                  <a16:creationId xmlns:a16="http://schemas.microsoft.com/office/drawing/2014/main" id="{D9167760-8210-45B7-96C9-462EB82D8E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61" name="Freeform: Shape 1060">
              <a:extLst>
                <a:ext uri="{FF2B5EF4-FFF2-40B4-BE49-F238E27FC236}">
                  <a16:creationId xmlns:a16="http://schemas.microsoft.com/office/drawing/2014/main" id="{3B578C99-7B91-480A-B8CA-B9FB3AF176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62" name="Freeform: Shape 1061">
              <a:extLst>
                <a:ext uri="{FF2B5EF4-FFF2-40B4-BE49-F238E27FC236}">
                  <a16:creationId xmlns:a16="http://schemas.microsoft.com/office/drawing/2014/main" id="{CDF91670-E084-4B4B-9F86-75DD43CBE8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63" name="Freeform: Shape 1062">
              <a:extLst>
                <a:ext uri="{FF2B5EF4-FFF2-40B4-BE49-F238E27FC236}">
                  <a16:creationId xmlns:a16="http://schemas.microsoft.com/office/drawing/2014/main" id="{8FC99F2F-C73F-444D-B4BB-C02E463AB2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064" name="Freeform: Shape 1063">
              <a:extLst>
                <a:ext uri="{FF2B5EF4-FFF2-40B4-BE49-F238E27FC236}">
                  <a16:creationId xmlns:a16="http://schemas.microsoft.com/office/drawing/2014/main" id="{7F3FF604-A6A9-4EDC-868C-696B92122A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65" name="Freeform: Shape 1064">
              <a:extLst>
                <a:ext uri="{FF2B5EF4-FFF2-40B4-BE49-F238E27FC236}">
                  <a16:creationId xmlns:a16="http://schemas.microsoft.com/office/drawing/2014/main" id="{38D6C5BB-BF17-4FE8-B611-578E8EBE92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66" name="Freeform: Shape 1065">
              <a:extLst>
                <a:ext uri="{FF2B5EF4-FFF2-40B4-BE49-F238E27FC236}">
                  <a16:creationId xmlns:a16="http://schemas.microsoft.com/office/drawing/2014/main" id="{A80A8D66-3FA7-4C04-AEDC-D8F94AA433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67" name="Freeform: Shape 1066">
              <a:extLst>
                <a:ext uri="{FF2B5EF4-FFF2-40B4-BE49-F238E27FC236}">
                  <a16:creationId xmlns:a16="http://schemas.microsoft.com/office/drawing/2014/main" id="{3DE9B826-6E87-4EF5-AA9D-F55BB3A21D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68" name="Freeform: Shape 1067">
              <a:extLst>
                <a:ext uri="{FF2B5EF4-FFF2-40B4-BE49-F238E27FC236}">
                  <a16:creationId xmlns:a16="http://schemas.microsoft.com/office/drawing/2014/main" id="{BBAEEC53-BED0-4ACB-94B4-818158D7EF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69" name="Freeform: Shape 1068">
              <a:extLst>
                <a:ext uri="{FF2B5EF4-FFF2-40B4-BE49-F238E27FC236}">
                  <a16:creationId xmlns:a16="http://schemas.microsoft.com/office/drawing/2014/main" id="{30709FE3-3633-4C01-AAD6-75ADD93953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70" name="Freeform: Shape 1069">
              <a:extLst>
                <a:ext uri="{FF2B5EF4-FFF2-40B4-BE49-F238E27FC236}">
                  <a16:creationId xmlns:a16="http://schemas.microsoft.com/office/drawing/2014/main" id="{C0D68B00-260E-4EFC-A1FE-8B04EB5A72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071" name="Freeform: Shape 1070">
              <a:extLst>
                <a:ext uri="{FF2B5EF4-FFF2-40B4-BE49-F238E27FC236}">
                  <a16:creationId xmlns:a16="http://schemas.microsoft.com/office/drawing/2014/main" id="{360AF8DD-D1D2-43F3-83E5-ECF20A0916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72" name="Freeform: Shape 1071">
              <a:extLst>
                <a:ext uri="{FF2B5EF4-FFF2-40B4-BE49-F238E27FC236}">
                  <a16:creationId xmlns:a16="http://schemas.microsoft.com/office/drawing/2014/main" id="{87B3F103-7F53-4D5E-B9A2-DE4F0B78D0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73" name="Freeform: Shape 1072">
              <a:extLst>
                <a:ext uri="{FF2B5EF4-FFF2-40B4-BE49-F238E27FC236}">
                  <a16:creationId xmlns:a16="http://schemas.microsoft.com/office/drawing/2014/main" id="{2BBECD20-3735-4F14-8816-26D648091F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74" name="Freeform: Shape 1073">
              <a:extLst>
                <a:ext uri="{FF2B5EF4-FFF2-40B4-BE49-F238E27FC236}">
                  <a16:creationId xmlns:a16="http://schemas.microsoft.com/office/drawing/2014/main" id="{500687DC-38D4-44B7-BA7D-D8A0BA155F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75" name="Freeform: Shape 1074">
              <a:extLst>
                <a:ext uri="{FF2B5EF4-FFF2-40B4-BE49-F238E27FC236}">
                  <a16:creationId xmlns:a16="http://schemas.microsoft.com/office/drawing/2014/main" id="{23AFC6B0-2B60-47B1-B854-A02279C706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76" name="Freeform: Shape 1075">
              <a:extLst>
                <a:ext uri="{FF2B5EF4-FFF2-40B4-BE49-F238E27FC236}">
                  <a16:creationId xmlns:a16="http://schemas.microsoft.com/office/drawing/2014/main" id="{39963332-7F58-48B9-9BAB-87C986F39E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77" name="Freeform: Shape 1076">
              <a:extLst>
                <a:ext uri="{FF2B5EF4-FFF2-40B4-BE49-F238E27FC236}">
                  <a16:creationId xmlns:a16="http://schemas.microsoft.com/office/drawing/2014/main" id="{342BD313-0F6E-4DC3-B8A8-861289801F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078" name="Freeform: Shape 1077">
              <a:extLst>
                <a:ext uri="{FF2B5EF4-FFF2-40B4-BE49-F238E27FC236}">
                  <a16:creationId xmlns:a16="http://schemas.microsoft.com/office/drawing/2014/main" id="{2253CE00-9D58-4821-B362-2552C433B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79" name="Freeform: Shape 1078">
              <a:extLst>
                <a:ext uri="{FF2B5EF4-FFF2-40B4-BE49-F238E27FC236}">
                  <a16:creationId xmlns:a16="http://schemas.microsoft.com/office/drawing/2014/main" id="{7E89086E-98CE-4697-8CE7-B2E7DB2E8C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80" name="Freeform: Shape 1079">
              <a:extLst>
                <a:ext uri="{FF2B5EF4-FFF2-40B4-BE49-F238E27FC236}">
                  <a16:creationId xmlns:a16="http://schemas.microsoft.com/office/drawing/2014/main" id="{2CE9357F-710D-4D3B-90C1-CF19E73F2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81" name="Freeform: Shape 1080">
              <a:extLst>
                <a:ext uri="{FF2B5EF4-FFF2-40B4-BE49-F238E27FC236}">
                  <a16:creationId xmlns:a16="http://schemas.microsoft.com/office/drawing/2014/main" id="{170ED7F2-AD38-47BC-B6A1-FF7E20AFDE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82" name="Freeform: Shape 1081">
              <a:extLst>
                <a:ext uri="{FF2B5EF4-FFF2-40B4-BE49-F238E27FC236}">
                  <a16:creationId xmlns:a16="http://schemas.microsoft.com/office/drawing/2014/main" id="{02600E9C-0B0F-45ED-A2CF-DE0240B2B9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83" name="Freeform: Shape 1082">
              <a:extLst>
                <a:ext uri="{FF2B5EF4-FFF2-40B4-BE49-F238E27FC236}">
                  <a16:creationId xmlns:a16="http://schemas.microsoft.com/office/drawing/2014/main" id="{B07D2066-6599-4BD0-9CD5-7289EB1B81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84" name="Freeform: Shape 1083">
              <a:extLst>
                <a:ext uri="{FF2B5EF4-FFF2-40B4-BE49-F238E27FC236}">
                  <a16:creationId xmlns:a16="http://schemas.microsoft.com/office/drawing/2014/main" id="{7BF96C0D-1DEE-47F2-A950-16BC0896F5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085" name="Freeform: Shape 1084">
              <a:extLst>
                <a:ext uri="{FF2B5EF4-FFF2-40B4-BE49-F238E27FC236}">
                  <a16:creationId xmlns:a16="http://schemas.microsoft.com/office/drawing/2014/main" id="{FD254ABE-505D-4C6A-9267-BFB78FBBA0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86" name="Freeform: Shape 1085">
              <a:extLst>
                <a:ext uri="{FF2B5EF4-FFF2-40B4-BE49-F238E27FC236}">
                  <a16:creationId xmlns:a16="http://schemas.microsoft.com/office/drawing/2014/main" id="{822BBE38-BC6F-4DDE-BD6D-2B496CE420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87" name="Freeform: Shape 1086">
              <a:extLst>
                <a:ext uri="{FF2B5EF4-FFF2-40B4-BE49-F238E27FC236}">
                  <a16:creationId xmlns:a16="http://schemas.microsoft.com/office/drawing/2014/main" id="{1046D1FA-C431-4F16-8BDD-71C614D798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88" name="Freeform: Shape 1087">
              <a:extLst>
                <a:ext uri="{FF2B5EF4-FFF2-40B4-BE49-F238E27FC236}">
                  <a16:creationId xmlns:a16="http://schemas.microsoft.com/office/drawing/2014/main" id="{CF387987-DEF1-447C-BC86-281AC0B3D6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89" name="Freeform: Shape 1088">
              <a:extLst>
                <a:ext uri="{FF2B5EF4-FFF2-40B4-BE49-F238E27FC236}">
                  <a16:creationId xmlns:a16="http://schemas.microsoft.com/office/drawing/2014/main" id="{9808DF01-2715-4215-81F1-B8C178304A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90" name="Freeform: Shape 1089">
              <a:extLst>
                <a:ext uri="{FF2B5EF4-FFF2-40B4-BE49-F238E27FC236}">
                  <a16:creationId xmlns:a16="http://schemas.microsoft.com/office/drawing/2014/main" id="{AED7F897-8A4F-4F3D-BFB1-738BCDCA97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91" name="Freeform: Shape 1090">
              <a:extLst>
                <a:ext uri="{FF2B5EF4-FFF2-40B4-BE49-F238E27FC236}">
                  <a16:creationId xmlns:a16="http://schemas.microsoft.com/office/drawing/2014/main" id="{9B51B8B7-D508-44C3-AFC5-820557A943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2" name="Freeform: Shape 1091">
              <a:extLst>
                <a:ext uri="{FF2B5EF4-FFF2-40B4-BE49-F238E27FC236}">
                  <a16:creationId xmlns:a16="http://schemas.microsoft.com/office/drawing/2014/main" id="{7FBC6B94-2A13-4303-AE51-334E386DAB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3" name="Freeform: Shape 1092">
              <a:extLst>
                <a:ext uri="{FF2B5EF4-FFF2-40B4-BE49-F238E27FC236}">
                  <a16:creationId xmlns:a16="http://schemas.microsoft.com/office/drawing/2014/main" id="{27897959-2F8E-4A05-9EA8-5B0329B574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094" name="Freeform: Shape 1093">
              <a:extLst>
                <a:ext uri="{FF2B5EF4-FFF2-40B4-BE49-F238E27FC236}">
                  <a16:creationId xmlns:a16="http://schemas.microsoft.com/office/drawing/2014/main" id="{0522AB50-D351-40F4-8A88-E856C1F27F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095" name="Freeform: Shape 1094">
              <a:extLst>
                <a:ext uri="{FF2B5EF4-FFF2-40B4-BE49-F238E27FC236}">
                  <a16:creationId xmlns:a16="http://schemas.microsoft.com/office/drawing/2014/main" id="{221AFD52-C13F-4A20-B1DB-13C1A9A3D8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096" name="Freeform: Shape 1095">
              <a:extLst>
                <a:ext uri="{FF2B5EF4-FFF2-40B4-BE49-F238E27FC236}">
                  <a16:creationId xmlns:a16="http://schemas.microsoft.com/office/drawing/2014/main" id="{8E789B3B-F514-4E02-8C1A-2F85817AA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097" name="Freeform: Shape 1096">
              <a:extLst>
                <a:ext uri="{FF2B5EF4-FFF2-40B4-BE49-F238E27FC236}">
                  <a16:creationId xmlns:a16="http://schemas.microsoft.com/office/drawing/2014/main" id="{9E473BAC-3DA1-4D63-9D6C-2B993665F6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98" name="Freeform: Shape 1097">
              <a:extLst>
                <a:ext uri="{FF2B5EF4-FFF2-40B4-BE49-F238E27FC236}">
                  <a16:creationId xmlns:a16="http://schemas.microsoft.com/office/drawing/2014/main" id="{F385DCF4-8F59-4838-B86C-2B3EF0BCE7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99" name="Freeform: Shape 1098">
              <a:extLst>
                <a:ext uri="{FF2B5EF4-FFF2-40B4-BE49-F238E27FC236}">
                  <a16:creationId xmlns:a16="http://schemas.microsoft.com/office/drawing/2014/main" id="{3EC5A02E-609A-4C39-A35D-E8D038F7C9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100" name="Freeform: Shape 1099">
              <a:extLst>
                <a:ext uri="{FF2B5EF4-FFF2-40B4-BE49-F238E27FC236}">
                  <a16:creationId xmlns:a16="http://schemas.microsoft.com/office/drawing/2014/main" id="{7AB67B18-1821-4367-A7B6-CC2FFF66DF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01" name="Freeform: Shape 1100">
              <a:extLst>
                <a:ext uri="{FF2B5EF4-FFF2-40B4-BE49-F238E27FC236}">
                  <a16:creationId xmlns:a16="http://schemas.microsoft.com/office/drawing/2014/main" id="{DFCAC56E-4767-4984-9FE7-2C3CA57D01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102" name="Freeform: Shape 1101">
              <a:extLst>
                <a:ext uri="{FF2B5EF4-FFF2-40B4-BE49-F238E27FC236}">
                  <a16:creationId xmlns:a16="http://schemas.microsoft.com/office/drawing/2014/main" id="{0A1929ED-CEB2-4C49-B2ED-A206D37935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03" name="Freeform: Shape 1102">
              <a:extLst>
                <a:ext uri="{FF2B5EF4-FFF2-40B4-BE49-F238E27FC236}">
                  <a16:creationId xmlns:a16="http://schemas.microsoft.com/office/drawing/2014/main" id="{01D632F9-2F59-4C8D-B1BC-1CB0D15C36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04" name="Freeform: Shape 1103">
              <a:extLst>
                <a:ext uri="{FF2B5EF4-FFF2-40B4-BE49-F238E27FC236}">
                  <a16:creationId xmlns:a16="http://schemas.microsoft.com/office/drawing/2014/main" id="{03B9F80B-CAEF-442C-A218-E2B069545B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05" name="Freeform: Shape 1104">
              <a:extLst>
                <a:ext uri="{FF2B5EF4-FFF2-40B4-BE49-F238E27FC236}">
                  <a16:creationId xmlns:a16="http://schemas.microsoft.com/office/drawing/2014/main" id="{526A626E-CC14-4106-8AD4-DB3D81CD64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106" name="Freeform: Shape 1105">
              <a:extLst>
                <a:ext uri="{FF2B5EF4-FFF2-40B4-BE49-F238E27FC236}">
                  <a16:creationId xmlns:a16="http://schemas.microsoft.com/office/drawing/2014/main" id="{7CD710B8-B5DF-495F-ACEA-CFB9308CB5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07" name="Freeform: Shape 1106">
              <a:extLst>
                <a:ext uri="{FF2B5EF4-FFF2-40B4-BE49-F238E27FC236}">
                  <a16:creationId xmlns:a16="http://schemas.microsoft.com/office/drawing/2014/main" id="{E550C81D-B0B8-4DB8-A12C-B62944D07F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08" name="Freeform: Shape 1107">
              <a:extLst>
                <a:ext uri="{FF2B5EF4-FFF2-40B4-BE49-F238E27FC236}">
                  <a16:creationId xmlns:a16="http://schemas.microsoft.com/office/drawing/2014/main" id="{4EB82E53-B337-43EB-BFF8-1466F10E8B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09" name="Freeform: Shape 1108">
              <a:extLst>
                <a:ext uri="{FF2B5EF4-FFF2-40B4-BE49-F238E27FC236}">
                  <a16:creationId xmlns:a16="http://schemas.microsoft.com/office/drawing/2014/main" id="{D1DCEF3A-2B54-4AA2-9BFD-57EA4A2468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10" name="Freeform: Shape 1109">
              <a:extLst>
                <a:ext uri="{FF2B5EF4-FFF2-40B4-BE49-F238E27FC236}">
                  <a16:creationId xmlns:a16="http://schemas.microsoft.com/office/drawing/2014/main" id="{9F122967-34EF-4575-8E59-75D77FCD07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11" name="Freeform: Shape 1110">
              <a:extLst>
                <a:ext uri="{FF2B5EF4-FFF2-40B4-BE49-F238E27FC236}">
                  <a16:creationId xmlns:a16="http://schemas.microsoft.com/office/drawing/2014/main" id="{D87EBF9D-3949-4CCE-BB87-9784668346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112" name="Freeform: Shape 1111">
              <a:extLst>
                <a:ext uri="{FF2B5EF4-FFF2-40B4-BE49-F238E27FC236}">
                  <a16:creationId xmlns:a16="http://schemas.microsoft.com/office/drawing/2014/main" id="{58A1183F-B28F-4BAD-A14B-3940A6E92F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13" name="Freeform: Shape 1112">
              <a:extLst>
                <a:ext uri="{FF2B5EF4-FFF2-40B4-BE49-F238E27FC236}">
                  <a16:creationId xmlns:a16="http://schemas.microsoft.com/office/drawing/2014/main" id="{A81851B7-6D8F-454C-BBAA-498426069D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114" name="Freeform: Shape 1113">
              <a:extLst>
                <a:ext uri="{FF2B5EF4-FFF2-40B4-BE49-F238E27FC236}">
                  <a16:creationId xmlns:a16="http://schemas.microsoft.com/office/drawing/2014/main" id="{99759A7A-483F-4DB0-8677-C6AB61E197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15" name="Freeform: Shape 1114">
              <a:extLst>
                <a:ext uri="{FF2B5EF4-FFF2-40B4-BE49-F238E27FC236}">
                  <a16:creationId xmlns:a16="http://schemas.microsoft.com/office/drawing/2014/main" id="{BDD1E55B-DE82-4811-BB33-1468396D2C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16" name="Freeform: Shape 1115">
              <a:extLst>
                <a:ext uri="{FF2B5EF4-FFF2-40B4-BE49-F238E27FC236}">
                  <a16:creationId xmlns:a16="http://schemas.microsoft.com/office/drawing/2014/main" id="{F4B0251C-DACC-4A24-83BA-3D95F8D191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17" name="Freeform: Shape 1116">
              <a:extLst>
                <a:ext uri="{FF2B5EF4-FFF2-40B4-BE49-F238E27FC236}">
                  <a16:creationId xmlns:a16="http://schemas.microsoft.com/office/drawing/2014/main" id="{3647EF9B-D99D-48C1-B61E-19B85F4714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118" name="Freeform: Shape 1117">
              <a:extLst>
                <a:ext uri="{FF2B5EF4-FFF2-40B4-BE49-F238E27FC236}">
                  <a16:creationId xmlns:a16="http://schemas.microsoft.com/office/drawing/2014/main" id="{EB55DF3C-DDF0-4B01-849E-46A6634655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19" name="Freeform: Shape 1118">
              <a:extLst>
                <a:ext uri="{FF2B5EF4-FFF2-40B4-BE49-F238E27FC236}">
                  <a16:creationId xmlns:a16="http://schemas.microsoft.com/office/drawing/2014/main" id="{09149238-5A44-4264-84E6-DD25E7C01E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20" name="Freeform: Shape 1119">
              <a:extLst>
                <a:ext uri="{FF2B5EF4-FFF2-40B4-BE49-F238E27FC236}">
                  <a16:creationId xmlns:a16="http://schemas.microsoft.com/office/drawing/2014/main" id="{4E6925C1-B440-4C1C-8829-2E6D9EE142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21" name="Freeform: Shape 1120">
              <a:extLst>
                <a:ext uri="{FF2B5EF4-FFF2-40B4-BE49-F238E27FC236}">
                  <a16:creationId xmlns:a16="http://schemas.microsoft.com/office/drawing/2014/main" id="{937B5BDB-32A7-4C47-A984-AF2316600E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22" name="Freeform: Shape 1121">
              <a:extLst>
                <a:ext uri="{FF2B5EF4-FFF2-40B4-BE49-F238E27FC236}">
                  <a16:creationId xmlns:a16="http://schemas.microsoft.com/office/drawing/2014/main" id="{9B5A7D9C-91C9-49A3-8AD5-DB49632FD4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23" name="Freeform: Shape 1122">
              <a:extLst>
                <a:ext uri="{FF2B5EF4-FFF2-40B4-BE49-F238E27FC236}">
                  <a16:creationId xmlns:a16="http://schemas.microsoft.com/office/drawing/2014/main" id="{C64B015D-AFCF-4AB2-AE58-A069B06DB8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124" name="Freeform: Shape 1123">
              <a:extLst>
                <a:ext uri="{FF2B5EF4-FFF2-40B4-BE49-F238E27FC236}">
                  <a16:creationId xmlns:a16="http://schemas.microsoft.com/office/drawing/2014/main" id="{A4407931-9375-400F-88AC-C63D4E9E9C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25" name="Freeform: Shape 1124">
              <a:extLst>
                <a:ext uri="{FF2B5EF4-FFF2-40B4-BE49-F238E27FC236}">
                  <a16:creationId xmlns:a16="http://schemas.microsoft.com/office/drawing/2014/main" id="{554278B7-45C8-46E4-885A-69208D598B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126" name="Freeform: Shape 1125">
              <a:extLst>
                <a:ext uri="{FF2B5EF4-FFF2-40B4-BE49-F238E27FC236}">
                  <a16:creationId xmlns:a16="http://schemas.microsoft.com/office/drawing/2014/main" id="{3A806AB0-FBD6-41CD-997C-A76266D375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27" name="Freeform: Shape 1126">
              <a:extLst>
                <a:ext uri="{FF2B5EF4-FFF2-40B4-BE49-F238E27FC236}">
                  <a16:creationId xmlns:a16="http://schemas.microsoft.com/office/drawing/2014/main" id="{719E2D6D-6D96-4348-954B-3657A0B06D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28" name="Freeform: Shape 1127">
              <a:extLst>
                <a:ext uri="{FF2B5EF4-FFF2-40B4-BE49-F238E27FC236}">
                  <a16:creationId xmlns:a16="http://schemas.microsoft.com/office/drawing/2014/main" id="{9794AABE-9C3E-4A8C-820F-0FDF65213E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29" name="Freeform: Shape 1128">
              <a:extLst>
                <a:ext uri="{FF2B5EF4-FFF2-40B4-BE49-F238E27FC236}">
                  <a16:creationId xmlns:a16="http://schemas.microsoft.com/office/drawing/2014/main" id="{1DBEC39D-5464-46CA-B62B-24826F1F4D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130" name="Freeform: Shape 1129">
              <a:extLst>
                <a:ext uri="{FF2B5EF4-FFF2-40B4-BE49-F238E27FC236}">
                  <a16:creationId xmlns:a16="http://schemas.microsoft.com/office/drawing/2014/main" id="{41807973-667B-4780-B3AA-4ADC32DB3A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31" name="Freeform: Shape 1130">
              <a:extLst>
                <a:ext uri="{FF2B5EF4-FFF2-40B4-BE49-F238E27FC236}">
                  <a16:creationId xmlns:a16="http://schemas.microsoft.com/office/drawing/2014/main" id="{970D793C-C9EE-467B-8385-42B6905A00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32" name="Freeform: Shape 1131">
              <a:extLst>
                <a:ext uri="{FF2B5EF4-FFF2-40B4-BE49-F238E27FC236}">
                  <a16:creationId xmlns:a16="http://schemas.microsoft.com/office/drawing/2014/main" id="{94695A53-78EB-4811-8BBC-4707F30169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33" name="Freeform: Shape 1132">
              <a:extLst>
                <a:ext uri="{FF2B5EF4-FFF2-40B4-BE49-F238E27FC236}">
                  <a16:creationId xmlns:a16="http://schemas.microsoft.com/office/drawing/2014/main" id="{0576416F-0C2E-4D01-9357-5C73ADF85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134" name="Freeform: Shape 1133">
              <a:extLst>
                <a:ext uri="{FF2B5EF4-FFF2-40B4-BE49-F238E27FC236}">
                  <a16:creationId xmlns:a16="http://schemas.microsoft.com/office/drawing/2014/main" id="{A091FE22-8667-4F89-A333-BA9A0917EC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35" name="Freeform: Shape 1134">
              <a:extLst>
                <a:ext uri="{FF2B5EF4-FFF2-40B4-BE49-F238E27FC236}">
                  <a16:creationId xmlns:a16="http://schemas.microsoft.com/office/drawing/2014/main" id="{CB779008-969D-4FA8-BB6C-3BBBCF919E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6" name="Freeform: Shape 1135">
              <a:extLst>
                <a:ext uri="{FF2B5EF4-FFF2-40B4-BE49-F238E27FC236}">
                  <a16:creationId xmlns:a16="http://schemas.microsoft.com/office/drawing/2014/main" id="{CDAF3B96-0DFB-44BA-959D-BF9643FFE2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7" name="Freeform: Shape 1136">
              <a:extLst>
                <a:ext uri="{FF2B5EF4-FFF2-40B4-BE49-F238E27FC236}">
                  <a16:creationId xmlns:a16="http://schemas.microsoft.com/office/drawing/2014/main" id="{5F66F5FF-98B2-4453-8175-EB602A6A03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38" name="Freeform: Shape 1137">
              <a:extLst>
                <a:ext uri="{FF2B5EF4-FFF2-40B4-BE49-F238E27FC236}">
                  <a16:creationId xmlns:a16="http://schemas.microsoft.com/office/drawing/2014/main" id="{751D9683-9D41-4058-B90B-99146FC2F3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39" name="Freeform: Shape 1138">
              <a:extLst>
                <a:ext uri="{FF2B5EF4-FFF2-40B4-BE49-F238E27FC236}">
                  <a16:creationId xmlns:a16="http://schemas.microsoft.com/office/drawing/2014/main" id="{0907098D-1005-4522-BA21-F1534CBACF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40" name="Freeform: Shape 1139">
              <a:extLst>
                <a:ext uri="{FF2B5EF4-FFF2-40B4-BE49-F238E27FC236}">
                  <a16:creationId xmlns:a16="http://schemas.microsoft.com/office/drawing/2014/main" id="{5BFEF082-7E02-4ED8-B9D1-F0FC47FEC6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41" name="Freeform: Shape 1140">
              <a:extLst>
                <a:ext uri="{FF2B5EF4-FFF2-40B4-BE49-F238E27FC236}">
                  <a16:creationId xmlns:a16="http://schemas.microsoft.com/office/drawing/2014/main" id="{4429C269-222E-4EFB-97B9-08FA243CEB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42" name="Freeform: Shape 1141">
              <a:extLst>
                <a:ext uri="{FF2B5EF4-FFF2-40B4-BE49-F238E27FC236}">
                  <a16:creationId xmlns:a16="http://schemas.microsoft.com/office/drawing/2014/main" id="{FC460F7F-5702-4281-850B-59E4182A71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43" name="Freeform: Shape 1142">
              <a:extLst>
                <a:ext uri="{FF2B5EF4-FFF2-40B4-BE49-F238E27FC236}">
                  <a16:creationId xmlns:a16="http://schemas.microsoft.com/office/drawing/2014/main" id="{A329057C-293F-4933-9DEA-2463E66D4B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44" name="Freeform: Shape 1143">
              <a:extLst>
                <a:ext uri="{FF2B5EF4-FFF2-40B4-BE49-F238E27FC236}">
                  <a16:creationId xmlns:a16="http://schemas.microsoft.com/office/drawing/2014/main" id="{7274CBA8-6253-4229-AC37-1D7126639E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45" name="Freeform: Shape 1144">
              <a:extLst>
                <a:ext uri="{FF2B5EF4-FFF2-40B4-BE49-F238E27FC236}">
                  <a16:creationId xmlns:a16="http://schemas.microsoft.com/office/drawing/2014/main" id="{B7ABAAD2-23FD-4AF4-8506-3CDDC5607B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46" name="Freeform: Shape 1145">
              <a:extLst>
                <a:ext uri="{FF2B5EF4-FFF2-40B4-BE49-F238E27FC236}">
                  <a16:creationId xmlns:a16="http://schemas.microsoft.com/office/drawing/2014/main" id="{27A85620-3B33-477A-949C-3F221DCC21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47" name="Freeform: Shape 1146">
              <a:extLst>
                <a:ext uri="{FF2B5EF4-FFF2-40B4-BE49-F238E27FC236}">
                  <a16:creationId xmlns:a16="http://schemas.microsoft.com/office/drawing/2014/main" id="{6247316E-E815-4CE3-9EC0-8DC8391EB4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48" name="Freeform: Shape 1147">
              <a:extLst>
                <a:ext uri="{FF2B5EF4-FFF2-40B4-BE49-F238E27FC236}">
                  <a16:creationId xmlns:a16="http://schemas.microsoft.com/office/drawing/2014/main" id="{3D047E26-5A98-4B49-A453-C71D894500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49" name="Freeform: Shape 1148">
              <a:extLst>
                <a:ext uri="{FF2B5EF4-FFF2-40B4-BE49-F238E27FC236}">
                  <a16:creationId xmlns:a16="http://schemas.microsoft.com/office/drawing/2014/main" id="{940C95BF-A85B-4251-A817-35A7B4F713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50" name="Freeform: Shape 1149">
              <a:extLst>
                <a:ext uri="{FF2B5EF4-FFF2-40B4-BE49-F238E27FC236}">
                  <a16:creationId xmlns:a16="http://schemas.microsoft.com/office/drawing/2014/main" id="{EA4FDA2F-E340-40E6-8678-8F4F9EB3D4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51" name="Freeform: Shape 1150">
              <a:extLst>
                <a:ext uri="{FF2B5EF4-FFF2-40B4-BE49-F238E27FC236}">
                  <a16:creationId xmlns:a16="http://schemas.microsoft.com/office/drawing/2014/main" id="{D94A3796-87FD-436D-8309-857F9B4898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52" name="Freeform: Shape 1151">
              <a:extLst>
                <a:ext uri="{FF2B5EF4-FFF2-40B4-BE49-F238E27FC236}">
                  <a16:creationId xmlns:a16="http://schemas.microsoft.com/office/drawing/2014/main" id="{2B20BE68-41F5-4E59-87CD-A8654B1238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53" name="Freeform: Shape 1152">
              <a:extLst>
                <a:ext uri="{FF2B5EF4-FFF2-40B4-BE49-F238E27FC236}">
                  <a16:creationId xmlns:a16="http://schemas.microsoft.com/office/drawing/2014/main" id="{7FD87938-B42E-45E5-ABB8-936E00A244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54" name="Freeform: Shape 1153">
              <a:extLst>
                <a:ext uri="{FF2B5EF4-FFF2-40B4-BE49-F238E27FC236}">
                  <a16:creationId xmlns:a16="http://schemas.microsoft.com/office/drawing/2014/main" id="{EA46A837-6AA3-4099-8055-251ED6D7D4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55" name="Freeform: Shape 1154">
              <a:extLst>
                <a:ext uri="{FF2B5EF4-FFF2-40B4-BE49-F238E27FC236}">
                  <a16:creationId xmlns:a16="http://schemas.microsoft.com/office/drawing/2014/main" id="{B9D871B1-B4D0-4667-B5FA-21AE12E501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56" name="Freeform: Shape 1155">
              <a:extLst>
                <a:ext uri="{FF2B5EF4-FFF2-40B4-BE49-F238E27FC236}">
                  <a16:creationId xmlns:a16="http://schemas.microsoft.com/office/drawing/2014/main" id="{477E102A-1E9D-44C8-9DA0-1B4B61444C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57" name="Freeform: Shape 1156">
              <a:extLst>
                <a:ext uri="{FF2B5EF4-FFF2-40B4-BE49-F238E27FC236}">
                  <a16:creationId xmlns:a16="http://schemas.microsoft.com/office/drawing/2014/main" id="{42DB4921-ECFC-42CD-B91B-56AB1FE263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58" name="Freeform: Shape 1157">
              <a:extLst>
                <a:ext uri="{FF2B5EF4-FFF2-40B4-BE49-F238E27FC236}">
                  <a16:creationId xmlns:a16="http://schemas.microsoft.com/office/drawing/2014/main" id="{3156177C-2880-4AAF-BFC7-C3EA4AD09A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59" name="Freeform: Shape 1158">
              <a:extLst>
                <a:ext uri="{FF2B5EF4-FFF2-40B4-BE49-F238E27FC236}">
                  <a16:creationId xmlns:a16="http://schemas.microsoft.com/office/drawing/2014/main" id="{B7C807E0-34AB-4AC3-A674-D7E438C603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60" name="Freeform: Shape 1159">
              <a:extLst>
                <a:ext uri="{FF2B5EF4-FFF2-40B4-BE49-F238E27FC236}">
                  <a16:creationId xmlns:a16="http://schemas.microsoft.com/office/drawing/2014/main" id="{93AD80AB-575A-4D50-A561-CE310E06BF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61" name="Freeform: Shape 1160">
              <a:extLst>
                <a:ext uri="{FF2B5EF4-FFF2-40B4-BE49-F238E27FC236}">
                  <a16:creationId xmlns:a16="http://schemas.microsoft.com/office/drawing/2014/main" id="{E4C11A99-7E93-4B54-B1CE-D90D45325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2" name="Freeform: Shape 1161">
              <a:extLst>
                <a:ext uri="{FF2B5EF4-FFF2-40B4-BE49-F238E27FC236}">
                  <a16:creationId xmlns:a16="http://schemas.microsoft.com/office/drawing/2014/main" id="{25A3E814-2D04-4881-B9E9-81ADDC0C97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63" name="Freeform: Shape 1162">
              <a:extLst>
                <a:ext uri="{FF2B5EF4-FFF2-40B4-BE49-F238E27FC236}">
                  <a16:creationId xmlns:a16="http://schemas.microsoft.com/office/drawing/2014/main" id="{073D9FB4-F4AF-4974-A734-C9300D2107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64" name="Freeform: Shape 1163">
              <a:extLst>
                <a:ext uri="{FF2B5EF4-FFF2-40B4-BE49-F238E27FC236}">
                  <a16:creationId xmlns:a16="http://schemas.microsoft.com/office/drawing/2014/main" id="{081A1414-A8F5-43F1-BA51-B058EF2C05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65" name="Freeform: Shape 1164">
              <a:extLst>
                <a:ext uri="{FF2B5EF4-FFF2-40B4-BE49-F238E27FC236}">
                  <a16:creationId xmlns:a16="http://schemas.microsoft.com/office/drawing/2014/main" id="{E41588DC-3C7F-4695-A42A-B5ABEA8B51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66" name="Freeform: Shape 1165">
              <a:extLst>
                <a:ext uri="{FF2B5EF4-FFF2-40B4-BE49-F238E27FC236}">
                  <a16:creationId xmlns:a16="http://schemas.microsoft.com/office/drawing/2014/main" id="{3884DF6D-4C87-4B4A-A918-B3F3C8BE35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67" name="Freeform: Shape 1166">
              <a:extLst>
                <a:ext uri="{FF2B5EF4-FFF2-40B4-BE49-F238E27FC236}">
                  <a16:creationId xmlns:a16="http://schemas.microsoft.com/office/drawing/2014/main" id="{CF26F2A0-B8D0-48D4-A9A9-BEB75CFF1F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68" name="Freeform: Shape 1167">
              <a:extLst>
                <a:ext uri="{FF2B5EF4-FFF2-40B4-BE49-F238E27FC236}">
                  <a16:creationId xmlns:a16="http://schemas.microsoft.com/office/drawing/2014/main" id="{7A9177E1-A6DC-4200-9D85-31A348E027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169" name="Freeform: Shape 1168">
              <a:extLst>
                <a:ext uri="{FF2B5EF4-FFF2-40B4-BE49-F238E27FC236}">
                  <a16:creationId xmlns:a16="http://schemas.microsoft.com/office/drawing/2014/main" id="{7DA218E3-83A8-45E8-B2E3-4B693606C9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0" name="Freeform: Shape 1169">
              <a:extLst>
                <a:ext uri="{FF2B5EF4-FFF2-40B4-BE49-F238E27FC236}">
                  <a16:creationId xmlns:a16="http://schemas.microsoft.com/office/drawing/2014/main" id="{31E51433-E260-493C-8A94-FCE7FD9BA2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71" name="Freeform: Shape 1170">
              <a:extLst>
                <a:ext uri="{FF2B5EF4-FFF2-40B4-BE49-F238E27FC236}">
                  <a16:creationId xmlns:a16="http://schemas.microsoft.com/office/drawing/2014/main" id="{3A74FFD3-BE5F-435D-AC22-825B6E049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72" name="Freeform: Shape 1171">
              <a:extLst>
                <a:ext uri="{FF2B5EF4-FFF2-40B4-BE49-F238E27FC236}">
                  <a16:creationId xmlns:a16="http://schemas.microsoft.com/office/drawing/2014/main" id="{B3420F88-93EB-4790-A2BD-EFF61E77B0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73" name="Freeform: Shape 1172">
              <a:extLst>
                <a:ext uri="{FF2B5EF4-FFF2-40B4-BE49-F238E27FC236}">
                  <a16:creationId xmlns:a16="http://schemas.microsoft.com/office/drawing/2014/main" id="{3875302B-159F-4E81-AD49-154BAA8FD7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74" name="Freeform: Shape 1173">
              <a:extLst>
                <a:ext uri="{FF2B5EF4-FFF2-40B4-BE49-F238E27FC236}">
                  <a16:creationId xmlns:a16="http://schemas.microsoft.com/office/drawing/2014/main" id="{BE9966CE-BC06-4CEB-877D-34D9D1C2EE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175" name="Freeform: Shape 1174">
              <a:extLst>
                <a:ext uri="{FF2B5EF4-FFF2-40B4-BE49-F238E27FC236}">
                  <a16:creationId xmlns:a16="http://schemas.microsoft.com/office/drawing/2014/main" id="{889924EA-8A9B-4ED5-8CF2-E184EE89D2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76" name="Freeform: Shape 1175">
              <a:extLst>
                <a:ext uri="{FF2B5EF4-FFF2-40B4-BE49-F238E27FC236}">
                  <a16:creationId xmlns:a16="http://schemas.microsoft.com/office/drawing/2014/main" id="{300C1FB1-E227-40EE-A773-071D080BD1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77" name="Freeform: Shape 1176">
              <a:extLst>
                <a:ext uri="{FF2B5EF4-FFF2-40B4-BE49-F238E27FC236}">
                  <a16:creationId xmlns:a16="http://schemas.microsoft.com/office/drawing/2014/main" id="{14F26B5D-6E35-40E8-90DF-FD65CB33FA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178" name="Freeform: Shape 1177">
              <a:extLst>
                <a:ext uri="{FF2B5EF4-FFF2-40B4-BE49-F238E27FC236}">
                  <a16:creationId xmlns:a16="http://schemas.microsoft.com/office/drawing/2014/main" id="{059D8F05-F701-45A6-9377-454642C212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79" name="Freeform: Shape 1178">
              <a:extLst>
                <a:ext uri="{FF2B5EF4-FFF2-40B4-BE49-F238E27FC236}">
                  <a16:creationId xmlns:a16="http://schemas.microsoft.com/office/drawing/2014/main" id="{5F57ACF8-D510-4715-B964-20D980558C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180" name="Freeform: Shape 1179">
              <a:extLst>
                <a:ext uri="{FF2B5EF4-FFF2-40B4-BE49-F238E27FC236}">
                  <a16:creationId xmlns:a16="http://schemas.microsoft.com/office/drawing/2014/main" id="{51053CDD-687F-481B-86FB-56DA74C55C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81" name="Freeform: Shape 1180">
              <a:extLst>
                <a:ext uri="{FF2B5EF4-FFF2-40B4-BE49-F238E27FC236}">
                  <a16:creationId xmlns:a16="http://schemas.microsoft.com/office/drawing/2014/main" id="{76B24CA5-1578-43AE-8ED8-CB9F7EA620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2" name="Freeform: Shape 1181">
              <a:extLst>
                <a:ext uri="{FF2B5EF4-FFF2-40B4-BE49-F238E27FC236}">
                  <a16:creationId xmlns:a16="http://schemas.microsoft.com/office/drawing/2014/main" id="{A3208550-AB5B-4E2B-914A-270D30163A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3" name="Freeform: Shape 1182">
              <a:extLst>
                <a:ext uri="{FF2B5EF4-FFF2-40B4-BE49-F238E27FC236}">
                  <a16:creationId xmlns:a16="http://schemas.microsoft.com/office/drawing/2014/main" id="{D4120D7E-20EE-4413-A541-781EA43508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184" name="Freeform: Shape 1183">
              <a:extLst>
                <a:ext uri="{FF2B5EF4-FFF2-40B4-BE49-F238E27FC236}">
                  <a16:creationId xmlns:a16="http://schemas.microsoft.com/office/drawing/2014/main" id="{9C0CC66E-BFF1-47FD-8C37-092016FBE2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5" name="Freeform: Shape 1184">
              <a:extLst>
                <a:ext uri="{FF2B5EF4-FFF2-40B4-BE49-F238E27FC236}">
                  <a16:creationId xmlns:a16="http://schemas.microsoft.com/office/drawing/2014/main" id="{09D9AD44-3983-44A2-9DBA-6C5FF3C47A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86" name="Freeform: Shape 1185">
              <a:extLst>
                <a:ext uri="{FF2B5EF4-FFF2-40B4-BE49-F238E27FC236}">
                  <a16:creationId xmlns:a16="http://schemas.microsoft.com/office/drawing/2014/main" id="{71915592-B946-43D1-AE24-B72B17FC58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187" name="Freeform: Shape 1186">
              <a:extLst>
                <a:ext uri="{FF2B5EF4-FFF2-40B4-BE49-F238E27FC236}">
                  <a16:creationId xmlns:a16="http://schemas.microsoft.com/office/drawing/2014/main" id="{3AC48622-C7DC-416F-B14F-AB0C6A3EF5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8" name="Freeform: Shape 1187">
              <a:extLst>
                <a:ext uri="{FF2B5EF4-FFF2-40B4-BE49-F238E27FC236}">
                  <a16:creationId xmlns:a16="http://schemas.microsoft.com/office/drawing/2014/main" id="{C122E9A7-0590-453C-AC3A-88265131C0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89" name="Freeform: Shape 1188">
              <a:extLst>
                <a:ext uri="{FF2B5EF4-FFF2-40B4-BE49-F238E27FC236}">
                  <a16:creationId xmlns:a16="http://schemas.microsoft.com/office/drawing/2014/main" id="{78246847-0B72-46B3-9243-7A7B92E212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190" name="Freeform: Shape 1189">
              <a:extLst>
                <a:ext uri="{FF2B5EF4-FFF2-40B4-BE49-F238E27FC236}">
                  <a16:creationId xmlns:a16="http://schemas.microsoft.com/office/drawing/2014/main" id="{207FF669-6E9C-47DF-A1A0-6676692794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1" name="Freeform: Shape 1190">
              <a:extLst>
                <a:ext uri="{FF2B5EF4-FFF2-40B4-BE49-F238E27FC236}">
                  <a16:creationId xmlns:a16="http://schemas.microsoft.com/office/drawing/2014/main" id="{06905CAD-DCDC-4965-969E-3BA793FCA8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92" name="Freeform: Shape 1191">
              <a:extLst>
                <a:ext uri="{FF2B5EF4-FFF2-40B4-BE49-F238E27FC236}">
                  <a16:creationId xmlns:a16="http://schemas.microsoft.com/office/drawing/2014/main" id="{7E82B7F4-81C1-4A48-A3C9-B9DE741C94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3" name="Freeform: Shape 1192">
              <a:extLst>
                <a:ext uri="{FF2B5EF4-FFF2-40B4-BE49-F238E27FC236}">
                  <a16:creationId xmlns:a16="http://schemas.microsoft.com/office/drawing/2014/main" id="{53D306B7-0050-4206-8020-D3F81BC46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4" name="Freeform: Shape 1193">
              <a:extLst>
                <a:ext uri="{FF2B5EF4-FFF2-40B4-BE49-F238E27FC236}">
                  <a16:creationId xmlns:a16="http://schemas.microsoft.com/office/drawing/2014/main" id="{BE50823B-85BA-4734-A0E5-99F2D027CC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5" name="Freeform: Shape 1194">
              <a:extLst>
                <a:ext uri="{FF2B5EF4-FFF2-40B4-BE49-F238E27FC236}">
                  <a16:creationId xmlns:a16="http://schemas.microsoft.com/office/drawing/2014/main" id="{1F26CEA8-889B-4F33-AE59-91F66E1602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196" name="Freeform: Shape 1195">
              <a:extLst>
                <a:ext uri="{FF2B5EF4-FFF2-40B4-BE49-F238E27FC236}">
                  <a16:creationId xmlns:a16="http://schemas.microsoft.com/office/drawing/2014/main" id="{E64E5726-D6A2-4541-9EB4-0D455BFB19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7" name="Freeform: Shape 1196">
              <a:extLst>
                <a:ext uri="{FF2B5EF4-FFF2-40B4-BE49-F238E27FC236}">
                  <a16:creationId xmlns:a16="http://schemas.microsoft.com/office/drawing/2014/main" id="{B5A9478C-31E8-4C23-856A-5B4D6936B9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98" name="Freeform: Shape 1197">
              <a:extLst>
                <a:ext uri="{FF2B5EF4-FFF2-40B4-BE49-F238E27FC236}">
                  <a16:creationId xmlns:a16="http://schemas.microsoft.com/office/drawing/2014/main" id="{D4D55AFD-7163-47DF-8918-6BCF397B55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99" name="Freeform: Shape 1198">
              <a:extLst>
                <a:ext uri="{FF2B5EF4-FFF2-40B4-BE49-F238E27FC236}">
                  <a16:creationId xmlns:a16="http://schemas.microsoft.com/office/drawing/2014/main" id="{20C5BF88-D776-4C9B-89BD-85EE0DCE81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0" name="Freeform: Shape 1199">
              <a:extLst>
                <a:ext uri="{FF2B5EF4-FFF2-40B4-BE49-F238E27FC236}">
                  <a16:creationId xmlns:a16="http://schemas.microsoft.com/office/drawing/2014/main" id="{0A0347C6-25EE-4289-B805-750B30ABB9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1" name="Freeform: Shape 1200">
              <a:extLst>
                <a:ext uri="{FF2B5EF4-FFF2-40B4-BE49-F238E27FC236}">
                  <a16:creationId xmlns:a16="http://schemas.microsoft.com/office/drawing/2014/main" id="{4C83C9E0-7820-4EA4-B9AA-AD6E0719F3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202" name="Freeform: Shape 1201">
              <a:extLst>
                <a:ext uri="{FF2B5EF4-FFF2-40B4-BE49-F238E27FC236}">
                  <a16:creationId xmlns:a16="http://schemas.microsoft.com/office/drawing/2014/main" id="{7E1B6DEA-553D-4733-9A45-3A28D118B6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3" name="Freeform: Shape 1202">
              <a:extLst>
                <a:ext uri="{FF2B5EF4-FFF2-40B4-BE49-F238E27FC236}">
                  <a16:creationId xmlns:a16="http://schemas.microsoft.com/office/drawing/2014/main" id="{BE647149-B885-4A7D-B57E-A9762FF951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204" name="Freeform: Shape 1203">
              <a:extLst>
                <a:ext uri="{FF2B5EF4-FFF2-40B4-BE49-F238E27FC236}">
                  <a16:creationId xmlns:a16="http://schemas.microsoft.com/office/drawing/2014/main" id="{3FFCDDD6-EA47-4BA4-914F-B4AD52A7DA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05" name="Freeform: Shape 1204">
              <a:extLst>
                <a:ext uri="{FF2B5EF4-FFF2-40B4-BE49-F238E27FC236}">
                  <a16:creationId xmlns:a16="http://schemas.microsoft.com/office/drawing/2014/main" id="{18C5FC42-4A56-48D7-9C6F-EE6973256C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206" name="Freeform: Shape 1205">
              <a:extLst>
                <a:ext uri="{FF2B5EF4-FFF2-40B4-BE49-F238E27FC236}">
                  <a16:creationId xmlns:a16="http://schemas.microsoft.com/office/drawing/2014/main" id="{E58746BA-672F-48B8-BA1D-E317498C1F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207" name="Freeform: Shape 1206">
              <a:extLst>
                <a:ext uri="{FF2B5EF4-FFF2-40B4-BE49-F238E27FC236}">
                  <a16:creationId xmlns:a16="http://schemas.microsoft.com/office/drawing/2014/main" id="{75C60814-753C-4243-BD88-443E240D6B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208" name="Freeform: Shape 1207">
              <a:extLst>
                <a:ext uri="{FF2B5EF4-FFF2-40B4-BE49-F238E27FC236}">
                  <a16:creationId xmlns:a16="http://schemas.microsoft.com/office/drawing/2014/main" id="{174EB8C9-709B-42D9-9948-434CAA5E01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209" name="Freeform: Shape 1208">
              <a:extLst>
                <a:ext uri="{FF2B5EF4-FFF2-40B4-BE49-F238E27FC236}">
                  <a16:creationId xmlns:a16="http://schemas.microsoft.com/office/drawing/2014/main" id="{786AB5B1-D0D7-4FE2-9A7D-BF9C01F7D7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210" name="Freeform: Shape 1209">
              <a:extLst>
                <a:ext uri="{FF2B5EF4-FFF2-40B4-BE49-F238E27FC236}">
                  <a16:creationId xmlns:a16="http://schemas.microsoft.com/office/drawing/2014/main" id="{718E7606-3FC9-4354-BCF8-A980AE6DFA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
        <p:nvSpPr>
          <p:cNvPr id="6" name="Title 3">
            <a:extLst>
              <a:ext uri="{FF2B5EF4-FFF2-40B4-BE49-F238E27FC236}">
                <a16:creationId xmlns:a16="http://schemas.microsoft.com/office/drawing/2014/main" id="{DA3AC36A-2FA1-A2B7-E3A2-F70E968D7983}"/>
              </a:ext>
            </a:extLst>
          </p:cNvPr>
          <p:cNvSpPr txBox="1">
            <a:spLocks/>
          </p:cNvSpPr>
          <p:nvPr/>
        </p:nvSpPr>
        <p:spPr>
          <a:xfrm>
            <a:off x="722790" y="489850"/>
            <a:ext cx="3589917" cy="354762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b="1" kern="1200" cap="all" spc="1500" baseline="0">
                <a:solidFill>
                  <a:schemeClr val="tx1"/>
                </a:solidFill>
                <a:latin typeface="+mj-lt"/>
                <a:ea typeface="Source Sans Pro SemiBold" panose="020B0603030403020204" pitchFamily="34" charset="0"/>
                <a:cs typeface="+mj-cs"/>
              </a:defRPr>
            </a:lvl1pPr>
          </a:lstStyle>
          <a:p>
            <a:pPr algn="l"/>
            <a:r>
              <a:rPr lang="en-US" sz="2400" dirty="0"/>
              <a:t>COMM3131 Online Dating and Hookup Culture</a:t>
            </a:r>
            <a:br>
              <a:rPr lang="en-US" sz="1600" dirty="0"/>
            </a:br>
            <a:br>
              <a:rPr lang="en-US" sz="2000" dirty="0"/>
            </a:br>
            <a:endParaRPr lang="en-US" sz="2000" dirty="0"/>
          </a:p>
        </p:txBody>
      </p:sp>
    </p:spTree>
    <p:extLst>
      <p:ext uri="{BB962C8B-B14F-4D97-AF65-F5344CB8AC3E}">
        <p14:creationId xmlns:p14="http://schemas.microsoft.com/office/powerpoint/2010/main" val="3947930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58BC2-4218-4643-46C1-88F363A1B9D8}"/>
              </a:ext>
            </a:extLst>
          </p:cNvPr>
          <p:cNvSpPr>
            <a:spLocks noGrp="1"/>
          </p:cNvSpPr>
          <p:nvPr>
            <p:ph type="title"/>
          </p:nvPr>
        </p:nvSpPr>
        <p:spPr/>
        <p:txBody>
          <a:bodyPr/>
          <a:lstStyle/>
          <a:p>
            <a:r>
              <a:rPr lang="en-US" dirty="0"/>
              <a:t>Recap: Articulating design features and the goal of your app</a:t>
            </a:r>
          </a:p>
        </p:txBody>
      </p:sp>
      <p:sp>
        <p:nvSpPr>
          <p:cNvPr id="3" name="Content Placeholder 2">
            <a:extLst>
              <a:ext uri="{FF2B5EF4-FFF2-40B4-BE49-F238E27FC236}">
                <a16:creationId xmlns:a16="http://schemas.microsoft.com/office/drawing/2014/main" id="{6E6903C9-BE48-31FF-CEBA-FF89B709E831}"/>
              </a:ext>
            </a:extLst>
          </p:cNvPr>
          <p:cNvSpPr>
            <a:spLocks noGrp="1"/>
          </p:cNvSpPr>
          <p:nvPr>
            <p:ph idx="1"/>
          </p:nvPr>
        </p:nvSpPr>
        <p:spPr>
          <a:xfrm>
            <a:off x="838200" y="1825625"/>
            <a:ext cx="10515600" cy="987913"/>
          </a:xfrm>
        </p:spPr>
        <p:txBody>
          <a:bodyPr/>
          <a:lstStyle/>
          <a:p>
            <a:pPr marL="0" indent="0">
              <a:buNone/>
            </a:pPr>
            <a:endParaRPr lang="en-US" dirty="0"/>
          </a:p>
          <a:p>
            <a:pPr marL="0" indent="0">
              <a:buNone/>
            </a:pPr>
            <a:endParaRPr lang="en-US" dirty="0"/>
          </a:p>
          <a:p>
            <a:pPr lvl="0"/>
            <a:endParaRPr lang="en-US" dirty="0"/>
          </a:p>
          <a:p>
            <a:pPr lvl="0"/>
            <a:endParaRPr lang="en-US" dirty="0"/>
          </a:p>
          <a:p>
            <a:pPr marL="0" indent="0">
              <a:buNone/>
            </a:pPr>
            <a:endParaRPr lang="en-US" dirty="0"/>
          </a:p>
          <a:p>
            <a:pPr marL="0" indent="0">
              <a:buNone/>
            </a:pPr>
            <a:endParaRPr lang="en-US" dirty="0"/>
          </a:p>
        </p:txBody>
      </p:sp>
      <p:graphicFrame>
        <p:nvGraphicFramePr>
          <p:cNvPr id="4" name="Diagram 3">
            <a:extLst>
              <a:ext uri="{FF2B5EF4-FFF2-40B4-BE49-F238E27FC236}">
                <a16:creationId xmlns:a16="http://schemas.microsoft.com/office/drawing/2014/main" id="{8FE6A4C8-6D7C-55B9-0C88-51D4FB2D255B}"/>
              </a:ext>
            </a:extLst>
          </p:cNvPr>
          <p:cNvGraphicFramePr/>
          <p:nvPr>
            <p:extLst>
              <p:ext uri="{D42A27DB-BD31-4B8C-83A1-F6EECF244321}">
                <p14:modId xmlns:p14="http://schemas.microsoft.com/office/powerpoint/2010/main" val="3921718970"/>
              </p:ext>
            </p:extLst>
          </p:nvPr>
        </p:nvGraphicFramePr>
        <p:xfrm>
          <a:off x="2032000" y="2319581"/>
          <a:ext cx="8128000" cy="25007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Content Placeholder 4">
            <a:extLst>
              <a:ext uri="{FF2B5EF4-FFF2-40B4-BE49-F238E27FC236}">
                <a16:creationId xmlns:a16="http://schemas.microsoft.com/office/drawing/2014/main" id="{6CE4ED7C-C5A0-ACB0-C887-7985CEF6604F}"/>
              </a:ext>
            </a:extLst>
          </p:cNvPr>
          <p:cNvSpPr txBox="1">
            <a:spLocks/>
          </p:cNvSpPr>
          <p:nvPr/>
        </p:nvSpPr>
        <p:spPr>
          <a:xfrm>
            <a:off x="1274347" y="5186959"/>
            <a:ext cx="6488289" cy="1164696"/>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i="1" dirty="0"/>
              <a:t>This feature </a:t>
            </a:r>
            <a:r>
              <a:rPr lang="en-US" i="1" dirty="0">
                <a:solidFill>
                  <a:schemeClr val="bg1"/>
                </a:solidFill>
                <a:highlight>
                  <a:srgbClr val="FFFF00"/>
                </a:highlight>
              </a:rPr>
              <a:t>demands</a:t>
            </a:r>
            <a:r>
              <a:rPr lang="en-US" i="1" dirty="0"/>
              <a:t> users to either switch modality or move on to another target – don’t waste people’s time.  </a:t>
            </a:r>
          </a:p>
        </p:txBody>
      </p:sp>
    </p:spTree>
    <p:extLst>
      <p:ext uri="{BB962C8B-B14F-4D97-AF65-F5344CB8AC3E}">
        <p14:creationId xmlns:p14="http://schemas.microsoft.com/office/powerpoint/2010/main" val="16354009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098B8-90FE-A6CD-4035-65CA6D7D65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00D805-A9B8-51C7-0222-762BC5662329}"/>
              </a:ext>
            </a:extLst>
          </p:cNvPr>
          <p:cNvSpPr>
            <a:spLocks noGrp="1"/>
          </p:cNvSpPr>
          <p:nvPr>
            <p:ph type="title"/>
          </p:nvPr>
        </p:nvSpPr>
        <p:spPr/>
        <p:txBody>
          <a:bodyPr/>
          <a:lstStyle/>
          <a:p>
            <a:r>
              <a:rPr lang="en-US" dirty="0"/>
              <a:t>Recap: Articulating design features and the goal of your app</a:t>
            </a:r>
          </a:p>
        </p:txBody>
      </p:sp>
      <p:sp>
        <p:nvSpPr>
          <p:cNvPr id="3" name="Content Placeholder 2">
            <a:extLst>
              <a:ext uri="{FF2B5EF4-FFF2-40B4-BE49-F238E27FC236}">
                <a16:creationId xmlns:a16="http://schemas.microsoft.com/office/drawing/2014/main" id="{18B000F1-62DF-0AA9-8908-455A75478892}"/>
              </a:ext>
            </a:extLst>
          </p:cNvPr>
          <p:cNvSpPr>
            <a:spLocks noGrp="1"/>
          </p:cNvSpPr>
          <p:nvPr>
            <p:ph idx="1"/>
          </p:nvPr>
        </p:nvSpPr>
        <p:spPr>
          <a:xfrm>
            <a:off x="838200" y="1825625"/>
            <a:ext cx="10515600" cy="987913"/>
          </a:xfrm>
        </p:spPr>
        <p:txBody>
          <a:bodyPr/>
          <a:lstStyle/>
          <a:p>
            <a:pPr marL="0" indent="0">
              <a:buNone/>
            </a:pPr>
            <a:endParaRPr lang="en-US" dirty="0"/>
          </a:p>
          <a:p>
            <a:pPr marL="0" indent="0">
              <a:buNone/>
            </a:pPr>
            <a:endParaRPr lang="en-US" dirty="0"/>
          </a:p>
          <a:p>
            <a:pPr lvl="0"/>
            <a:endParaRPr lang="en-US" dirty="0"/>
          </a:p>
          <a:p>
            <a:pPr lvl="0"/>
            <a:endParaRPr lang="en-US" dirty="0"/>
          </a:p>
          <a:p>
            <a:pPr marL="0" indent="0">
              <a:buNone/>
            </a:pPr>
            <a:endParaRPr lang="en-US" dirty="0"/>
          </a:p>
          <a:p>
            <a:pPr marL="0" indent="0">
              <a:buNone/>
            </a:pPr>
            <a:endParaRPr lang="en-US" dirty="0"/>
          </a:p>
        </p:txBody>
      </p:sp>
      <p:graphicFrame>
        <p:nvGraphicFramePr>
          <p:cNvPr id="4" name="Diagram 3">
            <a:extLst>
              <a:ext uri="{FF2B5EF4-FFF2-40B4-BE49-F238E27FC236}">
                <a16:creationId xmlns:a16="http://schemas.microsoft.com/office/drawing/2014/main" id="{A9D70C07-C6B5-49D4-0DA2-2044AC564875}"/>
              </a:ext>
            </a:extLst>
          </p:cNvPr>
          <p:cNvGraphicFramePr/>
          <p:nvPr>
            <p:extLst>
              <p:ext uri="{D42A27DB-BD31-4B8C-83A1-F6EECF244321}">
                <p14:modId xmlns:p14="http://schemas.microsoft.com/office/powerpoint/2010/main" val="3588746415"/>
              </p:ext>
            </p:extLst>
          </p:nvPr>
        </p:nvGraphicFramePr>
        <p:xfrm>
          <a:off x="2032000" y="2319581"/>
          <a:ext cx="8128000" cy="25007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Callout: Up Arrow 6">
            <a:extLst>
              <a:ext uri="{FF2B5EF4-FFF2-40B4-BE49-F238E27FC236}">
                <a16:creationId xmlns:a16="http://schemas.microsoft.com/office/drawing/2014/main" id="{B3E14552-D9CE-55A5-4083-FE9905AF7CA8}"/>
              </a:ext>
            </a:extLst>
          </p:cNvPr>
          <p:cNvSpPr/>
          <p:nvPr/>
        </p:nvSpPr>
        <p:spPr>
          <a:xfrm>
            <a:off x="3512634" y="4638909"/>
            <a:ext cx="2159620" cy="1350731"/>
          </a:xfrm>
          <a:prstGeom prst="upArrowCallout">
            <a:avLst>
              <a:gd name="adj1" fmla="val 25000"/>
              <a:gd name="adj2" fmla="val 25000"/>
              <a:gd name="adj3" fmla="val 25000"/>
              <a:gd name="adj4" fmla="val 51768"/>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AU" dirty="0"/>
              <a:t>Affordance</a:t>
            </a:r>
          </a:p>
        </p:txBody>
      </p:sp>
    </p:spTree>
    <p:extLst>
      <p:ext uri="{BB962C8B-B14F-4D97-AF65-F5344CB8AC3E}">
        <p14:creationId xmlns:p14="http://schemas.microsoft.com/office/powerpoint/2010/main" val="5623611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0854B0-1F16-2772-9AEB-50A46996EA99}"/>
              </a:ext>
            </a:extLst>
          </p:cNvPr>
          <p:cNvSpPr>
            <a:spLocks noGrp="1"/>
          </p:cNvSpPr>
          <p:nvPr>
            <p:ph type="title"/>
          </p:nvPr>
        </p:nvSpPr>
        <p:spPr>
          <a:xfrm>
            <a:off x="838200" y="565739"/>
            <a:ext cx="10515600" cy="1124949"/>
          </a:xfrm>
        </p:spPr>
        <p:txBody>
          <a:bodyPr>
            <a:normAutofit/>
          </a:bodyPr>
          <a:lstStyle/>
          <a:p>
            <a:r>
              <a:rPr lang="en-US" dirty="0"/>
              <a:t>Today</a:t>
            </a:r>
          </a:p>
        </p:txBody>
      </p:sp>
      <p:graphicFrame>
        <p:nvGraphicFramePr>
          <p:cNvPr id="7" name="Content Placeholder 4">
            <a:extLst>
              <a:ext uri="{FF2B5EF4-FFF2-40B4-BE49-F238E27FC236}">
                <a16:creationId xmlns:a16="http://schemas.microsoft.com/office/drawing/2014/main" id="{10A88EED-CB0F-0A2E-D7C2-7C317A46FE55}"/>
              </a:ext>
            </a:extLst>
          </p:cNvPr>
          <p:cNvGraphicFramePr>
            <a:graphicFrameLocks noGrp="1"/>
          </p:cNvGraphicFramePr>
          <p:nvPr>
            <p:ph idx="1"/>
            <p:extLst>
              <p:ext uri="{D42A27DB-BD31-4B8C-83A1-F6EECF244321}">
                <p14:modId xmlns:p14="http://schemas.microsoft.com/office/powerpoint/2010/main" val="1453119046"/>
              </p:ext>
            </p:extLst>
          </p:nvPr>
        </p:nvGraphicFramePr>
        <p:xfrm>
          <a:off x="838200" y="1496440"/>
          <a:ext cx="10515600" cy="51847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329569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A75E8-664C-E3F0-6ED6-2076C3B6285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3F68AB2-C5CC-823B-0C44-DE89A41CCB7B}"/>
              </a:ext>
            </a:extLst>
          </p:cNvPr>
          <p:cNvSpPr>
            <a:spLocks noGrp="1"/>
          </p:cNvSpPr>
          <p:nvPr>
            <p:ph type="title"/>
          </p:nvPr>
        </p:nvSpPr>
        <p:spPr>
          <a:xfrm>
            <a:off x="838200" y="565739"/>
            <a:ext cx="10515600" cy="1124949"/>
          </a:xfrm>
        </p:spPr>
        <p:txBody>
          <a:bodyPr>
            <a:normAutofit/>
          </a:bodyPr>
          <a:lstStyle/>
          <a:p>
            <a:r>
              <a:rPr lang="en-US" dirty="0"/>
              <a:t>Participation</a:t>
            </a:r>
          </a:p>
        </p:txBody>
      </p:sp>
      <p:graphicFrame>
        <p:nvGraphicFramePr>
          <p:cNvPr id="7" name="Content Placeholder 4">
            <a:extLst>
              <a:ext uri="{FF2B5EF4-FFF2-40B4-BE49-F238E27FC236}">
                <a16:creationId xmlns:a16="http://schemas.microsoft.com/office/drawing/2014/main" id="{D3F467AF-91E1-6858-861D-602B445363B4}"/>
              </a:ext>
            </a:extLst>
          </p:cNvPr>
          <p:cNvGraphicFramePr>
            <a:graphicFrameLocks noGrp="1"/>
          </p:cNvGraphicFramePr>
          <p:nvPr>
            <p:ph idx="1"/>
            <p:extLst>
              <p:ext uri="{D42A27DB-BD31-4B8C-83A1-F6EECF244321}">
                <p14:modId xmlns:p14="http://schemas.microsoft.com/office/powerpoint/2010/main" val="4011473904"/>
              </p:ext>
            </p:extLst>
          </p:nvPr>
        </p:nvGraphicFramePr>
        <p:xfrm>
          <a:off x="838200" y="1496440"/>
          <a:ext cx="10515600" cy="51847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276713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D798F-4320-9CE9-5EA8-7DA4BB77B028}"/>
              </a:ext>
            </a:extLst>
          </p:cNvPr>
          <p:cNvSpPr>
            <a:spLocks noGrp="1"/>
          </p:cNvSpPr>
          <p:nvPr>
            <p:ph type="title"/>
          </p:nvPr>
        </p:nvSpPr>
        <p:spPr/>
        <p:txBody>
          <a:bodyPr/>
          <a:lstStyle/>
          <a:p>
            <a:r>
              <a:rPr lang="en-US" dirty="0"/>
              <a:t>App Pitch (25 points)</a:t>
            </a:r>
          </a:p>
        </p:txBody>
      </p:sp>
      <p:graphicFrame>
        <p:nvGraphicFramePr>
          <p:cNvPr id="5" name="Content Placeholder 2">
            <a:extLst>
              <a:ext uri="{FF2B5EF4-FFF2-40B4-BE49-F238E27FC236}">
                <a16:creationId xmlns:a16="http://schemas.microsoft.com/office/drawing/2014/main" id="{2379186E-D423-E54E-D9FB-0585AB22FBAF}"/>
              </a:ext>
            </a:extLst>
          </p:cNvPr>
          <p:cNvGraphicFramePr>
            <a:graphicFrameLocks noGrp="1"/>
          </p:cNvGraphicFramePr>
          <p:nvPr>
            <p:ph idx="1"/>
            <p:extLst>
              <p:ext uri="{D42A27DB-BD31-4B8C-83A1-F6EECF244321}">
                <p14:modId xmlns:p14="http://schemas.microsoft.com/office/powerpoint/2010/main" val="149578759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855310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E77FE-4624-2D35-0EA6-D350A5EDE8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735B10-1A86-7BC6-129D-E64847BDBC76}"/>
              </a:ext>
            </a:extLst>
          </p:cNvPr>
          <p:cNvSpPr>
            <a:spLocks noGrp="1"/>
          </p:cNvSpPr>
          <p:nvPr>
            <p:ph type="title"/>
          </p:nvPr>
        </p:nvSpPr>
        <p:spPr/>
        <p:txBody>
          <a:bodyPr/>
          <a:lstStyle/>
          <a:p>
            <a:r>
              <a:rPr lang="en-US" dirty="0"/>
              <a:t>App Pitch (25 points)</a:t>
            </a:r>
          </a:p>
        </p:txBody>
      </p:sp>
      <p:graphicFrame>
        <p:nvGraphicFramePr>
          <p:cNvPr id="5" name="Content Placeholder 2">
            <a:extLst>
              <a:ext uri="{FF2B5EF4-FFF2-40B4-BE49-F238E27FC236}">
                <a16:creationId xmlns:a16="http://schemas.microsoft.com/office/drawing/2014/main" id="{C14BA48E-CE8B-B8D6-D9BD-C26CA6397232}"/>
              </a:ext>
            </a:extLst>
          </p:cNvPr>
          <p:cNvGraphicFramePr>
            <a:graphicFrameLocks noGrp="1"/>
          </p:cNvGraphicFramePr>
          <p:nvPr>
            <p:ph idx="1"/>
            <p:extLst>
              <p:ext uri="{D42A27DB-BD31-4B8C-83A1-F6EECF244321}">
                <p14:modId xmlns:p14="http://schemas.microsoft.com/office/powerpoint/2010/main" val="413554299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483428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EDE023-B3CA-F617-6D9F-96755116DE4D}"/>
              </a:ext>
            </a:extLst>
          </p:cNvPr>
          <p:cNvSpPr>
            <a:spLocks noGrp="1"/>
          </p:cNvSpPr>
          <p:nvPr>
            <p:ph idx="1"/>
          </p:nvPr>
        </p:nvSpPr>
        <p:spPr>
          <a:xfrm>
            <a:off x="838200" y="2620537"/>
            <a:ext cx="10515600" cy="3556426"/>
          </a:xfrm>
        </p:spPr>
        <p:txBody>
          <a:bodyPr/>
          <a:lstStyle/>
          <a:p>
            <a:pPr marL="0" indent="0">
              <a:buNone/>
            </a:pPr>
            <a:r>
              <a:rPr lang="en-US" b="1" dirty="0"/>
              <a:t>Due: 11:59 pm on July 27 (Monday)</a:t>
            </a:r>
          </a:p>
          <a:p>
            <a:pPr marL="0" indent="0">
              <a:buNone/>
            </a:pPr>
            <a:r>
              <a:rPr lang="en-US" dirty="0"/>
              <a:t>Every day of late submission will result in a deduction of 5 points (out of 25); anything submitted after 11:59 pm on July 31 will receive 0 points.</a:t>
            </a:r>
            <a:endParaRPr lang="en-AU" dirty="0"/>
          </a:p>
          <a:p>
            <a:pPr marL="0" indent="0">
              <a:buNone/>
            </a:pPr>
            <a:endParaRPr lang="en-AU" dirty="0"/>
          </a:p>
          <a:p>
            <a:endParaRPr lang="en-AU" dirty="0"/>
          </a:p>
        </p:txBody>
      </p:sp>
    </p:spTree>
    <p:extLst>
      <p:ext uri="{BB962C8B-B14F-4D97-AF65-F5344CB8AC3E}">
        <p14:creationId xmlns:p14="http://schemas.microsoft.com/office/powerpoint/2010/main" val="31777306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F98F79A4-A6C7-4101-B1E9-27E05CB7C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2" name="Title 1">
            <a:extLst>
              <a:ext uri="{FF2B5EF4-FFF2-40B4-BE49-F238E27FC236}">
                <a16:creationId xmlns:a16="http://schemas.microsoft.com/office/drawing/2014/main" id="{9C50E9CF-0FE7-3BDC-06E7-69C5DF15A112}"/>
              </a:ext>
            </a:extLst>
          </p:cNvPr>
          <p:cNvSpPr>
            <a:spLocks noGrp="1"/>
          </p:cNvSpPr>
          <p:nvPr>
            <p:ph type="title"/>
          </p:nvPr>
        </p:nvSpPr>
        <p:spPr>
          <a:xfrm>
            <a:off x="2232252" y="633046"/>
            <a:ext cx="4463623" cy="1314996"/>
          </a:xfrm>
        </p:spPr>
        <p:txBody>
          <a:bodyPr anchor="b">
            <a:normAutofit/>
          </a:bodyPr>
          <a:lstStyle/>
          <a:p>
            <a:r>
              <a:rPr lang="en-US" dirty="0"/>
              <a:t>Tips for an “A” proposal</a:t>
            </a:r>
          </a:p>
        </p:txBody>
      </p:sp>
      <p:sp>
        <p:nvSpPr>
          <p:cNvPr id="13" name="Freeform: Shape 12">
            <a:extLst>
              <a:ext uri="{FF2B5EF4-FFF2-40B4-BE49-F238E27FC236}">
                <a16:creationId xmlns:a16="http://schemas.microsoft.com/office/drawing/2014/main" id="{79AFCB35-9C04-4524-A0B1-57FF6865D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92656"/>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solidFill>
            <a:schemeClr val="tx1"/>
          </a:solidFill>
          <a:ln w="9525" cap="flat">
            <a:noFill/>
            <a:prstDash val="solid"/>
            <a:miter/>
          </a:ln>
        </p:spPr>
        <p:txBody>
          <a:bodyPr wrap="square" rtlCol="0" anchor="ctr">
            <a:noAutofit/>
          </a:bodyPr>
          <a:lstStyle/>
          <a:p>
            <a:endParaRPr lang="en-US"/>
          </a:p>
        </p:txBody>
      </p:sp>
      <p:sp>
        <p:nvSpPr>
          <p:cNvPr id="15" name="Freeform: Shape 14">
            <a:extLst>
              <a:ext uri="{FF2B5EF4-FFF2-40B4-BE49-F238E27FC236}">
                <a16:creationId xmlns:a16="http://schemas.microsoft.com/office/drawing/2014/main" id="{D11AD2AD-0BA0-4DD3-8EEA-84686A0E71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32391"/>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solidFill>
            <a:schemeClr val="tx1"/>
          </a:solidFill>
          <a:ln w="9525" cap="flat">
            <a:noFill/>
            <a:prstDash val="solid"/>
            <a:miter/>
          </a:ln>
        </p:spPr>
        <p:txBody>
          <a:bodyPr wrap="square" rtlCol="0" anchor="ctr">
            <a:noAutofit/>
          </a:bodyPr>
          <a:lstStyle/>
          <a:p>
            <a:endParaRPr lang="en-US"/>
          </a:p>
        </p:txBody>
      </p:sp>
      <p:sp>
        <p:nvSpPr>
          <p:cNvPr id="3" name="Content Placeholder 2">
            <a:extLst>
              <a:ext uri="{FF2B5EF4-FFF2-40B4-BE49-F238E27FC236}">
                <a16:creationId xmlns:a16="http://schemas.microsoft.com/office/drawing/2014/main" id="{6F516B77-5B99-CA80-BF86-D5631038EA07}"/>
              </a:ext>
            </a:extLst>
          </p:cNvPr>
          <p:cNvSpPr>
            <a:spLocks noGrp="1"/>
          </p:cNvSpPr>
          <p:nvPr>
            <p:ph idx="1"/>
          </p:nvPr>
        </p:nvSpPr>
        <p:spPr>
          <a:xfrm>
            <a:off x="426720" y="2654546"/>
            <a:ext cx="7790458" cy="4203454"/>
          </a:xfrm>
        </p:spPr>
        <p:txBody>
          <a:bodyPr>
            <a:normAutofit/>
          </a:bodyPr>
          <a:lstStyle/>
          <a:p>
            <a:pPr marL="0" indent="0">
              <a:buNone/>
            </a:pPr>
            <a:r>
              <a:rPr lang="en-US" sz="2000" i="1" dirty="0"/>
              <a:t>Select a target demographic for your study. Investigate their prevalent challenges with current dating/hookup apps, limiting your focus to one or two primary issues to maintain a realistic scope (40%). In the analysis, show why existing apps (one or two) catering to this market segment fail to address the issues you identify. </a:t>
            </a:r>
          </a:p>
          <a:p>
            <a:pPr marL="0" indent="0">
              <a:buNone/>
            </a:pPr>
            <a:r>
              <a:rPr lang="en-US" sz="2000" i="1" dirty="0"/>
              <a:t>Utilizing the insights gained from this analysis and your understanding of the user group, develop adequate design features that help address the issues. In the design process, explain relevant theories or concepts (40%).</a:t>
            </a:r>
          </a:p>
          <a:p>
            <a:pPr marL="0" indent="0">
              <a:buNone/>
            </a:pPr>
            <a:r>
              <a:rPr lang="en-US" sz="2000" i="1" dirty="0"/>
              <a:t>+ creativity (10%) and organization (10%)</a:t>
            </a:r>
          </a:p>
          <a:p>
            <a:pPr marL="0" indent="0">
              <a:buNone/>
            </a:pPr>
            <a:r>
              <a:rPr lang="en-US" sz="2000" i="1" u="sng" dirty="0">
                <a:solidFill>
                  <a:srgbClr val="FFFF00"/>
                </a:solidFill>
              </a:rPr>
              <a:t>No budget constraints</a:t>
            </a:r>
          </a:p>
        </p:txBody>
      </p:sp>
      <p:sp>
        <p:nvSpPr>
          <p:cNvPr id="17" name="Freeform: Shape 16">
            <a:extLst>
              <a:ext uri="{FF2B5EF4-FFF2-40B4-BE49-F238E27FC236}">
                <a16:creationId xmlns:a16="http://schemas.microsoft.com/office/drawing/2014/main" id="{83C8019B-3985-409B-9B87-494B974EE9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
            <a:ext cx="2232251" cy="2361890"/>
          </a:xfrm>
          <a:custGeom>
            <a:avLst/>
            <a:gdLst>
              <a:gd name="connsiteX0" fmla="*/ 2292284 w 3871489"/>
              <a:gd name="connsiteY0" fmla="*/ 0 h 4096327"/>
              <a:gd name="connsiteX1" fmla="*/ 3500914 w 3871489"/>
              <a:gd name="connsiteY1" fmla="*/ 0 h 4096327"/>
              <a:gd name="connsiteX2" fmla="*/ 3542229 w 3871489"/>
              <a:gd name="connsiteY2" fmla="*/ 68006 h 4096327"/>
              <a:gd name="connsiteX3" fmla="*/ 3871489 w 3871489"/>
              <a:gd name="connsiteY3" fmla="*/ 1368323 h 4096327"/>
              <a:gd name="connsiteX4" fmla="*/ 1143485 w 3871489"/>
              <a:gd name="connsiteY4" fmla="*/ 4096327 h 4096327"/>
              <a:gd name="connsiteX5" fmla="*/ 81633 w 3871489"/>
              <a:gd name="connsiteY5" fmla="*/ 3881944 h 4096327"/>
              <a:gd name="connsiteX6" fmla="*/ 0 w 3871489"/>
              <a:gd name="connsiteY6" fmla="*/ 3842618 h 4096327"/>
              <a:gd name="connsiteX7" fmla="*/ 0 w 3871489"/>
              <a:gd name="connsiteY7" fmla="*/ 2741475 h 4096327"/>
              <a:gd name="connsiteX8" fmla="*/ 6615 w 3871489"/>
              <a:gd name="connsiteY8" fmla="*/ 2747487 h 4096327"/>
              <a:gd name="connsiteX9" fmla="*/ 1143485 w 3871489"/>
              <a:gd name="connsiteY9" fmla="*/ 3155655 h 4096327"/>
              <a:gd name="connsiteX10" fmla="*/ 2930817 w 3871489"/>
              <a:gd name="connsiteY10" fmla="*/ 1368323 h 4096327"/>
              <a:gd name="connsiteX11" fmla="*/ 2407287 w 3871489"/>
              <a:gd name="connsiteY11" fmla="*/ 104524 h 409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871489" h="4096327">
                <a:moveTo>
                  <a:pt x="2292284" y="0"/>
                </a:moveTo>
                <a:lnTo>
                  <a:pt x="3500914" y="0"/>
                </a:lnTo>
                <a:lnTo>
                  <a:pt x="3542229" y="68006"/>
                </a:lnTo>
                <a:cubicBezTo>
                  <a:pt x="3752213" y="454545"/>
                  <a:pt x="3871489" y="897507"/>
                  <a:pt x="3871489" y="1368323"/>
                </a:cubicBezTo>
                <a:cubicBezTo>
                  <a:pt x="3871489" y="2874936"/>
                  <a:pt x="2650098" y="4096327"/>
                  <a:pt x="1143485" y="4096327"/>
                </a:cubicBezTo>
                <a:cubicBezTo>
                  <a:pt x="766832" y="4096327"/>
                  <a:pt x="408006" y="4019990"/>
                  <a:pt x="81633" y="3881944"/>
                </a:cubicBezTo>
                <a:lnTo>
                  <a:pt x="0" y="3842618"/>
                </a:lnTo>
                <a:lnTo>
                  <a:pt x="0" y="2741475"/>
                </a:lnTo>
                <a:lnTo>
                  <a:pt x="6615" y="2747487"/>
                </a:lnTo>
                <a:cubicBezTo>
                  <a:pt x="315579" y="3002472"/>
                  <a:pt x="711663" y="3155655"/>
                  <a:pt x="1143485" y="3155655"/>
                </a:cubicBezTo>
                <a:cubicBezTo>
                  <a:pt x="2130515" y="3155655"/>
                  <a:pt x="2930817" y="2355353"/>
                  <a:pt x="2930817" y="1368323"/>
                </a:cubicBezTo>
                <a:cubicBezTo>
                  <a:pt x="2930817" y="874812"/>
                  <a:pt x="2730741" y="427979"/>
                  <a:pt x="2407287" y="104524"/>
                </a:cubicBezTo>
                <a:close/>
              </a:path>
            </a:pathLst>
          </a:custGeom>
          <a:solidFill>
            <a:schemeClr val="accent3">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accent1"/>
              </a:solidFill>
            </a:endParaRPr>
          </a:p>
        </p:txBody>
      </p:sp>
      <p:sp>
        <p:nvSpPr>
          <p:cNvPr id="19" name="Freeform: Shape 18">
            <a:extLst>
              <a:ext uri="{FF2B5EF4-FFF2-40B4-BE49-F238E27FC236}">
                <a16:creationId xmlns:a16="http://schemas.microsoft.com/office/drawing/2014/main" id="{9E5C5460-229E-46C8-A712-CC3179854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1" name="Freeform: Shape 20">
            <a:extLst>
              <a:ext uri="{FF2B5EF4-FFF2-40B4-BE49-F238E27FC236}">
                <a16:creationId xmlns:a16="http://schemas.microsoft.com/office/drawing/2014/main" id="{B85A4DB3-61AA-49A1-85A9-B3397CD519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9419" y="3564607"/>
            <a:ext cx="3432581" cy="3293393"/>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1">
              <a:alpha val="2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pic>
        <p:nvPicPr>
          <p:cNvPr id="5" name="Picture 4" descr="Light bulb on yellow background with sketched light beams and cord">
            <a:extLst>
              <a:ext uri="{FF2B5EF4-FFF2-40B4-BE49-F238E27FC236}">
                <a16:creationId xmlns:a16="http://schemas.microsoft.com/office/drawing/2014/main" id="{186AA8E8-A2CF-04D8-7024-97428009C2B0}"/>
              </a:ext>
            </a:extLst>
          </p:cNvPr>
          <p:cNvPicPr>
            <a:picLocks noChangeAspect="1"/>
          </p:cNvPicPr>
          <p:nvPr/>
        </p:nvPicPr>
        <p:blipFill rotWithShape="1">
          <a:blip r:embed="rId2"/>
          <a:srcRect l="38500" r="-1" b="-1"/>
          <a:stretch/>
        </p:blipFill>
        <p:spPr>
          <a:xfrm>
            <a:off x="8391980" y="1290544"/>
            <a:ext cx="3091120" cy="3091120"/>
          </a:xfrm>
          <a:custGeom>
            <a:avLst/>
            <a:gdLst/>
            <a:ahLst/>
            <a:cxnLst/>
            <a:rect l="l" t="t" r="r" b="b"/>
            <a:pathLst>
              <a:path w="2452978" h="2452978">
                <a:moveTo>
                  <a:pt x="1226489" y="0"/>
                </a:moveTo>
                <a:cubicBezTo>
                  <a:pt x="1903860" y="0"/>
                  <a:pt x="2452978" y="549118"/>
                  <a:pt x="2452978" y="1226489"/>
                </a:cubicBezTo>
                <a:cubicBezTo>
                  <a:pt x="2452978" y="1903860"/>
                  <a:pt x="1903860" y="2452978"/>
                  <a:pt x="1226489" y="2452978"/>
                </a:cubicBezTo>
                <a:cubicBezTo>
                  <a:pt x="549118" y="2452978"/>
                  <a:pt x="0" y="1903860"/>
                  <a:pt x="0" y="1226489"/>
                </a:cubicBezTo>
                <a:cubicBezTo>
                  <a:pt x="0" y="549118"/>
                  <a:pt x="549118" y="0"/>
                  <a:pt x="1226489" y="0"/>
                </a:cubicBezTo>
                <a:close/>
              </a:path>
            </a:pathLst>
          </a:custGeom>
        </p:spPr>
      </p:pic>
      <p:grpSp>
        <p:nvGrpSpPr>
          <p:cNvPr id="23" name="Graphic 185">
            <a:extLst>
              <a:ext uri="{FF2B5EF4-FFF2-40B4-BE49-F238E27FC236}">
                <a16:creationId xmlns:a16="http://schemas.microsoft.com/office/drawing/2014/main" id="{0C156BF8-7FF7-440F-BE2B-417DFFE8BFA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428634" y="5987064"/>
            <a:ext cx="1054466" cy="469689"/>
            <a:chOff x="9841624" y="4115729"/>
            <a:chExt cx="602169" cy="268223"/>
          </a:xfrm>
          <a:solidFill>
            <a:schemeClr val="tx1"/>
          </a:solidFill>
        </p:grpSpPr>
        <p:sp>
          <p:nvSpPr>
            <p:cNvPr id="24" name="Freeform: Shape 23">
              <a:extLst>
                <a:ext uri="{FF2B5EF4-FFF2-40B4-BE49-F238E27FC236}">
                  <a16:creationId xmlns:a16="http://schemas.microsoft.com/office/drawing/2014/main" id="{B7067280-C3E7-4DF6-A345-B9FEF6EF8D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78365A8-666B-4417-9D3C-554E6E6B2C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E71CAAFA-0A31-4308-AB9F-B1C84ABDF9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96AB1D25-144D-4BB4-A45C-60B8A094F4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69F0FB4-779A-48FC-AC33-784F177C92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9225729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80854B0-1F16-2772-9AEB-50A46996EA99}"/>
              </a:ext>
            </a:extLst>
          </p:cNvPr>
          <p:cNvSpPr>
            <a:spLocks noGrp="1"/>
          </p:cNvSpPr>
          <p:nvPr>
            <p:ph type="title"/>
          </p:nvPr>
        </p:nvSpPr>
        <p:spPr/>
        <p:txBody>
          <a:bodyPr/>
          <a:lstStyle/>
          <a:p>
            <a:r>
              <a:rPr lang="en-US" dirty="0"/>
              <a:t>Next meeting</a:t>
            </a:r>
          </a:p>
        </p:txBody>
      </p:sp>
      <p:sp>
        <p:nvSpPr>
          <p:cNvPr id="5" name="Content Placeholder 4">
            <a:extLst>
              <a:ext uri="{FF2B5EF4-FFF2-40B4-BE49-F238E27FC236}">
                <a16:creationId xmlns:a16="http://schemas.microsoft.com/office/drawing/2014/main" id="{5BF341BF-87CC-0A46-CA17-873AD1CCB49E}"/>
              </a:ext>
            </a:extLst>
          </p:cNvPr>
          <p:cNvSpPr>
            <a:spLocks noGrp="1"/>
          </p:cNvSpPr>
          <p:nvPr>
            <p:ph idx="1"/>
          </p:nvPr>
        </p:nvSpPr>
        <p:spPr/>
        <p:txBody>
          <a:bodyPr>
            <a:normAutofit/>
          </a:bodyPr>
          <a:lstStyle/>
          <a:p>
            <a:r>
              <a:rPr lang="en-US" dirty="0"/>
              <a:t>Continuing our exploration of the critical tradition</a:t>
            </a:r>
          </a:p>
          <a:p>
            <a:r>
              <a:rPr lang="en-US" dirty="0"/>
              <a:t>Lecture | </a:t>
            </a:r>
            <a:r>
              <a:rPr lang="en-HK" sz="2800" dirty="0"/>
              <a:t>No Asians, no femmes: Discrimination in online dating</a:t>
            </a:r>
          </a:p>
          <a:p>
            <a:r>
              <a:rPr lang="en-US" dirty="0"/>
              <a:t>Sexual racism in theory</a:t>
            </a:r>
          </a:p>
          <a:p>
            <a:r>
              <a:rPr lang="en-US" dirty="0"/>
              <a:t>Why being explicitly racist online?</a:t>
            </a:r>
          </a:p>
          <a:p>
            <a:r>
              <a:rPr lang="en-US" dirty="0"/>
              <a:t>Case studies: OkCupid, Match.com, and Jack’d</a:t>
            </a:r>
          </a:p>
          <a:p>
            <a:r>
              <a:rPr lang="en-US" dirty="0"/>
              <a:t>What can apps do? Governance and design features</a:t>
            </a:r>
          </a:p>
          <a:p>
            <a:endParaRPr lang="en-US" dirty="0"/>
          </a:p>
        </p:txBody>
      </p:sp>
    </p:spTree>
    <p:extLst>
      <p:ext uri="{BB962C8B-B14F-4D97-AF65-F5344CB8AC3E}">
        <p14:creationId xmlns:p14="http://schemas.microsoft.com/office/powerpoint/2010/main" val="1162964974"/>
      </p:ext>
    </p:extLst>
  </p:cSld>
  <p:clrMapOvr>
    <a:masterClrMapping/>
  </p:clrMapOvr>
</p:sld>
</file>

<file path=ppt/theme/theme1.xml><?xml version="1.0" encoding="utf-8"?>
<a:theme xmlns:a="http://schemas.openxmlformats.org/drawingml/2006/main" name="FunkyShapesDarkVTI">
  <a:themeElements>
    <a:clrScheme name="Custom 4">
      <a:dk1>
        <a:srgbClr val="FFFFFF"/>
      </a:dk1>
      <a:lt1>
        <a:srgbClr val="000000"/>
      </a:lt1>
      <a:dk2>
        <a:srgbClr val="F3FFF8"/>
      </a:dk2>
      <a:lt2>
        <a:srgbClr val="2D2D2D"/>
      </a:lt2>
      <a:accent1>
        <a:srgbClr val="FF80BD"/>
      </a:accent1>
      <a:accent2>
        <a:srgbClr val="1EB9D3"/>
      </a:accent2>
      <a:accent3>
        <a:srgbClr val="21C46B"/>
      </a:accent3>
      <a:accent4>
        <a:srgbClr val="EA9600"/>
      </a:accent4>
      <a:accent5>
        <a:srgbClr val="F43B56"/>
      </a:accent5>
      <a:accent6>
        <a:srgbClr val="4B56E8"/>
      </a:accent6>
      <a:hlink>
        <a:srgbClr val="8F61FF"/>
      </a:hlink>
      <a:folHlink>
        <a:srgbClr val="F900A0"/>
      </a:folHlink>
    </a:clrScheme>
    <a:fontScheme name="Source Sans Pro">
      <a:majorFont>
        <a:latin typeface="Source Sans Pro"/>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unkyShapesDarkVTI" id="{84637DF0-7D2D-4F20-816C-4D6C45F3FAF2}" vid="{0EF594EE-C33F-480F-80E7-D4F74C1C30E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1228</TotalTime>
  <Words>683</Words>
  <Application>Microsoft Office PowerPoint</Application>
  <PresentationFormat>Widescreen</PresentationFormat>
  <Paragraphs>79</Paragraphs>
  <Slides>10</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Source Sans Pro</vt:lpstr>
      <vt:lpstr>Wingdings</vt:lpstr>
      <vt:lpstr>FunkyShapesDarkVTI</vt:lpstr>
      <vt:lpstr>Prof Sam Chan</vt:lpstr>
      <vt:lpstr>Recap: Articulating design features and the goal of your app</vt:lpstr>
      <vt:lpstr>Recap: Articulating design features and the goal of your app</vt:lpstr>
      <vt:lpstr>Today</vt:lpstr>
      <vt:lpstr>Participation</vt:lpstr>
      <vt:lpstr>App Pitch (25 points)</vt:lpstr>
      <vt:lpstr>App Pitch (25 points)</vt:lpstr>
      <vt:lpstr>PowerPoint Presentation</vt:lpstr>
      <vt:lpstr>Tips for an “A” proposal</vt:lpstr>
      <vt:lpstr>Next meeting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Prof Sam Chan</dc:title>
  <dc:creator>Xam Chan</dc:creator>
  <cp:lastModifiedBy>Sam Chan</cp:lastModifiedBy>
  <cp:revision>73</cp:revision>
  <dcterms:created xsi:type="dcterms:W3CDTF">2024-01-09T15:09:38Z</dcterms:created>
  <dcterms:modified xsi:type="dcterms:W3CDTF">2026-07-13T12:01:17Z</dcterms:modified>
</cp:coreProperties>
</file>